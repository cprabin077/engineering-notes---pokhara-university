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61" r:id="rId5"/>
    <p:sldId id="259" r:id="rId6"/>
    <p:sldId id="272" r:id="rId7"/>
    <p:sldId id="271" r:id="rId8"/>
    <p:sldId id="260" r:id="rId9"/>
    <p:sldId id="262" r:id="rId10"/>
    <p:sldId id="263" r:id="rId11"/>
    <p:sldId id="270" r:id="rId12"/>
    <p:sldId id="264" r:id="rId13"/>
    <p:sldId id="266" r:id="rId14"/>
    <p:sldId id="267" r:id="rId15"/>
    <p:sldId id="269" r:id="rId16"/>
    <p:sldId id="268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7/15/2023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7/15/2023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7/15/2023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elprocus.com/lm380-audio-amplifier-working-its-application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14C7-51AE-42A2-8FEA-B81D1F88C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0" y="1183341"/>
            <a:ext cx="6750425" cy="4105835"/>
          </a:xfrm>
        </p:spPr>
        <p:txBody>
          <a:bodyPr>
            <a:normAutofit/>
          </a:bodyPr>
          <a:lstStyle/>
          <a:p>
            <a:r>
              <a:rPr lang="en-US" b="1" dirty="0"/>
              <a:t>Operational Amplifier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its  types &amp;</a:t>
            </a:r>
            <a:br>
              <a:rPr lang="en-US" b="1" dirty="0"/>
            </a:br>
            <a:r>
              <a:rPr lang="en-US" b="1" dirty="0"/>
              <a:t> </a:t>
            </a:r>
            <a:r>
              <a:rPr lang="en-US" b="1" dirty="0" err="1"/>
              <a:t>instrumentationalamplifier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3241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D7C1B-1E1E-4E43-A102-E8460D3A3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288" y="477985"/>
            <a:ext cx="3775217" cy="657919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Outlines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AB8291-FACF-4F2C-9C46-9FDC942B0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453" y="1714679"/>
            <a:ext cx="7729728" cy="310198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Introduction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Inverting Operational Amplifier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Non Inverting Operational Amplifier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 Types of Operational Amplifier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1.4.1 Adder / Summer Operational Amplifier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1.4.2 Subtractor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1.4.3 Differentiator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1.4.4 Integrator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 Instrumentational Amplifier </a:t>
            </a:r>
          </a:p>
        </p:txBody>
      </p:sp>
    </p:spTree>
    <p:extLst>
      <p:ext uri="{BB962C8B-B14F-4D97-AF65-F5344CB8AC3E}">
        <p14:creationId xmlns:p14="http://schemas.microsoft.com/office/powerpoint/2010/main" val="1896278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6B43-287C-43D3-8035-64DDF6BC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2332" y="866080"/>
            <a:ext cx="7047335" cy="118872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inverting operational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57D12-32F8-4FBC-B800-2EC99183D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5"/>
            <a:ext cx="7729728" cy="1188720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this type of </a:t>
            </a:r>
            <a:r>
              <a:rPr lang="en-US" b="0" i="0" u="none" strike="noStrike" dirty="0">
                <a:solidFill>
                  <a:srgbClr val="E038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amplifier</a:t>
            </a:r>
            <a:r>
              <a:rPr lang="en-US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 o/p is precisely 180 degrees out of phase to input. When the +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voltage is applied to the circuit, then the o/p of the circuit will be –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nverting-Amplifier">
            <a:extLst>
              <a:ext uri="{FF2B5EF4-FFF2-40B4-BE49-F238E27FC236}">
                <a16:creationId xmlns:a16="http://schemas.microsoft.com/office/drawing/2014/main" id="{BF3B6B49-7910-424B-88A7-C49F0EE69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561" y="3826765"/>
            <a:ext cx="3952875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314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17B428-DAEB-4250-95E6-DE40B7DEE2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5294" y="535645"/>
            <a:ext cx="6938768" cy="5901014"/>
          </a:xfrm>
        </p:spPr>
      </p:pic>
    </p:spTree>
    <p:extLst>
      <p:ext uri="{BB962C8B-B14F-4D97-AF65-F5344CB8AC3E}">
        <p14:creationId xmlns:p14="http://schemas.microsoft.com/office/powerpoint/2010/main" val="3207031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758B-9023-442B-A70E-5F64A7D6B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Non inverting operational amplifier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93776-3958-4E8A-AB88-0D1C82ABC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In this kind of amplifier, the output is exactly in phase to input. When a +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Ve</a:t>
            </a:r>
            <a:r>
              <a:rPr 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 voltage is applied to the circuit, then the o/p will be positive.</a:t>
            </a:r>
          </a:p>
          <a:p>
            <a:endParaRPr lang="en-US" dirty="0"/>
          </a:p>
        </p:txBody>
      </p:sp>
      <p:pic>
        <p:nvPicPr>
          <p:cNvPr id="2050" name="Picture 2" descr="Non-inverting-Amplifier">
            <a:extLst>
              <a:ext uri="{FF2B5EF4-FFF2-40B4-BE49-F238E27FC236}">
                <a16:creationId xmlns:a16="http://schemas.microsoft.com/office/drawing/2014/main" id="{0087C20E-8564-4AD2-BBBE-957576655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425" y="3682253"/>
            <a:ext cx="386715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90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F273B2B-4DB3-4AD2-A501-34BF61CCE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3878" y="528918"/>
            <a:ext cx="7996993" cy="6278889"/>
          </a:xfrm>
        </p:spPr>
      </p:pic>
    </p:spTree>
    <p:extLst>
      <p:ext uri="{BB962C8B-B14F-4D97-AF65-F5344CB8AC3E}">
        <p14:creationId xmlns:p14="http://schemas.microsoft.com/office/powerpoint/2010/main" val="178259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2B5B4FD-BF5B-4AB5-9828-452C4C77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3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DAFFD-B7F9-4D5F-BCC5-8D4645E6B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  <a:t>1.4 Types of Operational Amplifier1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ACD5-36E2-484B-99B2-81744B227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019" y="2655974"/>
            <a:ext cx="6446699" cy="310198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1.4.1 Adder / Summer Operational Amplifier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D401A7-AC97-4080-A846-258A0B2AD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582694" y="1634041"/>
            <a:ext cx="2517505" cy="573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01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217DC0E-3761-4A9C-9838-424D44336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9388" y="264288"/>
            <a:ext cx="5997388" cy="6329424"/>
          </a:xfrm>
        </p:spPr>
      </p:pic>
    </p:spTree>
    <p:extLst>
      <p:ext uri="{BB962C8B-B14F-4D97-AF65-F5344CB8AC3E}">
        <p14:creationId xmlns:p14="http://schemas.microsoft.com/office/powerpoint/2010/main" val="21020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959C6-B317-472F-8A7A-770BF8B0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22010"/>
            <a:ext cx="7729728" cy="118872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  <a:t>1.4.2 Subtractor</a:t>
            </a:r>
            <a:endParaRPr lang="en-US" dirty="0">
              <a:latin typeface="Algerian" panose="04020705040A02060702" pitchFamily="82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4980F0F-3502-4AA9-AED9-CB996AD72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3906" y="1350274"/>
            <a:ext cx="6786282" cy="5454893"/>
          </a:xfrm>
        </p:spPr>
      </p:pic>
    </p:spTree>
    <p:extLst>
      <p:ext uri="{BB962C8B-B14F-4D97-AF65-F5344CB8AC3E}">
        <p14:creationId xmlns:p14="http://schemas.microsoft.com/office/powerpoint/2010/main" val="2810096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3BABF1-E512-4F4A-ACB1-5C7A87A8C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0753" y="209082"/>
            <a:ext cx="5916706" cy="6191623"/>
          </a:xfrm>
        </p:spPr>
      </p:pic>
    </p:spTree>
    <p:extLst>
      <p:ext uri="{BB962C8B-B14F-4D97-AF65-F5344CB8AC3E}">
        <p14:creationId xmlns:p14="http://schemas.microsoft.com/office/powerpoint/2010/main" val="3617170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0F4B-AC64-4D90-830E-035EB095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  <a:t>1.4.3 Differentiator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B41C38-9217-4805-894A-1CBDFE29AE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2581835"/>
            <a:ext cx="7155543" cy="3123214"/>
          </a:xfrm>
        </p:spPr>
      </p:pic>
    </p:spTree>
    <p:extLst>
      <p:ext uri="{BB962C8B-B14F-4D97-AF65-F5344CB8AC3E}">
        <p14:creationId xmlns:p14="http://schemas.microsoft.com/office/powerpoint/2010/main" val="1336541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97678C-2DC4-45DB-A3B6-6D7981561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9130" y="766146"/>
            <a:ext cx="7132186" cy="5240207"/>
          </a:xfrm>
        </p:spPr>
      </p:pic>
    </p:spTree>
    <p:extLst>
      <p:ext uri="{BB962C8B-B14F-4D97-AF65-F5344CB8AC3E}">
        <p14:creationId xmlns:p14="http://schemas.microsoft.com/office/powerpoint/2010/main" val="1863099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DE76A-DEA3-4295-B1EB-2AF2B32D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735" y="208181"/>
            <a:ext cx="7737617" cy="84965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  <a:t>1.4.4 Integrator</a:t>
            </a:r>
            <a:b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US" dirty="0">
              <a:latin typeface="Algerian" panose="04020705040A02060702" pitchFamily="82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A66BD27-28C5-4E44-8CD2-94FDF992F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4073" y="1972235"/>
            <a:ext cx="8765050" cy="4177553"/>
          </a:xfrm>
        </p:spPr>
      </p:pic>
    </p:spTree>
    <p:extLst>
      <p:ext uri="{BB962C8B-B14F-4D97-AF65-F5344CB8AC3E}">
        <p14:creationId xmlns:p14="http://schemas.microsoft.com/office/powerpoint/2010/main" val="300581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7F0FD5-44FE-42C6-83CE-0385E7678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9312" y="466166"/>
            <a:ext cx="7496429" cy="6400800"/>
          </a:xfrm>
        </p:spPr>
      </p:pic>
    </p:spTree>
    <p:extLst>
      <p:ext uri="{BB962C8B-B14F-4D97-AF65-F5344CB8AC3E}">
        <p14:creationId xmlns:p14="http://schemas.microsoft.com/office/powerpoint/2010/main" val="1868319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3E48E-4F9F-4082-9021-32839FC7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494" y="349624"/>
            <a:ext cx="7800370" cy="1219200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  <a:t>1.5 Instrumentational Amplifier </a:t>
            </a:r>
            <a:b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US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11904D-1598-4109-82D5-04F6CA64D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4075" y="1775012"/>
            <a:ext cx="7878843" cy="4894729"/>
          </a:xfrm>
        </p:spPr>
      </p:pic>
    </p:spTree>
    <p:extLst>
      <p:ext uri="{BB962C8B-B14F-4D97-AF65-F5344CB8AC3E}">
        <p14:creationId xmlns:p14="http://schemas.microsoft.com/office/powerpoint/2010/main" val="2968302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9B69FA-A5D2-4A7D-ACE0-67E978BDBB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0800000" flipH="1" flipV="1">
            <a:off x="3352800" y="295835"/>
            <a:ext cx="6239435" cy="6482084"/>
          </a:xfrm>
        </p:spPr>
      </p:pic>
    </p:spTree>
    <p:extLst>
      <p:ext uri="{BB962C8B-B14F-4D97-AF65-F5344CB8AC3E}">
        <p14:creationId xmlns:p14="http://schemas.microsoft.com/office/powerpoint/2010/main" val="414425107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263</TotalTime>
  <Words>152</Words>
  <Application>Microsoft Office PowerPoint</Application>
  <PresentationFormat>Widescreen</PresentationFormat>
  <Paragraphs>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Algerian</vt:lpstr>
      <vt:lpstr>Arial</vt:lpstr>
      <vt:lpstr>Gill Sans MT</vt:lpstr>
      <vt:lpstr>Times New Roman</vt:lpstr>
      <vt:lpstr>Parcel</vt:lpstr>
      <vt:lpstr>Operational Amplifier   its  types &amp;  instrumentationalamplifier </vt:lpstr>
      <vt:lpstr>Outlines</vt:lpstr>
      <vt:lpstr>inverting operational amplifier</vt:lpstr>
      <vt:lpstr>PowerPoint Presentation</vt:lpstr>
      <vt:lpstr>Non inverting operational amplifier</vt:lpstr>
      <vt:lpstr>PowerPoint Presentation</vt:lpstr>
      <vt:lpstr>PowerPoint Presentation</vt:lpstr>
      <vt:lpstr>1.4 Types of Operational Amplifier1</vt:lpstr>
      <vt:lpstr>PowerPoint Presentation</vt:lpstr>
      <vt:lpstr>1.4.2 Subtractor</vt:lpstr>
      <vt:lpstr>PowerPoint Presentation</vt:lpstr>
      <vt:lpstr>1.4.3 Differentiator </vt:lpstr>
      <vt:lpstr>PowerPoint Presentation</vt:lpstr>
      <vt:lpstr>1.4.4 Integrator </vt:lpstr>
      <vt:lpstr>PowerPoint Presentation</vt:lpstr>
      <vt:lpstr>1.5 Instrumentational Amplifier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Op-Amplifier its types &amp; instrumentation op- amplifier</dc:title>
  <dc:creator>prajwal chaudhary</dc:creator>
  <cp:lastModifiedBy>prajwal chaudhary</cp:lastModifiedBy>
  <cp:revision>16</cp:revision>
  <dcterms:created xsi:type="dcterms:W3CDTF">2023-07-14T04:31:17Z</dcterms:created>
  <dcterms:modified xsi:type="dcterms:W3CDTF">2023-07-15T13:03:05Z</dcterms:modified>
</cp:coreProperties>
</file>
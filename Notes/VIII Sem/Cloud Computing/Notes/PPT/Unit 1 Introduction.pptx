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4" r:id="rId16"/>
    <p:sldId id="271" r:id="rId17"/>
    <p:sldId id="272" r:id="rId18"/>
    <p:sldId id="273" r:id="rId19"/>
    <p:sldId id="275" r:id="rId20"/>
    <p:sldId id="276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endra Bikram Shah" userId="a00731c20e5a5af2" providerId="LiveId" clId="{2DD8B764-42DE-4AED-A006-CC7590E94849}"/>
    <pc:docChg chg="custSel addSld modSld">
      <pc:chgData name="Harendra Bikram Shah" userId="a00731c20e5a5af2" providerId="LiveId" clId="{2DD8B764-42DE-4AED-A006-CC7590E94849}" dt="2021-11-27T08:01:21.022" v="1362" actId="14100"/>
      <pc:docMkLst>
        <pc:docMk/>
      </pc:docMkLst>
      <pc:sldChg chg="modSp new mod">
        <pc:chgData name="Harendra Bikram Shah" userId="a00731c20e5a5af2" providerId="LiveId" clId="{2DD8B764-42DE-4AED-A006-CC7590E94849}" dt="2021-11-24T13:23:30.953" v="476" actId="20577"/>
        <pc:sldMkLst>
          <pc:docMk/>
          <pc:sldMk cId="296671976" sldId="256"/>
        </pc:sldMkLst>
        <pc:spChg chg="mod">
          <ac:chgData name="Harendra Bikram Shah" userId="a00731c20e5a5af2" providerId="LiveId" clId="{2DD8B764-42DE-4AED-A006-CC7590E94849}" dt="2021-11-24T03:44:21.253" v="106" actId="113"/>
          <ac:spMkLst>
            <pc:docMk/>
            <pc:sldMk cId="296671976" sldId="256"/>
            <ac:spMk id="2" creationId="{330DFFDA-CBD9-4C8A-B2A9-DE5E7AF94D84}"/>
          </ac:spMkLst>
        </pc:spChg>
        <pc:spChg chg="mod">
          <ac:chgData name="Harendra Bikram Shah" userId="a00731c20e5a5af2" providerId="LiveId" clId="{2DD8B764-42DE-4AED-A006-CC7590E94849}" dt="2021-11-24T13:23:30.953" v="476" actId="20577"/>
          <ac:spMkLst>
            <pc:docMk/>
            <pc:sldMk cId="296671976" sldId="256"/>
            <ac:spMk id="3" creationId="{D918B402-9CFC-4546-8ECC-D0EC54B371A1}"/>
          </ac:spMkLst>
        </pc:spChg>
      </pc:sldChg>
      <pc:sldChg chg="modSp new mod">
        <pc:chgData name="Harendra Bikram Shah" userId="a00731c20e5a5af2" providerId="LiveId" clId="{2DD8B764-42DE-4AED-A006-CC7590E94849}" dt="2021-11-24T03:45:45.727" v="268" actId="14100"/>
        <pc:sldMkLst>
          <pc:docMk/>
          <pc:sldMk cId="1808516714" sldId="257"/>
        </pc:sldMkLst>
        <pc:spChg chg="mod">
          <ac:chgData name="Harendra Bikram Shah" userId="a00731c20e5a5af2" providerId="LiveId" clId="{2DD8B764-42DE-4AED-A006-CC7590E94849}" dt="2021-11-24T03:44:48.300" v="121" actId="1076"/>
          <ac:spMkLst>
            <pc:docMk/>
            <pc:sldMk cId="1808516714" sldId="257"/>
            <ac:spMk id="2" creationId="{4FC9C4FB-2E2B-45C2-A59B-46D49EAF57D8}"/>
          </ac:spMkLst>
        </pc:spChg>
        <pc:spChg chg="mod">
          <ac:chgData name="Harendra Bikram Shah" userId="a00731c20e5a5af2" providerId="LiveId" clId="{2DD8B764-42DE-4AED-A006-CC7590E94849}" dt="2021-11-24T03:45:45.727" v="268" actId="14100"/>
          <ac:spMkLst>
            <pc:docMk/>
            <pc:sldMk cId="1808516714" sldId="257"/>
            <ac:spMk id="3" creationId="{B872309F-B9FC-4696-BB4E-8851B41D0693}"/>
          </ac:spMkLst>
        </pc:spChg>
      </pc:sldChg>
      <pc:sldChg chg="addSp delSp modSp add mod">
        <pc:chgData name="Harendra Bikram Shah" userId="a00731c20e5a5af2" providerId="LiveId" clId="{2DD8B764-42DE-4AED-A006-CC7590E94849}" dt="2021-11-24T03:47:26.360" v="296" actId="6549"/>
        <pc:sldMkLst>
          <pc:docMk/>
          <pc:sldMk cId="3467059535" sldId="258"/>
        </pc:sldMkLst>
        <pc:spChg chg="mod">
          <ac:chgData name="Harendra Bikram Shah" userId="a00731c20e5a5af2" providerId="LiveId" clId="{2DD8B764-42DE-4AED-A006-CC7590E94849}" dt="2021-11-24T03:46:02.436" v="283" actId="20577"/>
          <ac:spMkLst>
            <pc:docMk/>
            <pc:sldMk cId="3467059535" sldId="258"/>
            <ac:spMk id="2" creationId="{4FC9C4FB-2E2B-45C2-A59B-46D49EAF57D8}"/>
          </ac:spMkLst>
        </pc:spChg>
        <pc:spChg chg="del">
          <ac:chgData name="Harendra Bikram Shah" userId="a00731c20e5a5af2" providerId="LiveId" clId="{2DD8B764-42DE-4AED-A006-CC7590E94849}" dt="2021-11-24T03:45:52.664" v="270" actId="478"/>
          <ac:spMkLst>
            <pc:docMk/>
            <pc:sldMk cId="3467059535" sldId="258"/>
            <ac:spMk id="3" creationId="{B872309F-B9FC-4696-BB4E-8851B41D0693}"/>
          </ac:spMkLst>
        </pc:spChg>
        <pc:spChg chg="add del mod">
          <ac:chgData name="Harendra Bikram Shah" userId="a00731c20e5a5af2" providerId="LiveId" clId="{2DD8B764-42DE-4AED-A006-CC7590E94849}" dt="2021-11-24T03:45:55.956" v="271" actId="478"/>
          <ac:spMkLst>
            <pc:docMk/>
            <pc:sldMk cId="3467059535" sldId="258"/>
            <ac:spMk id="5" creationId="{CEA346BB-A1EC-4E44-9FE1-F353913C0E91}"/>
          </ac:spMkLst>
        </pc:spChg>
        <pc:spChg chg="add mod">
          <ac:chgData name="Harendra Bikram Shah" userId="a00731c20e5a5af2" providerId="LiveId" clId="{2DD8B764-42DE-4AED-A006-CC7590E94849}" dt="2021-11-24T03:47:26.360" v="296" actId="6549"/>
          <ac:spMkLst>
            <pc:docMk/>
            <pc:sldMk cId="3467059535" sldId="258"/>
            <ac:spMk id="8" creationId="{4035BD7C-3AB5-4096-96F8-0E0E1636D769}"/>
          </ac:spMkLst>
        </pc:spChg>
        <pc:picChg chg="add mod">
          <ac:chgData name="Harendra Bikram Shah" userId="a00731c20e5a5af2" providerId="LiveId" clId="{2DD8B764-42DE-4AED-A006-CC7590E94849}" dt="2021-11-24T03:47:09.687" v="289" actId="1076"/>
          <ac:picMkLst>
            <pc:docMk/>
            <pc:sldMk cId="3467059535" sldId="258"/>
            <ac:picMk id="7" creationId="{A76CAFC1-B698-4867-8955-A9DB5EF99624}"/>
          </ac:picMkLst>
        </pc:picChg>
      </pc:sldChg>
      <pc:sldChg chg="addSp delSp modSp add mod">
        <pc:chgData name="Harendra Bikram Shah" userId="a00731c20e5a5af2" providerId="LiveId" clId="{2DD8B764-42DE-4AED-A006-CC7590E94849}" dt="2021-11-24T03:47:59.602" v="308" actId="1076"/>
        <pc:sldMkLst>
          <pc:docMk/>
          <pc:sldMk cId="3157572387" sldId="259"/>
        </pc:sldMkLst>
        <pc:spChg chg="add del mod">
          <ac:chgData name="Harendra Bikram Shah" userId="a00731c20e5a5af2" providerId="LiveId" clId="{2DD8B764-42DE-4AED-A006-CC7590E94849}" dt="2021-11-24T03:47:40.756" v="300" actId="478"/>
          <ac:spMkLst>
            <pc:docMk/>
            <pc:sldMk cId="3157572387" sldId="259"/>
            <ac:spMk id="4" creationId="{E05A1678-76D0-4834-92D2-0847E68E6A36}"/>
          </ac:spMkLst>
        </pc:spChg>
        <pc:spChg chg="del">
          <ac:chgData name="Harendra Bikram Shah" userId="a00731c20e5a5af2" providerId="LiveId" clId="{2DD8B764-42DE-4AED-A006-CC7590E94849}" dt="2021-11-24T03:47:38.685" v="299" actId="478"/>
          <ac:spMkLst>
            <pc:docMk/>
            <pc:sldMk cId="3157572387" sldId="259"/>
            <ac:spMk id="8" creationId="{4035BD7C-3AB5-4096-96F8-0E0E1636D769}"/>
          </ac:spMkLst>
        </pc:spChg>
        <pc:picChg chg="add mod">
          <ac:chgData name="Harendra Bikram Shah" userId="a00731c20e5a5af2" providerId="LiveId" clId="{2DD8B764-42DE-4AED-A006-CC7590E94849}" dt="2021-11-24T03:47:59.602" v="308" actId="1076"/>
          <ac:picMkLst>
            <pc:docMk/>
            <pc:sldMk cId="3157572387" sldId="259"/>
            <ac:picMk id="6" creationId="{FF9FC00B-7936-408C-AE7A-BBFC992B1CBA}"/>
          </ac:picMkLst>
        </pc:picChg>
        <pc:picChg chg="del">
          <ac:chgData name="Harendra Bikram Shah" userId="a00731c20e5a5af2" providerId="LiveId" clId="{2DD8B764-42DE-4AED-A006-CC7590E94849}" dt="2021-11-24T03:47:37.191" v="298" actId="478"/>
          <ac:picMkLst>
            <pc:docMk/>
            <pc:sldMk cId="3157572387" sldId="259"/>
            <ac:picMk id="7" creationId="{A76CAFC1-B698-4867-8955-A9DB5EF99624}"/>
          </ac:picMkLst>
        </pc:picChg>
      </pc:sldChg>
      <pc:sldChg chg="addSp delSp modSp add mod">
        <pc:chgData name="Harendra Bikram Shah" userId="a00731c20e5a5af2" providerId="LiveId" clId="{2DD8B764-42DE-4AED-A006-CC7590E94849}" dt="2021-11-24T03:48:31.721" v="325" actId="1076"/>
        <pc:sldMkLst>
          <pc:docMk/>
          <pc:sldMk cId="3494005129" sldId="260"/>
        </pc:sldMkLst>
        <pc:spChg chg="mod">
          <ac:chgData name="Harendra Bikram Shah" userId="a00731c20e5a5af2" providerId="LiveId" clId="{2DD8B764-42DE-4AED-A006-CC7590E94849}" dt="2021-11-24T03:48:11.701" v="319" actId="5793"/>
          <ac:spMkLst>
            <pc:docMk/>
            <pc:sldMk cId="3494005129" sldId="260"/>
            <ac:spMk id="2" creationId="{4FC9C4FB-2E2B-45C2-A59B-46D49EAF57D8}"/>
          </ac:spMkLst>
        </pc:spChg>
        <pc:picChg chg="add mod">
          <ac:chgData name="Harendra Bikram Shah" userId="a00731c20e5a5af2" providerId="LiveId" clId="{2DD8B764-42DE-4AED-A006-CC7590E94849}" dt="2021-11-24T03:48:31.721" v="325" actId="1076"/>
          <ac:picMkLst>
            <pc:docMk/>
            <pc:sldMk cId="3494005129" sldId="260"/>
            <ac:picMk id="4" creationId="{BDD47338-43AC-44BD-8F63-362CEF50D089}"/>
          </ac:picMkLst>
        </pc:picChg>
        <pc:picChg chg="del">
          <ac:chgData name="Harendra Bikram Shah" userId="a00731c20e5a5af2" providerId="LiveId" clId="{2DD8B764-42DE-4AED-A006-CC7590E94849}" dt="2021-11-24T03:48:23.637" v="320" actId="478"/>
          <ac:picMkLst>
            <pc:docMk/>
            <pc:sldMk cId="3494005129" sldId="260"/>
            <ac:picMk id="6" creationId="{FF9FC00B-7936-408C-AE7A-BBFC992B1CBA}"/>
          </ac:picMkLst>
        </pc:picChg>
      </pc:sldChg>
      <pc:sldChg chg="addSp delSp modSp add mod">
        <pc:chgData name="Harendra Bikram Shah" userId="a00731c20e5a5af2" providerId="LiveId" clId="{2DD8B764-42DE-4AED-A006-CC7590E94849}" dt="2021-11-24T03:49:13.214" v="352" actId="14100"/>
        <pc:sldMkLst>
          <pc:docMk/>
          <pc:sldMk cId="2306687569" sldId="261"/>
        </pc:sldMkLst>
        <pc:spChg chg="mod">
          <ac:chgData name="Harendra Bikram Shah" userId="a00731c20e5a5af2" providerId="LiveId" clId="{2DD8B764-42DE-4AED-A006-CC7590E94849}" dt="2021-11-24T03:48:52.886" v="344" actId="20577"/>
          <ac:spMkLst>
            <pc:docMk/>
            <pc:sldMk cId="2306687569" sldId="261"/>
            <ac:spMk id="2" creationId="{4FC9C4FB-2E2B-45C2-A59B-46D49EAF57D8}"/>
          </ac:spMkLst>
        </pc:spChg>
        <pc:picChg chg="del">
          <ac:chgData name="Harendra Bikram Shah" userId="a00731c20e5a5af2" providerId="LiveId" clId="{2DD8B764-42DE-4AED-A006-CC7590E94849}" dt="2021-11-24T03:48:39.444" v="327" actId="478"/>
          <ac:picMkLst>
            <pc:docMk/>
            <pc:sldMk cId="2306687569" sldId="261"/>
            <ac:picMk id="4" creationId="{BDD47338-43AC-44BD-8F63-362CEF50D089}"/>
          </ac:picMkLst>
        </pc:picChg>
        <pc:picChg chg="add mod">
          <ac:chgData name="Harendra Bikram Shah" userId="a00731c20e5a5af2" providerId="LiveId" clId="{2DD8B764-42DE-4AED-A006-CC7590E94849}" dt="2021-11-24T03:49:13.214" v="352" actId="14100"/>
          <ac:picMkLst>
            <pc:docMk/>
            <pc:sldMk cId="2306687569" sldId="261"/>
            <ac:picMk id="5" creationId="{4A2F2979-DD6D-4261-BBC0-B217D1FEADDD}"/>
          </ac:picMkLst>
        </pc:picChg>
      </pc:sldChg>
      <pc:sldChg chg="addSp delSp modSp add mod">
        <pc:chgData name="Harendra Bikram Shah" userId="a00731c20e5a5af2" providerId="LiveId" clId="{2DD8B764-42DE-4AED-A006-CC7590E94849}" dt="2021-11-24T03:49:56.845" v="386" actId="20577"/>
        <pc:sldMkLst>
          <pc:docMk/>
          <pc:sldMk cId="3294171392" sldId="262"/>
        </pc:sldMkLst>
        <pc:spChg chg="mod">
          <ac:chgData name="Harendra Bikram Shah" userId="a00731c20e5a5af2" providerId="LiveId" clId="{2DD8B764-42DE-4AED-A006-CC7590E94849}" dt="2021-11-24T03:49:56.845" v="386" actId="20577"/>
          <ac:spMkLst>
            <pc:docMk/>
            <pc:sldMk cId="3294171392" sldId="262"/>
            <ac:spMk id="2" creationId="{4FC9C4FB-2E2B-45C2-A59B-46D49EAF57D8}"/>
          </ac:spMkLst>
        </pc:spChg>
        <pc:picChg chg="add mod">
          <ac:chgData name="Harendra Bikram Shah" userId="a00731c20e5a5af2" providerId="LiveId" clId="{2DD8B764-42DE-4AED-A006-CC7590E94849}" dt="2021-11-24T03:49:41.969" v="359" actId="14100"/>
          <ac:picMkLst>
            <pc:docMk/>
            <pc:sldMk cId="3294171392" sldId="262"/>
            <ac:picMk id="4" creationId="{64832B09-3A97-4A76-B025-A6A4600E5E44}"/>
          </ac:picMkLst>
        </pc:picChg>
        <pc:picChg chg="del">
          <ac:chgData name="Harendra Bikram Shah" userId="a00731c20e5a5af2" providerId="LiveId" clId="{2DD8B764-42DE-4AED-A006-CC7590E94849}" dt="2021-11-24T03:49:18.277" v="354" actId="478"/>
          <ac:picMkLst>
            <pc:docMk/>
            <pc:sldMk cId="3294171392" sldId="262"/>
            <ac:picMk id="5" creationId="{4A2F2979-DD6D-4261-BBC0-B217D1FEADDD}"/>
          </ac:picMkLst>
        </pc:picChg>
      </pc:sldChg>
      <pc:sldChg chg="addSp delSp modSp add mod">
        <pc:chgData name="Harendra Bikram Shah" userId="a00731c20e5a5af2" providerId="LiveId" clId="{2DD8B764-42DE-4AED-A006-CC7590E94849}" dt="2021-11-24T03:51:51.626" v="402" actId="113"/>
        <pc:sldMkLst>
          <pc:docMk/>
          <pc:sldMk cId="762403090" sldId="263"/>
        </pc:sldMkLst>
        <pc:spChg chg="del">
          <ac:chgData name="Harendra Bikram Shah" userId="a00731c20e5a5af2" providerId="LiveId" clId="{2DD8B764-42DE-4AED-A006-CC7590E94849}" dt="2021-11-24T03:50:08.735" v="389" actId="478"/>
          <ac:spMkLst>
            <pc:docMk/>
            <pc:sldMk cId="762403090" sldId="263"/>
            <ac:spMk id="2" creationId="{4FC9C4FB-2E2B-45C2-A59B-46D49EAF57D8}"/>
          </ac:spMkLst>
        </pc:spChg>
        <pc:spChg chg="add mod">
          <ac:chgData name="Harendra Bikram Shah" userId="a00731c20e5a5af2" providerId="LiveId" clId="{2DD8B764-42DE-4AED-A006-CC7590E94849}" dt="2021-11-24T03:51:51.626" v="402" actId="113"/>
          <ac:spMkLst>
            <pc:docMk/>
            <pc:sldMk cId="762403090" sldId="263"/>
            <ac:spMk id="5" creationId="{43FD8334-04DE-434C-A743-D824B25CC498}"/>
          </ac:spMkLst>
        </pc:spChg>
        <pc:picChg chg="del">
          <ac:chgData name="Harendra Bikram Shah" userId="a00731c20e5a5af2" providerId="LiveId" clId="{2DD8B764-42DE-4AED-A006-CC7590E94849}" dt="2021-11-24T03:50:06.745" v="388" actId="478"/>
          <ac:picMkLst>
            <pc:docMk/>
            <pc:sldMk cId="762403090" sldId="263"/>
            <ac:picMk id="4" creationId="{64832B09-3A97-4A76-B025-A6A4600E5E44}"/>
          </ac:picMkLst>
        </pc:picChg>
        <pc:picChg chg="add mod">
          <ac:chgData name="Harendra Bikram Shah" userId="a00731c20e5a5af2" providerId="LiveId" clId="{2DD8B764-42DE-4AED-A006-CC7590E94849}" dt="2021-11-24T03:50:36.271" v="401" actId="1076"/>
          <ac:picMkLst>
            <pc:docMk/>
            <pc:sldMk cId="762403090" sldId="263"/>
            <ac:picMk id="7" creationId="{D8BDC8B0-1CF2-41CB-A2A4-1B4A102973C9}"/>
          </ac:picMkLst>
        </pc:picChg>
      </pc:sldChg>
      <pc:sldChg chg="addSp delSp modSp add mod">
        <pc:chgData name="Harendra Bikram Shah" userId="a00731c20e5a5af2" providerId="LiveId" clId="{2DD8B764-42DE-4AED-A006-CC7590E94849}" dt="2021-11-24T03:52:17.726" v="411" actId="1076"/>
        <pc:sldMkLst>
          <pc:docMk/>
          <pc:sldMk cId="447803362" sldId="264"/>
        </pc:sldMkLst>
        <pc:spChg chg="mod">
          <ac:chgData name="Harendra Bikram Shah" userId="a00731c20e5a5af2" providerId="LiveId" clId="{2DD8B764-42DE-4AED-A006-CC7590E94849}" dt="2021-11-24T03:52:01.559" v="406" actId="20577"/>
          <ac:spMkLst>
            <pc:docMk/>
            <pc:sldMk cId="447803362" sldId="264"/>
            <ac:spMk id="5" creationId="{43FD8334-04DE-434C-A743-D824B25CC498}"/>
          </ac:spMkLst>
        </pc:spChg>
        <pc:picChg chg="add mod">
          <ac:chgData name="Harendra Bikram Shah" userId="a00731c20e5a5af2" providerId="LiveId" clId="{2DD8B764-42DE-4AED-A006-CC7590E94849}" dt="2021-11-24T03:52:17.726" v="411" actId="1076"/>
          <ac:picMkLst>
            <pc:docMk/>
            <pc:sldMk cId="447803362" sldId="264"/>
            <ac:picMk id="3" creationId="{30663DF1-F99F-4F03-9166-05F83C6613C0}"/>
          </ac:picMkLst>
        </pc:picChg>
        <pc:picChg chg="del">
          <ac:chgData name="Harendra Bikram Shah" userId="a00731c20e5a5af2" providerId="LiveId" clId="{2DD8B764-42DE-4AED-A006-CC7590E94849}" dt="2021-11-24T03:51:59.114" v="404" actId="478"/>
          <ac:picMkLst>
            <pc:docMk/>
            <pc:sldMk cId="447803362" sldId="264"/>
            <ac:picMk id="7" creationId="{D8BDC8B0-1CF2-41CB-A2A4-1B4A102973C9}"/>
          </ac:picMkLst>
        </pc:picChg>
      </pc:sldChg>
      <pc:sldChg chg="addSp delSp modSp add mod">
        <pc:chgData name="Harendra Bikram Shah" userId="a00731c20e5a5af2" providerId="LiveId" clId="{2DD8B764-42DE-4AED-A006-CC7590E94849}" dt="2021-11-24T03:52:34.790" v="417" actId="14100"/>
        <pc:sldMkLst>
          <pc:docMk/>
          <pc:sldMk cId="3479389777" sldId="265"/>
        </pc:sldMkLst>
        <pc:spChg chg="mod">
          <ac:chgData name="Harendra Bikram Shah" userId="a00731c20e5a5af2" providerId="LiveId" clId="{2DD8B764-42DE-4AED-A006-CC7590E94849}" dt="2021-11-24T03:52:25.533" v="415" actId="20577"/>
          <ac:spMkLst>
            <pc:docMk/>
            <pc:sldMk cId="3479389777" sldId="265"/>
            <ac:spMk id="5" creationId="{43FD8334-04DE-434C-A743-D824B25CC498}"/>
          </ac:spMkLst>
        </pc:spChg>
        <pc:picChg chg="del">
          <ac:chgData name="Harendra Bikram Shah" userId="a00731c20e5a5af2" providerId="LiveId" clId="{2DD8B764-42DE-4AED-A006-CC7590E94849}" dt="2021-11-24T03:52:23.497" v="413" actId="478"/>
          <ac:picMkLst>
            <pc:docMk/>
            <pc:sldMk cId="3479389777" sldId="265"/>
            <ac:picMk id="3" creationId="{30663DF1-F99F-4F03-9166-05F83C6613C0}"/>
          </ac:picMkLst>
        </pc:picChg>
        <pc:picChg chg="add mod">
          <ac:chgData name="Harendra Bikram Shah" userId="a00731c20e5a5af2" providerId="LiveId" clId="{2DD8B764-42DE-4AED-A006-CC7590E94849}" dt="2021-11-24T03:52:34.790" v="417" actId="14100"/>
          <ac:picMkLst>
            <pc:docMk/>
            <pc:sldMk cId="3479389777" sldId="265"/>
            <ac:picMk id="4" creationId="{1A9F7ECB-D1BD-483D-B982-709C1ED03849}"/>
          </ac:picMkLst>
        </pc:picChg>
      </pc:sldChg>
      <pc:sldChg chg="addSp delSp modSp add mod">
        <pc:chgData name="Harendra Bikram Shah" userId="a00731c20e5a5af2" providerId="LiveId" clId="{2DD8B764-42DE-4AED-A006-CC7590E94849}" dt="2021-11-24T13:25:29.132" v="500" actId="1076"/>
        <pc:sldMkLst>
          <pc:docMk/>
          <pc:sldMk cId="3359024658" sldId="266"/>
        </pc:sldMkLst>
        <pc:spChg chg="mod">
          <ac:chgData name="Harendra Bikram Shah" userId="a00731c20e5a5af2" providerId="LiveId" clId="{2DD8B764-42DE-4AED-A006-CC7590E94849}" dt="2021-11-24T03:53:04.914" v="433" actId="14100"/>
          <ac:spMkLst>
            <pc:docMk/>
            <pc:sldMk cId="3359024658" sldId="266"/>
            <ac:spMk id="5" creationId="{43FD8334-04DE-434C-A743-D824B25CC498}"/>
          </ac:spMkLst>
        </pc:spChg>
        <pc:picChg chg="add del mod">
          <ac:chgData name="Harendra Bikram Shah" userId="a00731c20e5a5af2" providerId="LiveId" clId="{2DD8B764-42DE-4AED-A006-CC7590E94849}" dt="2021-11-24T13:25:18.470" v="493" actId="478"/>
          <ac:picMkLst>
            <pc:docMk/>
            <pc:sldMk cId="3359024658" sldId="266"/>
            <ac:picMk id="3" creationId="{5B81F3D3-030E-4E8D-86EA-079D6FB1501A}"/>
          </ac:picMkLst>
        </pc:picChg>
        <pc:picChg chg="del">
          <ac:chgData name="Harendra Bikram Shah" userId="a00731c20e5a5af2" providerId="LiveId" clId="{2DD8B764-42DE-4AED-A006-CC7590E94849}" dt="2021-11-24T03:52:44.400" v="428" actId="478"/>
          <ac:picMkLst>
            <pc:docMk/>
            <pc:sldMk cId="3359024658" sldId="266"/>
            <ac:picMk id="4" creationId="{1A9F7ECB-D1BD-483D-B982-709C1ED03849}"/>
          </ac:picMkLst>
        </pc:picChg>
        <pc:picChg chg="add mod">
          <ac:chgData name="Harendra Bikram Shah" userId="a00731c20e5a5af2" providerId="LiveId" clId="{2DD8B764-42DE-4AED-A006-CC7590E94849}" dt="2021-11-24T13:25:29.132" v="500" actId="1076"/>
          <ac:picMkLst>
            <pc:docMk/>
            <pc:sldMk cId="3359024658" sldId="266"/>
            <ac:picMk id="4" creationId="{7155643F-5053-4A48-8A00-3EEA6F6B5A6C}"/>
          </ac:picMkLst>
        </pc:picChg>
      </pc:sldChg>
      <pc:sldChg chg="delSp modSp add mod">
        <pc:chgData name="Harendra Bikram Shah" userId="a00731c20e5a5af2" providerId="LiveId" clId="{2DD8B764-42DE-4AED-A006-CC7590E94849}" dt="2021-11-24T14:43:43.988" v="1331" actId="20577"/>
        <pc:sldMkLst>
          <pc:docMk/>
          <pc:sldMk cId="2424937276" sldId="267"/>
        </pc:sldMkLst>
        <pc:spChg chg="mod">
          <ac:chgData name="Harendra Bikram Shah" userId="a00731c20e5a5af2" providerId="LiveId" clId="{2DD8B764-42DE-4AED-A006-CC7590E94849}" dt="2021-11-24T14:43:43.988" v="1331" actId="20577"/>
          <ac:spMkLst>
            <pc:docMk/>
            <pc:sldMk cId="2424937276" sldId="267"/>
            <ac:spMk id="5" creationId="{43FD8334-04DE-434C-A743-D824B25CC498}"/>
          </ac:spMkLst>
        </pc:spChg>
        <pc:picChg chg="del">
          <ac:chgData name="Harendra Bikram Shah" userId="a00731c20e5a5af2" providerId="LiveId" clId="{2DD8B764-42DE-4AED-A006-CC7590E94849}" dt="2021-11-24T03:53:16.798" v="437" actId="478"/>
          <ac:picMkLst>
            <pc:docMk/>
            <pc:sldMk cId="2424937276" sldId="267"/>
            <ac:picMk id="3" creationId="{5B81F3D3-030E-4E8D-86EA-079D6FB1501A}"/>
          </ac:picMkLst>
        </pc:picChg>
      </pc:sldChg>
      <pc:sldChg chg="addSp delSp modSp add mod">
        <pc:chgData name="Harendra Bikram Shah" userId="a00731c20e5a5af2" providerId="LiveId" clId="{2DD8B764-42DE-4AED-A006-CC7590E94849}" dt="2021-11-24T13:29:06.287" v="541" actId="20577"/>
        <pc:sldMkLst>
          <pc:docMk/>
          <pc:sldMk cId="2023084486" sldId="268"/>
        </pc:sldMkLst>
        <pc:spChg chg="add mod">
          <ac:chgData name="Harendra Bikram Shah" userId="a00731c20e5a5af2" providerId="LiveId" clId="{2DD8B764-42DE-4AED-A006-CC7590E94849}" dt="2021-11-24T13:29:06.287" v="541" actId="20577"/>
          <ac:spMkLst>
            <pc:docMk/>
            <pc:sldMk cId="2023084486" sldId="268"/>
            <ac:spMk id="4" creationId="{02EA36D6-FAFC-4538-BE71-958F7DF06220}"/>
          </ac:spMkLst>
        </pc:spChg>
        <pc:spChg chg="mod">
          <ac:chgData name="Harendra Bikram Shah" userId="a00731c20e5a5af2" providerId="LiveId" clId="{2DD8B764-42DE-4AED-A006-CC7590E94849}" dt="2021-11-24T13:23:52.467" v="492" actId="20577"/>
          <ac:spMkLst>
            <pc:docMk/>
            <pc:sldMk cId="2023084486" sldId="268"/>
            <ac:spMk id="5" creationId="{43FD8334-04DE-434C-A743-D824B25CC498}"/>
          </ac:spMkLst>
        </pc:spChg>
        <pc:picChg chg="del">
          <ac:chgData name="Harendra Bikram Shah" userId="a00731c20e5a5af2" providerId="LiveId" clId="{2DD8B764-42DE-4AED-A006-CC7590E94849}" dt="2021-11-24T13:23:45.264" v="478" actId="478"/>
          <ac:picMkLst>
            <pc:docMk/>
            <pc:sldMk cId="2023084486" sldId="268"/>
            <ac:picMk id="3" creationId="{5B81F3D3-030E-4E8D-86EA-079D6FB1501A}"/>
          </ac:picMkLst>
        </pc:picChg>
      </pc:sldChg>
      <pc:sldChg chg="addSp delSp modSp add mod">
        <pc:chgData name="Harendra Bikram Shah" userId="a00731c20e5a5af2" providerId="LiveId" clId="{2DD8B764-42DE-4AED-A006-CC7590E94849}" dt="2021-11-24T13:38:59.421" v="587" actId="14100"/>
        <pc:sldMkLst>
          <pc:docMk/>
          <pc:sldMk cId="887405887" sldId="269"/>
        </pc:sldMkLst>
        <pc:spChg chg="del mod">
          <ac:chgData name="Harendra Bikram Shah" userId="a00731c20e5a5af2" providerId="LiveId" clId="{2DD8B764-42DE-4AED-A006-CC7590E94849}" dt="2021-11-24T13:36:21.261" v="559" actId="478"/>
          <ac:spMkLst>
            <pc:docMk/>
            <pc:sldMk cId="887405887" sldId="269"/>
            <ac:spMk id="4" creationId="{02EA36D6-FAFC-4538-BE71-958F7DF06220}"/>
          </ac:spMkLst>
        </pc:spChg>
        <pc:spChg chg="mod">
          <ac:chgData name="Harendra Bikram Shah" userId="a00731c20e5a5af2" providerId="LiveId" clId="{2DD8B764-42DE-4AED-A006-CC7590E94849}" dt="2021-11-24T13:29:19.178" v="555" actId="20577"/>
          <ac:spMkLst>
            <pc:docMk/>
            <pc:sldMk cId="887405887" sldId="269"/>
            <ac:spMk id="5" creationId="{43FD8334-04DE-434C-A743-D824B25CC498}"/>
          </ac:spMkLst>
        </pc:spChg>
        <pc:picChg chg="add mod">
          <ac:chgData name="Harendra Bikram Shah" userId="a00731c20e5a5af2" providerId="LiveId" clId="{2DD8B764-42DE-4AED-A006-CC7590E94849}" dt="2021-11-24T13:38:59.421" v="587" actId="14100"/>
          <ac:picMkLst>
            <pc:docMk/>
            <pc:sldMk cId="887405887" sldId="269"/>
            <ac:picMk id="6" creationId="{07A5165D-4E28-4F4C-A060-0F622DB6E079}"/>
          </ac:picMkLst>
        </pc:picChg>
      </pc:sldChg>
      <pc:sldChg chg="addSp delSp modSp add mod">
        <pc:chgData name="Harendra Bikram Shah" userId="a00731c20e5a5af2" providerId="LiveId" clId="{2DD8B764-42DE-4AED-A006-CC7590E94849}" dt="2021-11-24T13:47:41.263" v="891" actId="113"/>
        <pc:sldMkLst>
          <pc:docMk/>
          <pc:sldMk cId="1703160906" sldId="270"/>
        </pc:sldMkLst>
        <pc:spChg chg="add mod">
          <ac:chgData name="Harendra Bikram Shah" userId="a00731c20e5a5af2" providerId="LiveId" clId="{2DD8B764-42DE-4AED-A006-CC7590E94849}" dt="2021-11-24T13:47:41.263" v="891" actId="113"/>
          <ac:spMkLst>
            <pc:docMk/>
            <pc:sldMk cId="1703160906" sldId="270"/>
            <ac:spMk id="4" creationId="{CBE6E7DA-0097-462B-B8DF-BED7040E99CB}"/>
          </ac:spMkLst>
        </pc:spChg>
        <pc:picChg chg="del">
          <ac:chgData name="Harendra Bikram Shah" userId="a00731c20e5a5af2" providerId="LiveId" clId="{2DD8B764-42DE-4AED-A006-CC7590E94849}" dt="2021-11-24T13:36:46.293" v="571" actId="478"/>
          <ac:picMkLst>
            <pc:docMk/>
            <pc:sldMk cId="1703160906" sldId="270"/>
            <ac:picMk id="6" creationId="{07A5165D-4E28-4F4C-A060-0F622DB6E079}"/>
          </ac:picMkLst>
        </pc:picChg>
      </pc:sldChg>
      <pc:sldChg chg="addSp delSp modSp add mod">
        <pc:chgData name="Harendra Bikram Shah" userId="a00731c20e5a5af2" providerId="LiveId" clId="{2DD8B764-42DE-4AED-A006-CC7590E94849}" dt="2021-11-24T13:50:00.303" v="940" actId="14100"/>
        <pc:sldMkLst>
          <pc:docMk/>
          <pc:sldMk cId="4202554588" sldId="271"/>
        </pc:sldMkLst>
        <pc:spChg chg="add del mod">
          <ac:chgData name="Harendra Bikram Shah" userId="a00731c20e5a5af2" providerId="LiveId" clId="{2DD8B764-42DE-4AED-A006-CC7590E94849}" dt="2021-11-24T13:49:52.897" v="936" actId="478"/>
          <ac:spMkLst>
            <pc:docMk/>
            <pc:sldMk cId="4202554588" sldId="271"/>
            <ac:spMk id="3" creationId="{A37C2F57-9620-4EA7-99CA-832F3D7E951F}"/>
          </ac:spMkLst>
        </pc:spChg>
        <pc:spChg chg="mod">
          <ac:chgData name="Harendra Bikram Shah" userId="a00731c20e5a5af2" providerId="LiveId" clId="{2DD8B764-42DE-4AED-A006-CC7590E94849}" dt="2021-11-24T13:48:02.304" v="894" actId="5793"/>
          <ac:spMkLst>
            <pc:docMk/>
            <pc:sldMk cId="4202554588" sldId="271"/>
            <ac:spMk id="4" creationId="{CBE6E7DA-0097-462B-B8DF-BED7040E99CB}"/>
          </ac:spMkLst>
        </pc:spChg>
        <pc:spChg chg="del mod">
          <ac:chgData name="Harendra Bikram Shah" userId="a00731c20e5a5af2" providerId="LiveId" clId="{2DD8B764-42DE-4AED-A006-CC7590E94849}" dt="2021-11-24T13:49:48.754" v="935" actId="478"/>
          <ac:spMkLst>
            <pc:docMk/>
            <pc:sldMk cId="4202554588" sldId="271"/>
            <ac:spMk id="5" creationId="{43FD8334-04DE-434C-A743-D824B25CC498}"/>
          </ac:spMkLst>
        </pc:spChg>
        <pc:picChg chg="add mod">
          <ac:chgData name="Harendra Bikram Shah" userId="a00731c20e5a5af2" providerId="LiveId" clId="{2DD8B764-42DE-4AED-A006-CC7590E94849}" dt="2021-11-24T13:50:00.303" v="940" actId="14100"/>
          <ac:picMkLst>
            <pc:docMk/>
            <pc:sldMk cId="4202554588" sldId="271"/>
            <ac:picMk id="6" creationId="{0D79CE1E-0E9D-43FA-BCC0-2831D1350504}"/>
          </ac:picMkLst>
        </pc:picChg>
      </pc:sldChg>
      <pc:sldChg chg="modSp new mod">
        <pc:chgData name="Harendra Bikram Shah" userId="a00731c20e5a5af2" providerId="LiveId" clId="{2DD8B764-42DE-4AED-A006-CC7590E94849}" dt="2021-11-27T07:52:52.344" v="1361" actId="113"/>
        <pc:sldMkLst>
          <pc:docMk/>
          <pc:sldMk cId="1705765050" sldId="272"/>
        </pc:sldMkLst>
        <pc:spChg chg="mod">
          <ac:chgData name="Harendra Bikram Shah" userId="a00731c20e5a5af2" providerId="LiveId" clId="{2DD8B764-42DE-4AED-A006-CC7590E94849}" dt="2021-11-27T07:52:52.344" v="1361" actId="113"/>
          <ac:spMkLst>
            <pc:docMk/>
            <pc:sldMk cId="1705765050" sldId="272"/>
            <ac:spMk id="2" creationId="{02093FC2-F883-460B-93E6-26A475272BE1}"/>
          </ac:spMkLst>
        </pc:spChg>
        <pc:spChg chg="mod">
          <ac:chgData name="Harendra Bikram Shah" userId="a00731c20e5a5af2" providerId="LiveId" clId="{2DD8B764-42DE-4AED-A006-CC7590E94849}" dt="2021-11-24T13:52:19.550" v="1121" actId="14100"/>
          <ac:spMkLst>
            <pc:docMk/>
            <pc:sldMk cId="1705765050" sldId="272"/>
            <ac:spMk id="3" creationId="{006A701A-A054-44F4-A0D7-4B82313885C5}"/>
          </ac:spMkLst>
        </pc:spChg>
      </pc:sldChg>
      <pc:sldChg chg="addSp delSp modSp add mod">
        <pc:chgData name="Harendra Bikram Shah" userId="a00731c20e5a5af2" providerId="LiveId" clId="{2DD8B764-42DE-4AED-A006-CC7590E94849}" dt="2021-11-24T13:55:12.704" v="1207" actId="1076"/>
        <pc:sldMkLst>
          <pc:docMk/>
          <pc:sldMk cId="2792775090" sldId="273"/>
        </pc:sldMkLst>
        <pc:spChg chg="mod">
          <ac:chgData name="Harendra Bikram Shah" userId="a00731c20e5a5af2" providerId="LiveId" clId="{2DD8B764-42DE-4AED-A006-CC7590E94849}" dt="2021-11-24T13:55:05.186" v="1206" actId="14100"/>
          <ac:spMkLst>
            <pc:docMk/>
            <pc:sldMk cId="2792775090" sldId="273"/>
            <ac:spMk id="2" creationId="{02093FC2-F883-460B-93E6-26A475272BE1}"/>
          </ac:spMkLst>
        </pc:spChg>
        <pc:spChg chg="del">
          <ac:chgData name="Harendra Bikram Shah" userId="a00731c20e5a5af2" providerId="LiveId" clId="{2DD8B764-42DE-4AED-A006-CC7590E94849}" dt="2021-11-24T13:53:42.083" v="1123" actId="478"/>
          <ac:spMkLst>
            <pc:docMk/>
            <pc:sldMk cId="2792775090" sldId="273"/>
            <ac:spMk id="3" creationId="{006A701A-A054-44F4-A0D7-4B82313885C5}"/>
          </ac:spMkLst>
        </pc:spChg>
        <pc:spChg chg="add del mod">
          <ac:chgData name="Harendra Bikram Shah" userId="a00731c20e5a5af2" providerId="LiveId" clId="{2DD8B764-42DE-4AED-A006-CC7590E94849}" dt="2021-11-24T13:53:43.587" v="1124" actId="478"/>
          <ac:spMkLst>
            <pc:docMk/>
            <pc:sldMk cId="2792775090" sldId="273"/>
            <ac:spMk id="5" creationId="{54990464-66AB-423B-9A73-3DFC73C1B460}"/>
          </ac:spMkLst>
        </pc:spChg>
        <pc:graphicFrameChg chg="add mod modGraphic">
          <ac:chgData name="Harendra Bikram Shah" userId="a00731c20e5a5af2" providerId="LiveId" clId="{2DD8B764-42DE-4AED-A006-CC7590E94849}" dt="2021-11-24T13:55:12.704" v="1207" actId="1076"/>
          <ac:graphicFrameMkLst>
            <pc:docMk/>
            <pc:sldMk cId="2792775090" sldId="273"/>
            <ac:graphicFrameMk id="6" creationId="{50E5DF88-250D-4487-B5AB-F3EC1F3422F1}"/>
          </ac:graphicFrameMkLst>
        </pc:graphicFrameChg>
      </pc:sldChg>
      <pc:sldChg chg="addSp delSp modSp add mod">
        <pc:chgData name="Harendra Bikram Shah" userId="a00731c20e5a5af2" providerId="LiveId" clId="{2DD8B764-42DE-4AED-A006-CC7590E94849}" dt="2021-11-24T14:37:09.180" v="1263" actId="1076"/>
        <pc:sldMkLst>
          <pc:docMk/>
          <pc:sldMk cId="2220909927" sldId="274"/>
        </pc:sldMkLst>
        <pc:spChg chg="add del mod">
          <ac:chgData name="Harendra Bikram Shah" userId="a00731c20e5a5af2" providerId="LiveId" clId="{2DD8B764-42DE-4AED-A006-CC7590E94849}" dt="2021-11-24T14:22:25.760" v="1210" actId="478"/>
          <ac:spMkLst>
            <pc:docMk/>
            <pc:sldMk cId="2220909927" sldId="274"/>
            <ac:spMk id="3" creationId="{F64A1A8C-42B9-41CC-A3EB-E3470E559AAC}"/>
          </ac:spMkLst>
        </pc:spChg>
        <pc:spChg chg="del">
          <ac:chgData name="Harendra Bikram Shah" userId="a00731c20e5a5af2" providerId="LiveId" clId="{2DD8B764-42DE-4AED-A006-CC7590E94849}" dt="2021-11-24T14:22:23.268" v="1209" actId="478"/>
          <ac:spMkLst>
            <pc:docMk/>
            <pc:sldMk cId="2220909927" sldId="274"/>
            <ac:spMk id="4" creationId="{CBE6E7DA-0097-462B-B8DF-BED7040E99CB}"/>
          </ac:spMkLst>
        </pc:spChg>
        <pc:spChg chg="mod">
          <ac:chgData name="Harendra Bikram Shah" userId="a00731c20e5a5af2" providerId="LiveId" clId="{2DD8B764-42DE-4AED-A006-CC7590E94849}" dt="2021-11-24T14:22:33.020" v="1227" actId="20577"/>
          <ac:spMkLst>
            <pc:docMk/>
            <pc:sldMk cId="2220909927" sldId="274"/>
            <ac:spMk id="5" creationId="{43FD8334-04DE-434C-A743-D824B25CC498}"/>
          </ac:spMkLst>
        </pc:spChg>
        <pc:picChg chg="add del mod">
          <ac:chgData name="Harendra Bikram Shah" userId="a00731c20e5a5af2" providerId="LiveId" clId="{2DD8B764-42DE-4AED-A006-CC7590E94849}" dt="2021-11-24T14:36:00.519" v="1259" actId="478"/>
          <ac:picMkLst>
            <pc:docMk/>
            <pc:sldMk cId="2220909927" sldId="274"/>
            <ac:picMk id="7" creationId="{24C45678-80FE-4BD7-8DEF-E06FA008A8FF}"/>
          </ac:picMkLst>
        </pc:picChg>
        <pc:picChg chg="add mod">
          <ac:chgData name="Harendra Bikram Shah" userId="a00731c20e5a5af2" providerId="LiveId" clId="{2DD8B764-42DE-4AED-A006-CC7590E94849}" dt="2021-11-24T14:37:09.180" v="1263" actId="1076"/>
          <ac:picMkLst>
            <pc:docMk/>
            <pc:sldMk cId="2220909927" sldId="274"/>
            <ac:picMk id="9" creationId="{747513F5-24F9-4408-9FC1-0E9014501E09}"/>
          </ac:picMkLst>
        </pc:picChg>
      </pc:sldChg>
      <pc:sldChg chg="modSp new mod">
        <pc:chgData name="Harendra Bikram Shah" userId="a00731c20e5a5af2" providerId="LiveId" clId="{2DD8B764-42DE-4AED-A006-CC7590E94849}" dt="2021-11-24T17:20:00.366" v="1340" actId="14100"/>
        <pc:sldMkLst>
          <pc:docMk/>
          <pc:sldMk cId="853445608" sldId="275"/>
        </pc:sldMkLst>
        <pc:spChg chg="mod">
          <ac:chgData name="Harendra Bikram Shah" userId="a00731c20e5a5af2" providerId="LiveId" clId="{2DD8B764-42DE-4AED-A006-CC7590E94849}" dt="2021-11-24T14:27:24.729" v="1257" actId="1076"/>
          <ac:spMkLst>
            <pc:docMk/>
            <pc:sldMk cId="853445608" sldId="275"/>
            <ac:spMk id="2" creationId="{DD27F484-3B3C-4D82-BC08-AD3B45F08EE3}"/>
          </ac:spMkLst>
        </pc:spChg>
        <pc:spChg chg="mod">
          <ac:chgData name="Harendra Bikram Shah" userId="a00731c20e5a5af2" providerId="LiveId" clId="{2DD8B764-42DE-4AED-A006-CC7590E94849}" dt="2021-11-24T17:20:00.366" v="1340" actId="14100"/>
          <ac:spMkLst>
            <pc:docMk/>
            <pc:sldMk cId="853445608" sldId="275"/>
            <ac:spMk id="3" creationId="{8739D5D3-8B2E-44DE-B764-E924B446F624}"/>
          </ac:spMkLst>
        </pc:spChg>
      </pc:sldChg>
      <pc:sldChg chg="modSp add mod">
        <pc:chgData name="Harendra Bikram Shah" userId="a00731c20e5a5af2" providerId="LiveId" clId="{2DD8B764-42DE-4AED-A006-CC7590E94849}" dt="2021-11-27T08:01:21.022" v="1362" actId="14100"/>
        <pc:sldMkLst>
          <pc:docMk/>
          <pc:sldMk cId="3563969670" sldId="276"/>
        </pc:sldMkLst>
        <pc:spChg chg="mod">
          <ac:chgData name="Harendra Bikram Shah" userId="a00731c20e5a5af2" providerId="LiveId" clId="{2DD8B764-42DE-4AED-A006-CC7590E94849}" dt="2021-11-24T14:43:29.898" v="1314" actId="14100"/>
          <ac:spMkLst>
            <pc:docMk/>
            <pc:sldMk cId="3563969670" sldId="276"/>
            <ac:spMk id="2" creationId="{DD27F484-3B3C-4D82-BC08-AD3B45F08EE3}"/>
          </ac:spMkLst>
        </pc:spChg>
        <pc:spChg chg="mod">
          <ac:chgData name="Harendra Bikram Shah" userId="a00731c20e5a5af2" providerId="LiveId" clId="{2DD8B764-42DE-4AED-A006-CC7590E94849}" dt="2021-11-27T08:01:21.022" v="1362" actId="14100"/>
          <ac:spMkLst>
            <pc:docMk/>
            <pc:sldMk cId="3563969670" sldId="276"/>
            <ac:spMk id="3" creationId="{8739D5D3-8B2E-44DE-B764-E924B446F624}"/>
          </ac:spMkLst>
        </pc:spChg>
      </pc:sldChg>
      <pc:sldMasterChg chg="addSldLayout">
        <pc:chgData name="Harendra Bikram Shah" userId="a00731c20e5a5af2" providerId="LiveId" clId="{2DD8B764-42DE-4AED-A006-CC7590E94849}" dt="2021-11-24T03:43:20.531" v="0" actId="680"/>
        <pc:sldMasterMkLst>
          <pc:docMk/>
          <pc:sldMasterMk cId="4180317480" sldId="2147483648"/>
        </pc:sldMasterMkLst>
        <pc:sldLayoutChg chg="add">
          <pc:chgData name="Harendra Bikram Shah" userId="a00731c20e5a5af2" providerId="LiveId" clId="{2DD8B764-42DE-4AED-A006-CC7590E94849}" dt="2021-11-24T03:43:20.531" v="0" actId="680"/>
          <pc:sldLayoutMkLst>
            <pc:docMk/>
            <pc:sldMasterMk cId="4180317480" sldId="2147483648"/>
            <pc:sldLayoutMk cId="60588247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5DBE-E42A-4C99-89DC-64DE122F2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3093A-538C-40FA-ADEA-91641365B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88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31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FFDA-CBD9-4C8A-B2A9-DE5E7AF94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9047"/>
            <a:ext cx="12192000" cy="1248738"/>
          </a:xfrm>
        </p:spPr>
        <p:txBody>
          <a:bodyPr/>
          <a:lstStyle/>
          <a:p>
            <a:r>
              <a:rPr lang="en-GB" sz="4000" b="1" dirty="0"/>
              <a:t>Unit 1</a:t>
            </a:r>
            <a:br>
              <a:rPr lang="en-GB" sz="4000" b="1" dirty="0"/>
            </a:br>
            <a:r>
              <a:rPr lang="en-GB" sz="4000" b="1" dirty="0"/>
              <a:t>Introduction [6hrs]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8B402-9CFC-4546-8ECC-D0EC54B37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89483"/>
            <a:ext cx="9144000" cy="2387600"/>
          </a:xfrm>
        </p:spPr>
        <p:txBody>
          <a:bodyPr/>
          <a:lstStyle/>
          <a:p>
            <a:pPr algn="l"/>
            <a:r>
              <a:rPr lang="en-GB" dirty="0"/>
              <a:t>Presented by </a:t>
            </a:r>
          </a:p>
          <a:p>
            <a:r>
              <a:rPr lang="en-GB" b="1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b="1" dirty="0">
                <a:solidFill>
                  <a:srgbClr val="FF0000"/>
                </a:solidFill>
              </a:rPr>
              <a:t>Lecturer</a:t>
            </a:r>
          </a:p>
          <a:p>
            <a:r>
              <a:rPr lang="en-GB" b="1" dirty="0">
                <a:solidFill>
                  <a:srgbClr val="0070C0"/>
                </a:solidFill>
              </a:rPr>
              <a:t>Department of Computer Engineering</a:t>
            </a:r>
          </a:p>
          <a:p>
            <a:r>
              <a:rPr lang="en-GB" b="1" dirty="0">
                <a:solidFill>
                  <a:srgbClr val="0070C0"/>
                </a:solidFill>
              </a:rPr>
              <a:t>NAST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7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7" y="148002"/>
            <a:ext cx="9144000" cy="946280"/>
          </a:xfrm>
        </p:spPr>
        <p:txBody>
          <a:bodyPr/>
          <a:lstStyle/>
          <a:p>
            <a:r>
              <a:rPr lang="en-GB" dirty="0"/>
              <a:t>OUTLINES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2309F-B9FC-4696-BB4E-8851B41D0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2982"/>
            <a:ext cx="9144000" cy="201927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Introduction to Cloud and Cloud Computing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History of Cloud Computing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Different Cloud Models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Benefits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51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7" y="148002"/>
            <a:ext cx="9144000" cy="946280"/>
          </a:xfrm>
        </p:spPr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CAFC1-B698-4867-8955-A9DB5EF99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48" y="3153033"/>
            <a:ext cx="7449590" cy="30103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4035BD7C-3AB5-4096-96F8-0E0E1636D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794" y="1409726"/>
            <a:ext cx="11360307" cy="2019274"/>
          </a:xfrm>
        </p:spPr>
        <p:txBody>
          <a:bodyPr/>
          <a:lstStyle/>
          <a:p>
            <a:pPr algn="l"/>
            <a:r>
              <a:rPr lang="en-GB" dirty="0"/>
              <a:t>What is Cloud?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The term Cloud refers to a Network or Internet. In other words, we can say that Cloud is something, which is present at remote location.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059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7" y="148002"/>
            <a:ext cx="9144000" cy="946280"/>
          </a:xfrm>
        </p:spPr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9FC00B-7936-408C-AE7A-BBFC992B1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24" y="1094282"/>
            <a:ext cx="9673653" cy="550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7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7" y="148002"/>
            <a:ext cx="9144000" cy="946280"/>
          </a:xfrm>
        </p:spPr>
        <p:txBody>
          <a:bodyPr/>
          <a:lstStyle/>
          <a:p>
            <a:r>
              <a:rPr lang="en-GB" dirty="0"/>
              <a:t>History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47338-43AC-44BD-8F63-362CEF50D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1" y="945988"/>
            <a:ext cx="10178322" cy="548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05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7" y="148002"/>
            <a:ext cx="9144000" cy="946280"/>
          </a:xfrm>
        </p:spPr>
        <p:txBody>
          <a:bodyPr/>
          <a:lstStyle/>
          <a:p>
            <a:r>
              <a:rPr lang="en-GB" dirty="0"/>
              <a:t> cloud Models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F2979-DD6D-4261-BBC0-B217D1FEA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91" y="899410"/>
            <a:ext cx="10088379" cy="542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87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6" y="148002"/>
            <a:ext cx="10453141" cy="946280"/>
          </a:xfrm>
        </p:spPr>
        <p:txBody>
          <a:bodyPr/>
          <a:lstStyle/>
          <a:p>
            <a:r>
              <a:rPr lang="en-GB" b="1" dirty="0"/>
              <a:t> Cloud Models based on Service 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2B09-3A97-4A76-B025-A6A4600E5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672" y="1733313"/>
            <a:ext cx="7974767" cy="475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7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7845"/>
            <a:ext cx="9144000" cy="916299"/>
          </a:xfrm>
        </p:spPr>
        <p:txBody>
          <a:bodyPr/>
          <a:lstStyle/>
          <a:p>
            <a:r>
              <a:rPr lang="en-GB" b="1" dirty="0"/>
              <a:t>IAAS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DC8B0-1CF2-41CB-A2A4-1B4A10297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06" y="1148647"/>
            <a:ext cx="8545194" cy="53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0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7845"/>
            <a:ext cx="9144000" cy="916299"/>
          </a:xfrm>
        </p:spPr>
        <p:txBody>
          <a:bodyPr/>
          <a:lstStyle/>
          <a:p>
            <a:r>
              <a:rPr lang="en-GB" b="1" dirty="0"/>
              <a:t>PAAS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63DF1-F99F-4F03-9166-05F83C661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89408"/>
            <a:ext cx="8984105" cy="441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03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7845"/>
            <a:ext cx="9144000" cy="916299"/>
          </a:xfrm>
        </p:spPr>
        <p:txBody>
          <a:bodyPr/>
          <a:lstStyle/>
          <a:p>
            <a:r>
              <a:rPr lang="en-GB" b="1" dirty="0"/>
              <a:t>SAAS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F7ECB-D1BD-483D-B982-709C1ED03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1304143"/>
            <a:ext cx="8191500" cy="510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8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022"/>
            <a:ext cx="9144000" cy="841348"/>
          </a:xfrm>
        </p:spPr>
        <p:txBody>
          <a:bodyPr/>
          <a:lstStyle/>
          <a:p>
            <a:r>
              <a:rPr lang="en-GB" b="1" dirty="0"/>
              <a:t>Benefits</a:t>
            </a:r>
            <a:endParaRPr lang="en-IN" b="1" dirty="0"/>
          </a:p>
        </p:txBody>
      </p:sp>
      <p:pic>
        <p:nvPicPr>
          <p:cNvPr id="4" name="Picture 3" descr="Advantages of Cloud Computing">
            <a:extLst>
              <a:ext uri="{FF2B5EF4-FFF2-40B4-BE49-F238E27FC236}">
                <a16:creationId xmlns:a16="http://schemas.microsoft.com/office/drawing/2014/main" id="{7155643F-5053-4A48-8A00-3EEA6F6B5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931" y="1214202"/>
            <a:ext cx="8934138" cy="5336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0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022"/>
            <a:ext cx="9144000" cy="841348"/>
          </a:xfrm>
        </p:spPr>
        <p:txBody>
          <a:bodyPr/>
          <a:lstStyle/>
          <a:p>
            <a:r>
              <a:rPr lang="en-GB" b="1" dirty="0"/>
              <a:t>Disadvantages</a:t>
            </a:r>
            <a:endParaRPr lang="en-IN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EA36D6-FAFC-4538-BE71-958F7DF06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2981"/>
            <a:ext cx="9144000" cy="3443340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Internet Connectivity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Vendor lock-in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Limited Control</a:t>
            </a:r>
            <a:endParaRPr lang="en-IN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Security and Privacy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arenR"/>
            </a:pPr>
            <a:r>
              <a:rPr lang="en-IN" b="1" dirty="0"/>
              <a:t>Cost concerns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8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022"/>
            <a:ext cx="9144000" cy="841348"/>
          </a:xfrm>
        </p:spPr>
        <p:txBody>
          <a:bodyPr/>
          <a:lstStyle/>
          <a:p>
            <a:r>
              <a:rPr lang="en-GB" b="1" dirty="0"/>
              <a:t>Applications</a:t>
            </a:r>
            <a:endParaRPr lang="en-IN" b="1" dirty="0"/>
          </a:p>
        </p:txBody>
      </p:sp>
      <p:pic>
        <p:nvPicPr>
          <p:cNvPr id="6" name="Picture 5" descr="Cloud Computing Applications">
            <a:extLst>
              <a:ext uri="{FF2B5EF4-FFF2-40B4-BE49-F238E27FC236}">
                <a16:creationId xmlns:a16="http://schemas.microsoft.com/office/drawing/2014/main" id="{07A5165D-4E28-4F4C-A060-0F622DB6E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769" y="959369"/>
            <a:ext cx="8935231" cy="5175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405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022"/>
            <a:ext cx="9144000" cy="841348"/>
          </a:xfrm>
        </p:spPr>
        <p:txBody>
          <a:bodyPr/>
          <a:lstStyle/>
          <a:p>
            <a:r>
              <a:rPr lang="en-GB" b="1" dirty="0"/>
              <a:t>Applications</a:t>
            </a:r>
            <a:endParaRPr lang="en-IN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E6E7DA-0097-462B-B8DF-BED7040E9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8463"/>
            <a:ext cx="9144000" cy="5032298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 Applications : Examples: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Moo, Vistaprint, Adobe creative Cloud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Applications: Examples: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PayPal, Salesforce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Storage and Backup Applications : Examples: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Google G suite, Box.Com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Education Applications: Examples: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Google Apps for Education, AWS in Education</a:t>
            </a:r>
            <a:endParaRPr lang="en-IN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Entertainment Applications: Example: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Games , video Conferencing Apps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Management Applications: Examples: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GoToMeeting, outright, Evernote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Applications: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Facebook, YouTube, Instagram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16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022"/>
            <a:ext cx="9144000" cy="841348"/>
          </a:xfrm>
        </p:spPr>
        <p:txBody>
          <a:bodyPr/>
          <a:lstStyle/>
          <a:p>
            <a:r>
              <a:rPr lang="en-GB" b="1" dirty="0"/>
              <a:t>Characteristics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513F5-24F9-4408-9FC1-0E9014501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80" y="1152290"/>
            <a:ext cx="8079699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09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BE6E7DA-0097-462B-B8DF-BED7040E9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8463"/>
            <a:ext cx="9144000" cy="5032298"/>
          </a:xfrm>
        </p:spPr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Cloud Computing Architecture">
            <a:extLst>
              <a:ext uri="{FF2B5EF4-FFF2-40B4-BE49-F238E27FC236}">
                <a16:creationId xmlns:a16="http://schemas.microsoft.com/office/drawing/2014/main" id="{0D79CE1E-0E9D-43FA-BCC0-2831D1350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52" y="397239"/>
            <a:ext cx="10298243" cy="630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2554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3FC2-F883-460B-93E6-26A475272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541" y="148002"/>
            <a:ext cx="10792918" cy="1021231"/>
          </a:xfrm>
        </p:spPr>
        <p:txBody>
          <a:bodyPr/>
          <a:lstStyle/>
          <a:p>
            <a:r>
              <a:rPr lang="en-GB" sz="5400" b="1" dirty="0"/>
              <a:t>Components of Cloud Computing</a:t>
            </a:r>
            <a:endParaRPr lang="en-IN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A701A-A054-44F4-A0D7-4B8231388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4223" y="1428464"/>
            <a:ext cx="10308236" cy="4597582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Client Infrastructure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Application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Service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Run time Cloud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Storage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Security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Infrastructure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Management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 Internet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765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3FC2-F883-460B-93E6-26A475272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541" y="148003"/>
            <a:ext cx="10792918" cy="706436"/>
          </a:xfrm>
        </p:spPr>
        <p:txBody>
          <a:bodyPr/>
          <a:lstStyle/>
          <a:p>
            <a:r>
              <a:rPr lang="en-GB" sz="3200" b="1" dirty="0"/>
              <a:t>Differences between Cloud computing and Grid Computing</a:t>
            </a:r>
            <a:endParaRPr lang="en-IN" sz="3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E5DF88-250D-4487-B5AB-F3EC1F342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033177"/>
              </p:ext>
            </p:extLst>
          </p:nvPr>
        </p:nvGraphicFramePr>
        <p:xfrm>
          <a:off x="457199" y="974361"/>
          <a:ext cx="11277602" cy="5413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8801">
                  <a:extLst>
                    <a:ext uri="{9D8B030D-6E8A-4147-A177-3AD203B41FA5}">
                      <a16:colId xmlns:a16="http://schemas.microsoft.com/office/drawing/2014/main" val="175015888"/>
                    </a:ext>
                  </a:extLst>
                </a:gridCol>
                <a:gridCol w="5638801">
                  <a:extLst>
                    <a:ext uri="{9D8B030D-6E8A-4147-A177-3AD203B41FA5}">
                      <a16:colId xmlns:a16="http://schemas.microsoft.com/office/drawing/2014/main" val="858519319"/>
                    </a:ext>
                  </a:extLst>
                </a:gridCol>
              </a:tblGrid>
              <a:tr h="4676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Cloud Computing</a:t>
                      </a:r>
                    </a:p>
                  </a:txBody>
                  <a:tcPr marL="111193" marR="111193" marT="111193" marB="11119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Grid Computing</a:t>
                      </a:r>
                    </a:p>
                  </a:txBody>
                  <a:tcPr marL="111193" marR="111193" marT="111193" marB="111193"/>
                </a:tc>
                <a:extLst>
                  <a:ext uri="{0D108BD9-81ED-4DB2-BD59-A6C34878D82A}">
                    <a16:rowId xmlns:a16="http://schemas.microsoft.com/office/drawing/2014/main" val="2481934016"/>
                  </a:ext>
                </a:extLst>
              </a:tr>
              <a:tr h="67164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Cloud Computing follows client-server computing architecture.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Grid computing follows a distributed computing architecture.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2766835273"/>
                  </a:ext>
                </a:extLst>
              </a:tr>
              <a:tr h="39870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Scalability is high.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Scalability is normal.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1417625816"/>
                  </a:ext>
                </a:extLst>
              </a:tr>
              <a:tr h="59192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Cloud Computing is more flexible than grid computing.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Grid Computing is less flexible than cloud computing.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2559765316"/>
                  </a:ext>
                </a:extLst>
              </a:tr>
              <a:tr h="59192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Cloud operates as a centralized management system.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Grid operates as a decentralized management system.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3571247815"/>
                  </a:ext>
                </a:extLst>
              </a:tr>
              <a:tr h="67164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In cloud computing, cloud servers are owned by infrastructure providers.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In Grid computing, grids are owned and managed by the organization.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852931708"/>
                  </a:ext>
                </a:extLst>
              </a:tr>
              <a:tr h="8324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Cloud computing uses services like Iaas, PaaS, and SaaS.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Grid computing uses systems like distributed computing, distributed information, and distributed pervasive.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4101733425"/>
                  </a:ext>
                </a:extLst>
              </a:tr>
              <a:tr h="39870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Cloud Computing is Service-oriented.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Grid Computing is Application-oriented.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1310588417"/>
                  </a:ext>
                </a:extLst>
              </a:tr>
              <a:tr h="59192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/>
                        <a:t>It is accessible through standard web protocols.</a:t>
                      </a:r>
                    </a:p>
                  </a:txBody>
                  <a:tcPr marL="74128" marR="74128" marT="74128" marB="7412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It is accessible through grid middleware.</a:t>
                      </a:r>
                    </a:p>
                  </a:txBody>
                  <a:tcPr marL="74128" marR="74128" marT="74128" marB="74128"/>
                </a:tc>
                <a:extLst>
                  <a:ext uri="{0D108BD9-81ED-4DB2-BD59-A6C34878D82A}">
                    <a16:rowId xmlns:a16="http://schemas.microsoft.com/office/drawing/2014/main" val="2239594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775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F484-3B3C-4D82-BC08-AD3B45F08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924"/>
            <a:ext cx="9144000" cy="1021230"/>
          </a:xfrm>
        </p:spPr>
        <p:txBody>
          <a:bodyPr/>
          <a:lstStyle/>
          <a:p>
            <a:r>
              <a:rPr lang="en-GB" dirty="0"/>
              <a:t>Ethical Issues in Cloud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9D5D3-8B2E-44DE-B764-E924B446F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54046"/>
            <a:ext cx="9144000" cy="1711185"/>
          </a:xfrm>
        </p:spPr>
        <p:txBody>
          <a:bodyPr/>
          <a:lstStyle/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control is relinquished to third party services</a:t>
            </a:r>
            <a:endParaRPr lang="en-IN" sz="1800" dirty="0">
              <a:solidFill>
                <a:srgbClr val="2125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is stored on multiple sites administered by several organizations</a:t>
            </a:r>
            <a:endParaRPr lang="en-IN" sz="1800" dirty="0">
              <a:solidFill>
                <a:srgbClr val="2125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services interoperate across the network.</a:t>
            </a:r>
            <a:endParaRPr lang="en-IN" sz="1800" dirty="0">
              <a:solidFill>
                <a:srgbClr val="2125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44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F484-3B3C-4D82-BC08-AD3B45F08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67924"/>
            <a:ext cx="10108367" cy="604273"/>
          </a:xfrm>
        </p:spPr>
        <p:txBody>
          <a:bodyPr/>
          <a:lstStyle/>
          <a:p>
            <a:r>
              <a:rPr lang="en-GB" sz="4000" b="1" dirty="0"/>
              <a:t>Vulnerabilities/Threat in Cloud Computing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9D5D3-8B2E-44DE-B764-E924B446F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527123"/>
            <a:ext cx="9144000" cy="268511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Misconfigured Cloud Storage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Loss or Theft of Intellectual Property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Loss of Control Over End-User Actions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Poor Access Management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Insecure APIs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969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3008326"/>
            <a:ext cx="9144000" cy="841348"/>
          </a:xfrm>
        </p:spPr>
        <p:txBody>
          <a:bodyPr/>
          <a:lstStyle/>
          <a:p>
            <a:r>
              <a:rPr lang="en-GB" b="1" dirty="0"/>
              <a:t>End of the UNIT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2493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412</Words>
  <Application>Microsoft Office PowerPoint</Application>
  <PresentationFormat>Widescreen</PresentationFormat>
  <Paragraphs>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Segoe UI</vt:lpstr>
      <vt:lpstr>Times New Roman</vt:lpstr>
      <vt:lpstr>Wingdings</vt:lpstr>
      <vt:lpstr>Office Theme</vt:lpstr>
      <vt:lpstr>Unit 1 Introduction [6hrs]</vt:lpstr>
      <vt:lpstr>OUTLINES</vt:lpstr>
      <vt:lpstr>Introduction</vt:lpstr>
      <vt:lpstr>Introduction</vt:lpstr>
      <vt:lpstr>History </vt:lpstr>
      <vt:lpstr> cloud Models </vt:lpstr>
      <vt:lpstr> Cloud Models based on Service </vt:lpstr>
      <vt:lpstr>IAAS</vt:lpstr>
      <vt:lpstr>PAAS</vt:lpstr>
      <vt:lpstr>SAAS</vt:lpstr>
      <vt:lpstr>Benefits</vt:lpstr>
      <vt:lpstr>Disadvantages</vt:lpstr>
      <vt:lpstr>Applications</vt:lpstr>
      <vt:lpstr>Applications</vt:lpstr>
      <vt:lpstr>Characteristics</vt:lpstr>
      <vt:lpstr>PowerPoint Presentation</vt:lpstr>
      <vt:lpstr>Components of Cloud Computing</vt:lpstr>
      <vt:lpstr>Differences between Cloud computing and Grid Computing</vt:lpstr>
      <vt:lpstr>Ethical Issues in Cloud</vt:lpstr>
      <vt:lpstr>Vulnerabilities/Threat in Cloud Computing</vt:lpstr>
      <vt:lpstr>End of the UNIT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Harendra Bikram Shah</dc:creator>
  <cp:lastModifiedBy>Harandra Bikram Shah</cp:lastModifiedBy>
  <cp:revision>5</cp:revision>
  <dcterms:created xsi:type="dcterms:W3CDTF">2021-11-24T03:43:18Z</dcterms:created>
  <dcterms:modified xsi:type="dcterms:W3CDTF">2024-04-18T16:24:56Z</dcterms:modified>
</cp:coreProperties>
</file>
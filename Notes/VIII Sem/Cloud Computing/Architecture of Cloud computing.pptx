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66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0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FCFD01-728D-41FB-9416-199CC2F3D97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691C4C-6978-4A2D-AA34-B6CFC6E6DE51}">
      <dgm:prSet custT="1"/>
      <dgm:spPr/>
      <dgm:t>
        <a:bodyPr/>
        <a:lstStyle/>
        <a:p>
          <a:pPr algn="ctr"/>
          <a:r>
            <a:rPr lang="en-US" sz="3600" dirty="0"/>
            <a:t>Cloud Computing Architecture</a:t>
          </a:r>
        </a:p>
      </dgm:t>
    </dgm:pt>
    <dgm:pt modelId="{EB453692-A41C-468F-9B13-0E4E47D12DD5}" type="parTrans" cxnId="{5B20B237-FA52-4A5F-851E-C118D77B6AEB}">
      <dgm:prSet/>
      <dgm:spPr/>
      <dgm:t>
        <a:bodyPr/>
        <a:lstStyle/>
        <a:p>
          <a:endParaRPr lang="en-US"/>
        </a:p>
      </dgm:t>
    </dgm:pt>
    <dgm:pt modelId="{BD2F5BB3-CDCD-4832-8A6E-26EB923C2F66}" type="sibTrans" cxnId="{5B20B237-FA52-4A5F-851E-C118D77B6AEB}">
      <dgm:prSet/>
      <dgm:spPr/>
      <dgm:t>
        <a:bodyPr/>
        <a:lstStyle/>
        <a:p>
          <a:endParaRPr lang="en-US"/>
        </a:p>
      </dgm:t>
    </dgm:pt>
    <dgm:pt modelId="{F14F899D-A848-46FF-9F60-3F565306B2A9}" type="pres">
      <dgm:prSet presAssocID="{8CFCFD01-728D-41FB-9416-199CC2F3D978}" presName="linear" presStyleCnt="0">
        <dgm:presLayoutVars>
          <dgm:animLvl val="lvl"/>
          <dgm:resizeHandles val="exact"/>
        </dgm:presLayoutVars>
      </dgm:prSet>
      <dgm:spPr/>
    </dgm:pt>
    <dgm:pt modelId="{7028607B-1992-41D7-8182-BD5A5044D48A}" type="pres">
      <dgm:prSet presAssocID="{82691C4C-6978-4A2D-AA34-B6CFC6E6DE51}" presName="parentText" presStyleLbl="node1" presStyleIdx="0" presStyleCnt="1" custLinFactNeighborY="-4813">
        <dgm:presLayoutVars>
          <dgm:chMax val="0"/>
          <dgm:bulletEnabled val="1"/>
        </dgm:presLayoutVars>
      </dgm:prSet>
      <dgm:spPr/>
    </dgm:pt>
  </dgm:ptLst>
  <dgm:cxnLst>
    <dgm:cxn modelId="{5B20B237-FA52-4A5F-851E-C118D77B6AEB}" srcId="{8CFCFD01-728D-41FB-9416-199CC2F3D978}" destId="{82691C4C-6978-4A2D-AA34-B6CFC6E6DE51}" srcOrd="0" destOrd="0" parTransId="{EB453692-A41C-468F-9B13-0E4E47D12DD5}" sibTransId="{BD2F5BB3-CDCD-4832-8A6E-26EB923C2F66}"/>
    <dgm:cxn modelId="{9E5C6947-257F-4BEE-B2A5-4C76A31FE655}" type="presOf" srcId="{8CFCFD01-728D-41FB-9416-199CC2F3D978}" destId="{F14F899D-A848-46FF-9F60-3F565306B2A9}" srcOrd="0" destOrd="0" presId="urn:microsoft.com/office/officeart/2005/8/layout/vList2"/>
    <dgm:cxn modelId="{71D34C96-67BF-414B-89C6-9D965FC5485D}" type="presOf" srcId="{82691C4C-6978-4A2D-AA34-B6CFC6E6DE51}" destId="{7028607B-1992-41D7-8182-BD5A5044D48A}" srcOrd="0" destOrd="0" presId="urn:microsoft.com/office/officeart/2005/8/layout/vList2"/>
    <dgm:cxn modelId="{B9C61B56-9C3C-4499-AE7D-C297758FF3A3}" type="presParOf" srcId="{F14F899D-A848-46FF-9F60-3F565306B2A9}" destId="{7028607B-1992-41D7-8182-BD5A5044D48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DC8020-A724-4160-A6C0-9D57C98AC45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B451F6-E3A5-43D3-846A-E2E0FEA7F13C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1. Introduction to Cloud </a:t>
          </a:r>
        </a:p>
      </dgm:t>
    </dgm:pt>
    <dgm:pt modelId="{3544985C-CC6E-46AB-B9D6-EA941916E6D1}" type="parTrans" cxnId="{9B77721E-60A6-40D1-BCBE-9AA4540F9C01}">
      <dgm:prSet/>
      <dgm:spPr/>
      <dgm:t>
        <a:bodyPr/>
        <a:lstStyle/>
        <a:p>
          <a:endParaRPr lang="en-US"/>
        </a:p>
      </dgm:t>
    </dgm:pt>
    <dgm:pt modelId="{3569F2C8-76CB-418F-9E88-745D10A7FAD4}" type="sibTrans" cxnId="{9B77721E-60A6-40D1-BCBE-9AA4540F9C01}">
      <dgm:prSet/>
      <dgm:spPr/>
      <dgm:t>
        <a:bodyPr/>
        <a:lstStyle/>
        <a:p>
          <a:endParaRPr lang="en-US"/>
        </a:p>
      </dgm:t>
    </dgm:pt>
    <dgm:pt modelId="{DF9C3AE7-36A5-4F96-B3AD-0AE3B2D4EA7B}">
      <dgm:prSet/>
      <dgm:spPr/>
      <dgm:t>
        <a:bodyPr/>
        <a:lstStyle/>
        <a:p>
          <a:r>
            <a:rPr lang="en-US">
              <a:solidFill>
                <a:schemeClr val="bg1"/>
              </a:solidFill>
            </a:rPr>
            <a:t>2. Introduction to Cloud Computing</a:t>
          </a:r>
        </a:p>
      </dgm:t>
    </dgm:pt>
    <dgm:pt modelId="{0E47838C-42BB-44C5-ACCE-17007D1B8203}" type="parTrans" cxnId="{B9BFD863-4441-405D-BF7D-F39D9D22B081}">
      <dgm:prSet/>
      <dgm:spPr/>
      <dgm:t>
        <a:bodyPr/>
        <a:lstStyle/>
        <a:p>
          <a:endParaRPr lang="en-US"/>
        </a:p>
      </dgm:t>
    </dgm:pt>
    <dgm:pt modelId="{B5F365AA-598E-4818-9913-DC9DC6A15632}" type="sibTrans" cxnId="{B9BFD863-4441-405D-BF7D-F39D9D22B081}">
      <dgm:prSet/>
      <dgm:spPr/>
      <dgm:t>
        <a:bodyPr/>
        <a:lstStyle/>
        <a:p>
          <a:endParaRPr lang="en-US"/>
        </a:p>
      </dgm:t>
    </dgm:pt>
    <dgm:pt modelId="{27BD5F0E-545C-4480-8E16-736C0A3C0504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3. Cloud Computing Architecture </a:t>
          </a:r>
        </a:p>
      </dgm:t>
    </dgm:pt>
    <dgm:pt modelId="{61B3A8DA-AA8C-466B-BC30-BC114FA182F1}" type="parTrans" cxnId="{F8498848-41DF-4563-A64E-A20E3887AB3A}">
      <dgm:prSet/>
      <dgm:spPr/>
      <dgm:t>
        <a:bodyPr/>
        <a:lstStyle/>
        <a:p>
          <a:endParaRPr lang="en-US"/>
        </a:p>
      </dgm:t>
    </dgm:pt>
    <dgm:pt modelId="{8854811E-6FF4-4E3E-B217-7A3532480F22}" type="sibTrans" cxnId="{F8498848-41DF-4563-A64E-A20E3887AB3A}">
      <dgm:prSet/>
      <dgm:spPr/>
      <dgm:t>
        <a:bodyPr/>
        <a:lstStyle/>
        <a:p>
          <a:endParaRPr lang="en-US"/>
        </a:p>
      </dgm:t>
    </dgm:pt>
    <dgm:pt modelId="{826AE5B9-3FE2-476A-9ECB-5D25EB3B3B51}">
      <dgm:prSet/>
      <dgm:spPr/>
      <dgm:t>
        <a:bodyPr/>
        <a:lstStyle/>
        <a:p>
          <a:r>
            <a:rPr lang="en-US">
              <a:solidFill>
                <a:schemeClr val="bg1"/>
              </a:solidFill>
            </a:rPr>
            <a:t>4. Components of Cloud Computing Architecture</a:t>
          </a:r>
        </a:p>
      </dgm:t>
    </dgm:pt>
    <dgm:pt modelId="{0E7F9150-DD3D-410F-ADCF-0D8EE03CF800}" type="parTrans" cxnId="{F36360CC-E954-45D5-9B91-C34C17687022}">
      <dgm:prSet/>
      <dgm:spPr/>
      <dgm:t>
        <a:bodyPr/>
        <a:lstStyle/>
        <a:p>
          <a:endParaRPr lang="en-US"/>
        </a:p>
      </dgm:t>
    </dgm:pt>
    <dgm:pt modelId="{04074D24-F876-40AA-B338-663146970192}" type="sibTrans" cxnId="{F36360CC-E954-45D5-9B91-C34C17687022}">
      <dgm:prSet/>
      <dgm:spPr/>
      <dgm:t>
        <a:bodyPr/>
        <a:lstStyle/>
        <a:p>
          <a:endParaRPr lang="en-US"/>
        </a:p>
      </dgm:t>
    </dgm:pt>
    <dgm:pt modelId="{E8731D48-8989-454B-B0BB-74F74C821E63}">
      <dgm:prSet/>
      <dgm:spPr/>
      <dgm:t>
        <a:bodyPr/>
        <a:lstStyle/>
        <a:p>
          <a:r>
            <a:rPr lang="en-US">
              <a:solidFill>
                <a:schemeClr val="bg1"/>
              </a:solidFill>
            </a:rPr>
            <a:t>5. Working Mechanism of Cloud Computing Architecture</a:t>
          </a:r>
        </a:p>
      </dgm:t>
    </dgm:pt>
    <dgm:pt modelId="{E19E992E-273C-4C5D-B234-48661D0EDE8E}" type="parTrans" cxnId="{7DADAE16-F70A-466D-A8C0-416DB4E96DA6}">
      <dgm:prSet/>
      <dgm:spPr/>
      <dgm:t>
        <a:bodyPr/>
        <a:lstStyle/>
        <a:p>
          <a:endParaRPr lang="en-US"/>
        </a:p>
      </dgm:t>
    </dgm:pt>
    <dgm:pt modelId="{7307AC50-A681-4084-9F5B-2092E3460CE2}" type="sibTrans" cxnId="{7DADAE16-F70A-466D-A8C0-416DB4E96DA6}">
      <dgm:prSet/>
      <dgm:spPr/>
      <dgm:t>
        <a:bodyPr/>
        <a:lstStyle/>
        <a:p>
          <a:endParaRPr lang="en-US"/>
        </a:p>
      </dgm:t>
    </dgm:pt>
    <dgm:pt modelId="{6B10CE39-B6E7-4A03-869D-46C89206C9F5}" type="pres">
      <dgm:prSet presAssocID="{1BDC8020-A724-4160-A6C0-9D57C98AC451}" presName="linear" presStyleCnt="0">
        <dgm:presLayoutVars>
          <dgm:animLvl val="lvl"/>
          <dgm:resizeHandles val="exact"/>
        </dgm:presLayoutVars>
      </dgm:prSet>
      <dgm:spPr/>
    </dgm:pt>
    <dgm:pt modelId="{C575CD88-600D-4CB5-9778-9132AB47D309}" type="pres">
      <dgm:prSet presAssocID="{98B451F6-E3A5-43D3-846A-E2E0FEA7F13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FD3A69A-8FCF-4754-A471-82471F420EC9}" type="pres">
      <dgm:prSet presAssocID="{3569F2C8-76CB-418F-9E88-745D10A7FAD4}" presName="spacer" presStyleCnt="0"/>
      <dgm:spPr/>
    </dgm:pt>
    <dgm:pt modelId="{10584386-E674-446B-8972-623D5F01E6D0}" type="pres">
      <dgm:prSet presAssocID="{DF9C3AE7-36A5-4F96-B3AD-0AE3B2D4EA7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C741ECC-AE9F-4370-B273-D39FBD4E1EC7}" type="pres">
      <dgm:prSet presAssocID="{B5F365AA-598E-4818-9913-DC9DC6A15632}" presName="spacer" presStyleCnt="0"/>
      <dgm:spPr/>
    </dgm:pt>
    <dgm:pt modelId="{C742D1E5-8359-47C3-83A6-6C6B8B64B991}" type="pres">
      <dgm:prSet presAssocID="{27BD5F0E-545C-4480-8E16-736C0A3C050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136891D-4698-426F-B707-D7AABCD068BC}" type="pres">
      <dgm:prSet presAssocID="{8854811E-6FF4-4E3E-B217-7A3532480F22}" presName="spacer" presStyleCnt="0"/>
      <dgm:spPr/>
    </dgm:pt>
    <dgm:pt modelId="{F624A52B-6567-463C-BA06-04089501AE01}" type="pres">
      <dgm:prSet presAssocID="{826AE5B9-3FE2-476A-9ECB-5D25EB3B3B5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31D689D-D7F0-408E-8595-12EC97F6CDFD}" type="pres">
      <dgm:prSet presAssocID="{04074D24-F876-40AA-B338-663146970192}" presName="spacer" presStyleCnt="0"/>
      <dgm:spPr/>
    </dgm:pt>
    <dgm:pt modelId="{7662CDA1-09CF-474D-AE74-60559D3CB055}" type="pres">
      <dgm:prSet presAssocID="{E8731D48-8989-454B-B0BB-74F74C821E6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DADAE16-F70A-466D-A8C0-416DB4E96DA6}" srcId="{1BDC8020-A724-4160-A6C0-9D57C98AC451}" destId="{E8731D48-8989-454B-B0BB-74F74C821E63}" srcOrd="4" destOrd="0" parTransId="{E19E992E-273C-4C5D-B234-48661D0EDE8E}" sibTransId="{7307AC50-A681-4084-9F5B-2092E3460CE2}"/>
    <dgm:cxn modelId="{61C4C216-5358-44CD-AE52-F14A4C8663AF}" type="presOf" srcId="{E8731D48-8989-454B-B0BB-74F74C821E63}" destId="{7662CDA1-09CF-474D-AE74-60559D3CB055}" srcOrd="0" destOrd="0" presId="urn:microsoft.com/office/officeart/2005/8/layout/vList2"/>
    <dgm:cxn modelId="{28F38B17-5D86-424F-A1D6-277C4AD817E0}" type="presOf" srcId="{27BD5F0E-545C-4480-8E16-736C0A3C0504}" destId="{C742D1E5-8359-47C3-83A6-6C6B8B64B991}" srcOrd="0" destOrd="0" presId="urn:microsoft.com/office/officeart/2005/8/layout/vList2"/>
    <dgm:cxn modelId="{9B77721E-60A6-40D1-BCBE-9AA4540F9C01}" srcId="{1BDC8020-A724-4160-A6C0-9D57C98AC451}" destId="{98B451F6-E3A5-43D3-846A-E2E0FEA7F13C}" srcOrd="0" destOrd="0" parTransId="{3544985C-CC6E-46AB-B9D6-EA941916E6D1}" sibTransId="{3569F2C8-76CB-418F-9E88-745D10A7FAD4}"/>
    <dgm:cxn modelId="{11A23163-CE44-40C6-8783-ABE8067DB699}" type="presOf" srcId="{98B451F6-E3A5-43D3-846A-E2E0FEA7F13C}" destId="{C575CD88-600D-4CB5-9778-9132AB47D309}" srcOrd="0" destOrd="0" presId="urn:microsoft.com/office/officeart/2005/8/layout/vList2"/>
    <dgm:cxn modelId="{B9BFD863-4441-405D-BF7D-F39D9D22B081}" srcId="{1BDC8020-A724-4160-A6C0-9D57C98AC451}" destId="{DF9C3AE7-36A5-4F96-B3AD-0AE3B2D4EA7B}" srcOrd="1" destOrd="0" parTransId="{0E47838C-42BB-44C5-ACCE-17007D1B8203}" sibTransId="{B5F365AA-598E-4818-9913-DC9DC6A15632}"/>
    <dgm:cxn modelId="{F8498848-41DF-4563-A64E-A20E3887AB3A}" srcId="{1BDC8020-A724-4160-A6C0-9D57C98AC451}" destId="{27BD5F0E-545C-4480-8E16-736C0A3C0504}" srcOrd="2" destOrd="0" parTransId="{61B3A8DA-AA8C-466B-BC30-BC114FA182F1}" sibTransId="{8854811E-6FF4-4E3E-B217-7A3532480F22}"/>
    <dgm:cxn modelId="{45067170-ED43-458F-B1C4-ECDBF03D6972}" type="presOf" srcId="{1BDC8020-A724-4160-A6C0-9D57C98AC451}" destId="{6B10CE39-B6E7-4A03-869D-46C89206C9F5}" srcOrd="0" destOrd="0" presId="urn:microsoft.com/office/officeart/2005/8/layout/vList2"/>
    <dgm:cxn modelId="{6865FC95-FB89-4D61-93F1-1033D58D92C9}" type="presOf" srcId="{826AE5B9-3FE2-476A-9ECB-5D25EB3B3B51}" destId="{F624A52B-6567-463C-BA06-04089501AE01}" srcOrd="0" destOrd="0" presId="urn:microsoft.com/office/officeart/2005/8/layout/vList2"/>
    <dgm:cxn modelId="{F36360CC-E954-45D5-9B91-C34C17687022}" srcId="{1BDC8020-A724-4160-A6C0-9D57C98AC451}" destId="{826AE5B9-3FE2-476A-9ECB-5D25EB3B3B51}" srcOrd="3" destOrd="0" parTransId="{0E7F9150-DD3D-410F-ADCF-0D8EE03CF800}" sibTransId="{04074D24-F876-40AA-B338-663146970192}"/>
    <dgm:cxn modelId="{8AFEDDD2-6F68-4174-AFFC-334443D13E93}" type="presOf" srcId="{DF9C3AE7-36A5-4F96-B3AD-0AE3B2D4EA7B}" destId="{10584386-E674-446B-8972-623D5F01E6D0}" srcOrd="0" destOrd="0" presId="urn:microsoft.com/office/officeart/2005/8/layout/vList2"/>
    <dgm:cxn modelId="{C9142594-F1A2-409B-96A6-47495E2B3FDF}" type="presParOf" srcId="{6B10CE39-B6E7-4A03-869D-46C89206C9F5}" destId="{C575CD88-600D-4CB5-9778-9132AB47D309}" srcOrd="0" destOrd="0" presId="urn:microsoft.com/office/officeart/2005/8/layout/vList2"/>
    <dgm:cxn modelId="{8A0DBB10-EB06-4D9E-9C2E-DC92D0DEED4A}" type="presParOf" srcId="{6B10CE39-B6E7-4A03-869D-46C89206C9F5}" destId="{8FD3A69A-8FCF-4754-A471-82471F420EC9}" srcOrd="1" destOrd="0" presId="urn:microsoft.com/office/officeart/2005/8/layout/vList2"/>
    <dgm:cxn modelId="{568D0FFC-E939-42CE-8DBB-EB86132AD4D2}" type="presParOf" srcId="{6B10CE39-B6E7-4A03-869D-46C89206C9F5}" destId="{10584386-E674-446B-8972-623D5F01E6D0}" srcOrd="2" destOrd="0" presId="urn:microsoft.com/office/officeart/2005/8/layout/vList2"/>
    <dgm:cxn modelId="{86BB3E25-904B-4FDE-A15D-957B43890567}" type="presParOf" srcId="{6B10CE39-B6E7-4A03-869D-46C89206C9F5}" destId="{0C741ECC-AE9F-4370-B273-D39FBD4E1EC7}" srcOrd="3" destOrd="0" presId="urn:microsoft.com/office/officeart/2005/8/layout/vList2"/>
    <dgm:cxn modelId="{8F24CCCB-2B55-40FB-85AD-6583EA23028C}" type="presParOf" srcId="{6B10CE39-B6E7-4A03-869D-46C89206C9F5}" destId="{C742D1E5-8359-47C3-83A6-6C6B8B64B991}" srcOrd="4" destOrd="0" presId="urn:microsoft.com/office/officeart/2005/8/layout/vList2"/>
    <dgm:cxn modelId="{341604F3-FBEE-47B6-BAD1-8DB05D80327C}" type="presParOf" srcId="{6B10CE39-B6E7-4A03-869D-46C89206C9F5}" destId="{7136891D-4698-426F-B707-D7AABCD068BC}" srcOrd="5" destOrd="0" presId="urn:microsoft.com/office/officeart/2005/8/layout/vList2"/>
    <dgm:cxn modelId="{122E8A1E-1A14-4104-A8DF-C844AFCE5A32}" type="presParOf" srcId="{6B10CE39-B6E7-4A03-869D-46C89206C9F5}" destId="{F624A52B-6567-463C-BA06-04089501AE01}" srcOrd="6" destOrd="0" presId="urn:microsoft.com/office/officeart/2005/8/layout/vList2"/>
    <dgm:cxn modelId="{27DF616C-83E1-4EE2-8036-D4AA3B4896D0}" type="presParOf" srcId="{6B10CE39-B6E7-4A03-869D-46C89206C9F5}" destId="{231D689D-D7F0-408E-8595-12EC97F6CDFD}" srcOrd="7" destOrd="0" presId="urn:microsoft.com/office/officeart/2005/8/layout/vList2"/>
    <dgm:cxn modelId="{76931339-874A-4DE9-8F20-B5B59A070FA2}" type="presParOf" srcId="{6B10CE39-B6E7-4A03-869D-46C89206C9F5}" destId="{7662CDA1-09CF-474D-AE74-60559D3CB05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B148B6A-5FDE-4E77-AD64-B072610C4E4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51D9F5-19B5-4C02-BB5C-12C1612C5473}">
      <dgm:prSet custT="1"/>
      <dgm:spPr/>
      <dgm:t>
        <a:bodyPr/>
        <a:lstStyle/>
        <a:p>
          <a:pPr algn="ctr"/>
          <a:r>
            <a:rPr lang="en-US" sz="3600" dirty="0"/>
            <a:t>1. Introduction to Cloud </a:t>
          </a:r>
        </a:p>
      </dgm:t>
    </dgm:pt>
    <dgm:pt modelId="{F5D4AC4F-A198-417F-A992-6BF203A39451}" type="parTrans" cxnId="{4CF3B415-0FD8-4903-8065-C280E97645E4}">
      <dgm:prSet/>
      <dgm:spPr/>
      <dgm:t>
        <a:bodyPr/>
        <a:lstStyle/>
        <a:p>
          <a:endParaRPr lang="en-US"/>
        </a:p>
      </dgm:t>
    </dgm:pt>
    <dgm:pt modelId="{E792C035-5A9F-4ACE-9B76-1784527F94BD}" type="sibTrans" cxnId="{4CF3B415-0FD8-4903-8065-C280E97645E4}">
      <dgm:prSet/>
      <dgm:spPr/>
      <dgm:t>
        <a:bodyPr/>
        <a:lstStyle/>
        <a:p>
          <a:endParaRPr lang="en-US"/>
        </a:p>
      </dgm:t>
    </dgm:pt>
    <dgm:pt modelId="{4C4E2531-C242-4D32-9D3A-85B0C806F541}" type="pres">
      <dgm:prSet presAssocID="{2B148B6A-5FDE-4E77-AD64-B072610C4E45}" presName="linear" presStyleCnt="0">
        <dgm:presLayoutVars>
          <dgm:animLvl val="lvl"/>
          <dgm:resizeHandles val="exact"/>
        </dgm:presLayoutVars>
      </dgm:prSet>
      <dgm:spPr/>
    </dgm:pt>
    <dgm:pt modelId="{9B432A3C-CD3E-4BA5-852D-2D20D4A91956}" type="pres">
      <dgm:prSet presAssocID="{6F51D9F5-19B5-4C02-BB5C-12C1612C5473}" presName="parentText" presStyleLbl="node1" presStyleIdx="0" presStyleCnt="1" custScaleY="163631" custLinFactNeighborY="-2067">
        <dgm:presLayoutVars>
          <dgm:chMax val="0"/>
          <dgm:bulletEnabled val="1"/>
        </dgm:presLayoutVars>
      </dgm:prSet>
      <dgm:spPr/>
    </dgm:pt>
  </dgm:ptLst>
  <dgm:cxnLst>
    <dgm:cxn modelId="{4CF3B415-0FD8-4903-8065-C280E97645E4}" srcId="{2B148B6A-5FDE-4E77-AD64-B072610C4E45}" destId="{6F51D9F5-19B5-4C02-BB5C-12C1612C5473}" srcOrd="0" destOrd="0" parTransId="{F5D4AC4F-A198-417F-A992-6BF203A39451}" sibTransId="{E792C035-5A9F-4ACE-9B76-1784527F94BD}"/>
    <dgm:cxn modelId="{930B772E-1741-4987-B6A2-13EB415A7EBD}" type="presOf" srcId="{2B148B6A-5FDE-4E77-AD64-B072610C4E45}" destId="{4C4E2531-C242-4D32-9D3A-85B0C806F541}" srcOrd="0" destOrd="0" presId="urn:microsoft.com/office/officeart/2005/8/layout/vList2"/>
    <dgm:cxn modelId="{11FB62D5-9E7D-42FA-AB00-C1F7DD705231}" type="presOf" srcId="{6F51D9F5-19B5-4C02-BB5C-12C1612C5473}" destId="{9B432A3C-CD3E-4BA5-852D-2D20D4A91956}" srcOrd="0" destOrd="0" presId="urn:microsoft.com/office/officeart/2005/8/layout/vList2"/>
    <dgm:cxn modelId="{EAD0142D-A201-4F3B-BDBC-F51069FE97D0}" type="presParOf" srcId="{4C4E2531-C242-4D32-9D3A-85B0C806F541}" destId="{9B432A3C-CD3E-4BA5-852D-2D20D4A9195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45A7F4-5FB6-4816-90E2-7831F844D9B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DC68154-3EDD-4D7D-B9A0-4A79829B40E4}">
      <dgm:prSet custT="1"/>
      <dgm:spPr/>
      <dgm:t>
        <a:bodyPr/>
        <a:lstStyle/>
        <a:p>
          <a:pPr algn="ctr"/>
          <a:r>
            <a:rPr lang="en-US" sz="3600" dirty="0"/>
            <a:t>2. Introduction to Cloud Computing</a:t>
          </a:r>
        </a:p>
      </dgm:t>
    </dgm:pt>
    <dgm:pt modelId="{70A5ED2E-1E26-43B5-9BC7-67D4739A41DD}" type="parTrans" cxnId="{C834543F-487C-4219-B300-C9F1615BE95D}">
      <dgm:prSet/>
      <dgm:spPr/>
      <dgm:t>
        <a:bodyPr/>
        <a:lstStyle/>
        <a:p>
          <a:endParaRPr lang="en-US"/>
        </a:p>
      </dgm:t>
    </dgm:pt>
    <dgm:pt modelId="{25869CA3-08D2-4595-A599-07CC5078B1EB}" type="sibTrans" cxnId="{C834543F-487C-4219-B300-C9F1615BE95D}">
      <dgm:prSet/>
      <dgm:spPr/>
      <dgm:t>
        <a:bodyPr/>
        <a:lstStyle/>
        <a:p>
          <a:endParaRPr lang="en-US"/>
        </a:p>
      </dgm:t>
    </dgm:pt>
    <dgm:pt modelId="{0F9E0816-5F00-4C02-8C2A-9710E471EA5E}" type="pres">
      <dgm:prSet presAssocID="{E645A7F4-5FB6-4816-90E2-7831F844D9B0}" presName="linear" presStyleCnt="0">
        <dgm:presLayoutVars>
          <dgm:animLvl val="lvl"/>
          <dgm:resizeHandles val="exact"/>
        </dgm:presLayoutVars>
      </dgm:prSet>
      <dgm:spPr/>
    </dgm:pt>
    <dgm:pt modelId="{F882DA86-A5F8-49A8-82A9-49DDDF5772E3}" type="pres">
      <dgm:prSet presAssocID="{0DC68154-3EDD-4D7D-B9A0-4A79829B40E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834543F-487C-4219-B300-C9F1615BE95D}" srcId="{E645A7F4-5FB6-4816-90E2-7831F844D9B0}" destId="{0DC68154-3EDD-4D7D-B9A0-4A79829B40E4}" srcOrd="0" destOrd="0" parTransId="{70A5ED2E-1E26-43B5-9BC7-67D4739A41DD}" sibTransId="{25869CA3-08D2-4595-A599-07CC5078B1EB}"/>
    <dgm:cxn modelId="{C6AD356E-AF6C-4932-8C94-77452AFDE59C}" type="presOf" srcId="{E645A7F4-5FB6-4816-90E2-7831F844D9B0}" destId="{0F9E0816-5F00-4C02-8C2A-9710E471EA5E}" srcOrd="0" destOrd="0" presId="urn:microsoft.com/office/officeart/2005/8/layout/vList2"/>
    <dgm:cxn modelId="{46C70AAA-F534-4E2D-A78B-7B732086EB09}" type="presOf" srcId="{0DC68154-3EDD-4D7D-B9A0-4A79829B40E4}" destId="{F882DA86-A5F8-49A8-82A9-49DDDF5772E3}" srcOrd="0" destOrd="0" presId="urn:microsoft.com/office/officeart/2005/8/layout/vList2"/>
    <dgm:cxn modelId="{7AD8270D-AAB7-46C1-AC04-5B695B7E656A}" type="presParOf" srcId="{0F9E0816-5F00-4C02-8C2A-9710E471EA5E}" destId="{F882DA86-A5F8-49A8-82A9-49DDDF5772E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D840B0F-E770-45E2-91CA-97CAED97FE2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60E8CDE-8502-41C8-B738-67833D8F21C3}">
      <dgm:prSet custT="1"/>
      <dgm:spPr/>
      <dgm:t>
        <a:bodyPr/>
        <a:lstStyle/>
        <a:p>
          <a:pPr algn="ctr"/>
          <a:r>
            <a:rPr lang="en-US" sz="3600" dirty="0"/>
            <a:t>3. Cloud Computing Architecture </a:t>
          </a:r>
        </a:p>
      </dgm:t>
    </dgm:pt>
    <dgm:pt modelId="{DC94F03A-61AD-486C-84EE-71F131AEEC31}" type="parTrans" cxnId="{BB4787EE-6504-4EB6-BA4F-9101679B50BD}">
      <dgm:prSet/>
      <dgm:spPr/>
      <dgm:t>
        <a:bodyPr/>
        <a:lstStyle/>
        <a:p>
          <a:endParaRPr lang="en-US"/>
        </a:p>
      </dgm:t>
    </dgm:pt>
    <dgm:pt modelId="{553EBB80-BB38-4E60-9BA6-5AE9F35945CF}" type="sibTrans" cxnId="{BB4787EE-6504-4EB6-BA4F-9101679B50BD}">
      <dgm:prSet/>
      <dgm:spPr/>
      <dgm:t>
        <a:bodyPr/>
        <a:lstStyle/>
        <a:p>
          <a:endParaRPr lang="en-US"/>
        </a:p>
      </dgm:t>
    </dgm:pt>
    <dgm:pt modelId="{D3A825E9-76FD-4EFF-9E5A-5109D931C02B}" type="pres">
      <dgm:prSet presAssocID="{BD840B0F-E770-45E2-91CA-97CAED97FE2F}" presName="linear" presStyleCnt="0">
        <dgm:presLayoutVars>
          <dgm:animLvl val="lvl"/>
          <dgm:resizeHandles val="exact"/>
        </dgm:presLayoutVars>
      </dgm:prSet>
      <dgm:spPr/>
    </dgm:pt>
    <dgm:pt modelId="{843A1CFB-64A7-4FA0-B1E6-63A7CE1ED3D5}" type="pres">
      <dgm:prSet presAssocID="{B60E8CDE-8502-41C8-B738-67833D8F21C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8B4A30A-2C16-41FA-A719-50BBB84E33E4}" type="presOf" srcId="{BD840B0F-E770-45E2-91CA-97CAED97FE2F}" destId="{D3A825E9-76FD-4EFF-9E5A-5109D931C02B}" srcOrd="0" destOrd="0" presId="urn:microsoft.com/office/officeart/2005/8/layout/vList2"/>
    <dgm:cxn modelId="{0E32DBDB-D045-4EC1-A0A4-D20B9D2169B8}" type="presOf" srcId="{B60E8CDE-8502-41C8-B738-67833D8F21C3}" destId="{843A1CFB-64A7-4FA0-B1E6-63A7CE1ED3D5}" srcOrd="0" destOrd="0" presId="urn:microsoft.com/office/officeart/2005/8/layout/vList2"/>
    <dgm:cxn modelId="{BB4787EE-6504-4EB6-BA4F-9101679B50BD}" srcId="{BD840B0F-E770-45E2-91CA-97CAED97FE2F}" destId="{B60E8CDE-8502-41C8-B738-67833D8F21C3}" srcOrd="0" destOrd="0" parTransId="{DC94F03A-61AD-486C-84EE-71F131AEEC31}" sibTransId="{553EBB80-BB38-4E60-9BA6-5AE9F35945CF}"/>
    <dgm:cxn modelId="{7009D148-6947-4800-BBAC-87B22FA4FC32}" type="presParOf" srcId="{D3A825E9-76FD-4EFF-9E5A-5109D931C02B}" destId="{843A1CFB-64A7-4FA0-B1E6-63A7CE1ED3D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5A568BC-BA95-4D20-915E-88A9BBFD5F6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FF1D240-8989-4AD0-81B9-4DD76F5C925D}">
      <dgm:prSet custT="1"/>
      <dgm:spPr/>
      <dgm:t>
        <a:bodyPr/>
        <a:lstStyle/>
        <a:p>
          <a:pPr algn="ctr"/>
          <a:r>
            <a:rPr lang="en-US" sz="3600" dirty="0"/>
            <a:t>3. Cloud Computing Architecture </a:t>
          </a:r>
        </a:p>
      </dgm:t>
    </dgm:pt>
    <dgm:pt modelId="{80953E44-7DE8-4619-B274-2F2D30312B00}" type="parTrans" cxnId="{47185374-FEBF-44AE-A12C-2274E530829D}">
      <dgm:prSet/>
      <dgm:spPr/>
      <dgm:t>
        <a:bodyPr/>
        <a:lstStyle/>
        <a:p>
          <a:endParaRPr lang="en-US"/>
        </a:p>
      </dgm:t>
    </dgm:pt>
    <dgm:pt modelId="{1A8FD073-5209-472C-9E14-CD4345B5394B}" type="sibTrans" cxnId="{47185374-FEBF-44AE-A12C-2274E530829D}">
      <dgm:prSet/>
      <dgm:spPr/>
      <dgm:t>
        <a:bodyPr/>
        <a:lstStyle/>
        <a:p>
          <a:endParaRPr lang="en-US"/>
        </a:p>
      </dgm:t>
    </dgm:pt>
    <dgm:pt modelId="{CD7B028A-206F-4E20-A87E-8BE485B34596}" type="pres">
      <dgm:prSet presAssocID="{15A568BC-BA95-4D20-915E-88A9BBFD5F67}" presName="linear" presStyleCnt="0">
        <dgm:presLayoutVars>
          <dgm:animLvl val="lvl"/>
          <dgm:resizeHandles val="exact"/>
        </dgm:presLayoutVars>
      </dgm:prSet>
      <dgm:spPr/>
    </dgm:pt>
    <dgm:pt modelId="{9E3F0651-91C3-4B8B-AF8B-5398537FCF6F}" type="pres">
      <dgm:prSet presAssocID="{1FF1D240-8989-4AD0-81B9-4DD76F5C925D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5729A1A-3141-4F60-AEDB-E3C367FA9AC8}" type="presOf" srcId="{1FF1D240-8989-4AD0-81B9-4DD76F5C925D}" destId="{9E3F0651-91C3-4B8B-AF8B-5398537FCF6F}" srcOrd="0" destOrd="0" presId="urn:microsoft.com/office/officeart/2005/8/layout/vList2"/>
    <dgm:cxn modelId="{47185374-FEBF-44AE-A12C-2274E530829D}" srcId="{15A568BC-BA95-4D20-915E-88A9BBFD5F67}" destId="{1FF1D240-8989-4AD0-81B9-4DD76F5C925D}" srcOrd="0" destOrd="0" parTransId="{80953E44-7DE8-4619-B274-2F2D30312B00}" sibTransId="{1A8FD073-5209-472C-9E14-CD4345B5394B}"/>
    <dgm:cxn modelId="{525B6BFE-BA5F-4623-A53B-93C327F84660}" type="presOf" srcId="{15A568BC-BA95-4D20-915E-88A9BBFD5F67}" destId="{CD7B028A-206F-4E20-A87E-8BE485B34596}" srcOrd="0" destOrd="0" presId="urn:microsoft.com/office/officeart/2005/8/layout/vList2"/>
    <dgm:cxn modelId="{CD072DD0-16FD-4671-B328-3016340420CB}" type="presParOf" srcId="{CD7B028A-206F-4E20-A87E-8BE485B34596}" destId="{9E3F0651-91C3-4B8B-AF8B-5398537FCF6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18F5F90-E547-4943-ADFA-95330D47432D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1E829B9-31A1-4C62-A145-834CC379A9BE}">
      <dgm:prSet/>
      <dgm:spPr/>
      <dgm:t>
        <a:bodyPr/>
        <a:lstStyle/>
        <a:p>
          <a:r>
            <a:rPr lang="en-US" b="0" i="1"/>
            <a:t>Typical components: </a:t>
          </a:r>
          <a:endParaRPr lang="en-US"/>
        </a:p>
      </dgm:t>
    </dgm:pt>
    <dgm:pt modelId="{0FB4F6A9-0639-4E97-875E-08D4681EFBA7}" type="parTrans" cxnId="{6D2B3607-5986-49AA-B621-86761D6C41C2}">
      <dgm:prSet/>
      <dgm:spPr/>
      <dgm:t>
        <a:bodyPr/>
        <a:lstStyle/>
        <a:p>
          <a:endParaRPr lang="en-US"/>
        </a:p>
      </dgm:t>
    </dgm:pt>
    <dgm:pt modelId="{A7290B7D-7551-4B71-8BE2-7E42BED718E2}" type="sibTrans" cxnId="{6D2B3607-5986-49AA-B621-86761D6C41C2}">
      <dgm:prSet/>
      <dgm:spPr/>
      <dgm:t>
        <a:bodyPr/>
        <a:lstStyle/>
        <a:p>
          <a:endParaRPr lang="en-US"/>
        </a:p>
      </dgm:t>
    </dgm:pt>
    <dgm:pt modelId="{A64E276F-732F-4998-B5EB-F42B07DDE63D}">
      <dgm:prSet/>
      <dgm:spPr/>
      <dgm:t>
        <a:bodyPr/>
        <a:lstStyle/>
        <a:p>
          <a:r>
            <a:rPr lang="en-US" b="1" i="0"/>
            <a:t>Front end </a:t>
          </a:r>
          <a:r>
            <a:rPr lang="en-US" b="0" i="0"/>
            <a:t>( Fat client, Thin client)</a:t>
          </a:r>
          <a:endParaRPr lang="en-US"/>
        </a:p>
      </dgm:t>
    </dgm:pt>
    <dgm:pt modelId="{8F3BE093-B742-455F-9C70-63A692D8B5B2}" type="parTrans" cxnId="{43408A8F-D284-49EB-AE7C-997D1FF542F0}">
      <dgm:prSet/>
      <dgm:spPr/>
      <dgm:t>
        <a:bodyPr/>
        <a:lstStyle/>
        <a:p>
          <a:endParaRPr lang="en-US"/>
        </a:p>
      </dgm:t>
    </dgm:pt>
    <dgm:pt modelId="{085FF846-1690-46E6-9268-635368BE5E5F}" type="sibTrans" cxnId="{43408A8F-D284-49EB-AE7C-997D1FF542F0}">
      <dgm:prSet/>
      <dgm:spPr/>
      <dgm:t>
        <a:bodyPr/>
        <a:lstStyle/>
        <a:p>
          <a:endParaRPr lang="en-US"/>
        </a:p>
      </dgm:t>
    </dgm:pt>
    <dgm:pt modelId="{FFA3A8F5-2B14-4BD9-B6BC-BF2EDA95A09B}">
      <dgm:prSet/>
      <dgm:spPr/>
      <dgm:t>
        <a:bodyPr/>
        <a:lstStyle/>
        <a:p>
          <a:r>
            <a:rPr lang="en-US" b="1" i="0"/>
            <a:t>Back-end</a:t>
          </a:r>
          <a:r>
            <a:rPr lang="en-US" b="0" i="0"/>
            <a:t> platforms ( Servers, Storage )</a:t>
          </a:r>
          <a:endParaRPr lang="en-US"/>
        </a:p>
      </dgm:t>
    </dgm:pt>
    <dgm:pt modelId="{5353B5C0-2AC7-438E-91C6-F265D068F6DE}" type="parTrans" cxnId="{D3D5BA90-FE73-4D9C-9B18-C904C51E1392}">
      <dgm:prSet/>
      <dgm:spPr/>
      <dgm:t>
        <a:bodyPr/>
        <a:lstStyle/>
        <a:p>
          <a:endParaRPr lang="en-US"/>
        </a:p>
      </dgm:t>
    </dgm:pt>
    <dgm:pt modelId="{7273BB09-C759-4FA7-AE07-310B98BB7D97}" type="sibTrans" cxnId="{D3D5BA90-FE73-4D9C-9B18-C904C51E1392}">
      <dgm:prSet/>
      <dgm:spPr/>
      <dgm:t>
        <a:bodyPr/>
        <a:lstStyle/>
        <a:p>
          <a:endParaRPr lang="en-US"/>
        </a:p>
      </dgm:t>
    </dgm:pt>
    <dgm:pt modelId="{F4F7F328-0ACF-4E2D-8CF5-CBF6D7E74771}">
      <dgm:prSet/>
      <dgm:spPr/>
      <dgm:t>
        <a:bodyPr/>
        <a:lstStyle/>
        <a:p>
          <a:r>
            <a:rPr lang="en-US" b="1" i="0" dirty="0"/>
            <a:t>Cloud-based delivery and a network </a:t>
          </a:r>
          <a:r>
            <a:rPr lang="en-US" b="0" i="0" dirty="0"/>
            <a:t>( Internet, Intranet, Intercloud)</a:t>
          </a:r>
          <a:endParaRPr lang="en-US" dirty="0"/>
        </a:p>
      </dgm:t>
    </dgm:pt>
    <dgm:pt modelId="{99503363-11FF-400C-9812-D5DD0094DFF6}" type="parTrans" cxnId="{0BCC0240-8E39-4F72-A45C-0DCFE144FF09}">
      <dgm:prSet/>
      <dgm:spPr/>
      <dgm:t>
        <a:bodyPr/>
        <a:lstStyle/>
        <a:p>
          <a:endParaRPr lang="en-US"/>
        </a:p>
      </dgm:t>
    </dgm:pt>
    <dgm:pt modelId="{5DCD9EC5-A4CC-4AC0-A435-BF75E2070BF0}" type="sibTrans" cxnId="{0BCC0240-8E39-4F72-A45C-0DCFE144FF09}">
      <dgm:prSet/>
      <dgm:spPr/>
      <dgm:t>
        <a:bodyPr/>
        <a:lstStyle/>
        <a:p>
          <a:endParaRPr lang="en-US"/>
        </a:p>
      </dgm:t>
    </dgm:pt>
    <dgm:pt modelId="{58D3EC59-DD53-49BC-87C6-0C0A5CF5BB2E}" type="pres">
      <dgm:prSet presAssocID="{E18F5F90-E547-4943-ADFA-95330D47432D}" presName="Name0" presStyleCnt="0">
        <dgm:presLayoutVars>
          <dgm:dir/>
          <dgm:animLvl val="lvl"/>
          <dgm:resizeHandles val="exact"/>
        </dgm:presLayoutVars>
      </dgm:prSet>
      <dgm:spPr/>
    </dgm:pt>
    <dgm:pt modelId="{1281BFFD-A15C-4296-B94C-77528D351CF1}" type="pres">
      <dgm:prSet presAssocID="{71E829B9-31A1-4C62-A145-834CC379A9BE}" presName="linNode" presStyleCnt="0"/>
      <dgm:spPr/>
    </dgm:pt>
    <dgm:pt modelId="{59925B46-47FA-413D-84F7-5D2B281A440B}" type="pres">
      <dgm:prSet presAssocID="{71E829B9-31A1-4C62-A145-834CC379A9BE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6976B8A5-EA59-49F9-8587-E72B0BBBBF40}" type="pres">
      <dgm:prSet presAssocID="{71E829B9-31A1-4C62-A145-834CC379A9BE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6D2B3607-5986-49AA-B621-86761D6C41C2}" srcId="{E18F5F90-E547-4943-ADFA-95330D47432D}" destId="{71E829B9-31A1-4C62-A145-834CC379A9BE}" srcOrd="0" destOrd="0" parTransId="{0FB4F6A9-0639-4E97-875E-08D4681EFBA7}" sibTransId="{A7290B7D-7551-4B71-8BE2-7E42BED718E2}"/>
    <dgm:cxn modelId="{0BCC0240-8E39-4F72-A45C-0DCFE144FF09}" srcId="{71E829B9-31A1-4C62-A145-834CC379A9BE}" destId="{F4F7F328-0ACF-4E2D-8CF5-CBF6D7E74771}" srcOrd="2" destOrd="0" parTransId="{99503363-11FF-400C-9812-D5DD0094DFF6}" sibTransId="{5DCD9EC5-A4CC-4AC0-A435-BF75E2070BF0}"/>
    <dgm:cxn modelId="{4099DA4D-69D0-40E8-B0C3-3043EBAE2171}" type="presOf" srcId="{F4F7F328-0ACF-4E2D-8CF5-CBF6D7E74771}" destId="{6976B8A5-EA59-49F9-8587-E72B0BBBBF40}" srcOrd="0" destOrd="2" presId="urn:microsoft.com/office/officeart/2005/8/layout/vList5"/>
    <dgm:cxn modelId="{EAC75F85-1268-4C38-A189-9D78C8936C34}" type="presOf" srcId="{FFA3A8F5-2B14-4BD9-B6BC-BF2EDA95A09B}" destId="{6976B8A5-EA59-49F9-8587-E72B0BBBBF40}" srcOrd="0" destOrd="1" presId="urn:microsoft.com/office/officeart/2005/8/layout/vList5"/>
    <dgm:cxn modelId="{43408A8F-D284-49EB-AE7C-997D1FF542F0}" srcId="{71E829B9-31A1-4C62-A145-834CC379A9BE}" destId="{A64E276F-732F-4998-B5EB-F42B07DDE63D}" srcOrd="0" destOrd="0" parTransId="{8F3BE093-B742-455F-9C70-63A692D8B5B2}" sibTransId="{085FF846-1690-46E6-9268-635368BE5E5F}"/>
    <dgm:cxn modelId="{D3D5BA90-FE73-4D9C-9B18-C904C51E1392}" srcId="{71E829B9-31A1-4C62-A145-834CC379A9BE}" destId="{FFA3A8F5-2B14-4BD9-B6BC-BF2EDA95A09B}" srcOrd="1" destOrd="0" parTransId="{5353B5C0-2AC7-438E-91C6-F265D068F6DE}" sibTransId="{7273BB09-C759-4FA7-AE07-310B98BB7D97}"/>
    <dgm:cxn modelId="{959AD8BB-94D6-4BF9-B9F8-01A7D1BF8A49}" type="presOf" srcId="{71E829B9-31A1-4C62-A145-834CC379A9BE}" destId="{59925B46-47FA-413D-84F7-5D2B281A440B}" srcOrd="0" destOrd="0" presId="urn:microsoft.com/office/officeart/2005/8/layout/vList5"/>
    <dgm:cxn modelId="{7BB46EC9-4E3D-41D4-8388-9B280889D96E}" type="presOf" srcId="{E18F5F90-E547-4943-ADFA-95330D47432D}" destId="{58D3EC59-DD53-49BC-87C6-0C0A5CF5BB2E}" srcOrd="0" destOrd="0" presId="urn:microsoft.com/office/officeart/2005/8/layout/vList5"/>
    <dgm:cxn modelId="{C57BCBE3-BDAA-49E2-AE6F-2DF4F9CB3251}" type="presOf" srcId="{A64E276F-732F-4998-B5EB-F42B07DDE63D}" destId="{6976B8A5-EA59-49F9-8587-E72B0BBBBF40}" srcOrd="0" destOrd="0" presId="urn:microsoft.com/office/officeart/2005/8/layout/vList5"/>
    <dgm:cxn modelId="{5F6FBAA4-C6FE-4277-A839-E4C0E1B0214D}" type="presParOf" srcId="{58D3EC59-DD53-49BC-87C6-0C0A5CF5BB2E}" destId="{1281BFFD-A15C-4296-B94C-77528D351CF1}" srcOrd="0" destOrd="0" presId="urn:microsoft.com/office/officeart/2005/8/layout/vList5"/>
    <dgm:cxn modelId="{60F44D5F-D9AE-4A6E-AFA6-720F83417310}" type="presParOf" srcId="{1281BFFD-A15C-4296-B94C-77528D351CF1}" destId="{59925B46-47FA-413D-84F7-5D2B281A440B}" srcOrd="0" destOrd="0" presId="urn:microsoft.com/office/officeart/2005/8/layout/vList5"/>
    <dgm:cxn modelId="{468E0FDE-DA68-46F8-AF82-ACF34A4AA693}" type="presParOf" srcId="{1281BFFD-A15C-4296-B94C-77528D351CF1}" destId="{6976B8A5-EA59-49F9-8587-E72B0BBBBF4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BEA2EF4-FA1B-4622-8979-AFCF7265080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F6E6B75-F939-41A2-840E-6F28EE2A6218}">
      <dgm:prSet custT="1"/>
      <dgm:spPr/>
      <dgm:t>
        <a:bodyPr/>
        <a:lstStyle/>
        <a:p>
          <a:pPr algn="ctr"/>
          <a:r>
            <a:rPr lang="en-US" sz="3600" dirty="0"/>
            <a:t>5. Working Mechanism of Cloud Computing </a:t>
          </a:r>
        </a:p>
      </dgm:t>
    </dgm:pt>
    <dgm:pt modelId="{2AAE09FD-16DD-4DD2-87EA-B51B37ABEF1E}" type="parTrans" cxnId="{37953092-AB47-4B00-9BD8-F7671AAF5123}">
      <dgm:prSet/>
      <dgm:spPr/>
      <dgm:t>
        <a:bodyPr/>
        <a:lstStyle/>
        <a:p>
          <a:endParaRPr lang="en-US"/>
        </a:p>
      </dgm:t>
    </dgm:pt>
    <dgm:pt modelId="{539DF15F-A16C-43A1-9B88-11F8F021CAAF}" type="sibTrans" cxnId="{37953092-AB47-4B00-9BD8-F7671AAF5123}">
      <dgm:prSet/>
      <dgm:spPr/>
      <dgm:t>
        <a:bodyPr/>
        <a:lstStyle/>
        <a:p>
          <a:endParaRPr lang="en-US"/>
        </a:p>
      </dgm:t>
    </dgm:pt>
    <dgm:pt modelId="{A29ED9EF-3983-4CDF-9B4C-A6AE9BEA196B}" type="pres">
      <dgm:prSet presAssocID="{CBEA2EF4-FA1B-4622-8979-AFCF72650802}" presName="linear" presStyleCnt="0">
        <dgm:presLayoutVars>
          <dgm:animLvl val="lvl"/>
          <dgm:resizeHandles val="exact"/>
        </dgm:presLayoutVars>
      </dgm:prSet>
      <dgm:spPr/>
    </dgm:pt>
    <dgm:pt modelId="{7F146F1F-182F-49FD-9C2F-E0FC06E7C6E9}" type="pres">
      <dgm:prSet presAssocID="{2F6E6B75-F939-41A2-840E-6F28EE2A6218}" presName="parentText" presStyleLbl="node1" presStyleIdx="0" presStyleCnt="1" custScaleY="64309" custLinFactNeighborX="0" custLinFactNeighborY="-16734">
        <dgm:presLayoutVars>
          <dgm:chMax val="0"/>
          <dgm:bulletEnabled val="1"/>
        </dgm:presLayoutVars>
      </dgm:prSet>
      <dgm:spPr/>
    </dgm:pt>
  </dgm:ptLst>
  <dgm:cxnLst>
    <dgm:cxn modelId="{37953092-AB47-4B00-9BD8-F7671AAF5123}" srcId="{CBEA2EF4-FA1B-4622-8979-AFCF72650802}" destId="{2F6E6B75-F939-41A2-840E-6F28EE2A6218}" srcOrd="0" destOrd="0" parTransId="{2AAE09FD-16DD-4DD2-87EA-B51B37ABEF1E}" sibTransId="{539DF15F-A16C-43A1-9B88-11F8F021CAAF}"/>
    <dgm:cxn modelId="{262023A8-DD2E-4A2D-8165-1BB4CD45508C}" type="presOf" srcId="{2F6E6B75-F939-41A2-840E-6F28EE2A6218}" destId="{7F146F1F-182F-49FD-9C2F-E0FC06E7C6E9}" srcOrd="0" destOrd="0" presId="urn:microsoft.com/office/officeart/2005/8/layout/vList2"/>
    <dgm:cxn modelId="{7C3CEFC2-BC42-40E9-BE95-F3009292EC5C}" type="presOf" srcId="{CBEA2EF4-FA1B-4622-8979-AFCF72650802}" destId="{A29ED9EF-3983-4CDF-9B4C-A6AE9BEA196B}" srcOrd="0" destOrd="0" presId="urn:microsoft.com/office/officeart/2005/8/layout/vList2"/>
    <dgm:cxn modelId="{E4EC272B-36E7-49FB-998A-C3899E4ABB05}" type="presParOf" srcId="{A29ED9EF-3983-4CDF-9B4C-A6AE9BEA196B}" destId="{7F146F1F-182F-49FD-9C2F-E0FC06E7C6E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3312089-B899-4FE1-A6E5-44170612FE8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734B6-B892-4D59-8CC4-1B43141E4D29}">
      <dgm:prSet/>
      <dgm:spPr/>
      <dgm:t>
        <a:bodyPr/>
        <a:lstStyle/>
        <a:p>
          <a:r>
            <a:rPr lang="en-US" b="1" dirty="0"/>
            <a:t>☁️ Working Mechanism of Cloud Computing</a:t>
          </a:r>
          <a:endParaRPr lang="en-US" dirty="0"/>
        </a:p>
      </dgm:t>
    </dgm:pt>
    <dgm:pt modelId="{7B54205E-FD23-48C8-9A84-86B95F837680}" type="parTrans" cxnId="{2683081C-0881-48A0-BC98-F3C1EBB43C28}">
      <dgm:prSet/>
      <dgm:spPr/>
      <dgm:t>
        <a:bodyPr/>
        <a:lstStyle/>
        <a:p>
          <a:endParaRPr lang="en-US"/>
        </a:p>
      </dgm:t>
    </dgm:pt>
    <dgm:pt modelId="{599CF124-43B3-4598-8430-913E3709CFFF}" type="sibTrans" cxnId="{2683081C-0881-48A0-BC98-F3C1EBB43C28}">
      <dgm:prSet/>
      <dgm:spPr/>
      <dgm:t>
        <a:bodyPr/>
        <a:lstStyle/>
        <a:p>
          <a:endParaRPr lang="en-US"/>
        </a:p>
      </dgm:t>
    </dgm:pt>
    <dgm:pt modelId="{862C21BF-CB0A-42EC-A6A9-657C83EB574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1" dirty="0"/>
            <a:t>User Request</a:t>
          </a:r>
          <a:endParaRPr lang="en-US" sz="1500" dirty="0"/>
        </a:p>
      </dgm:t>
    </dgm:pt>
    <dgm:pt modelId="{63F37591-ED73-4F65-AE1D-051B4DEC7F4C}" type="parTrans" cxnId="{64DA9FF0-3188-4F56-B3B6-3C56BBE40B7E}">
      <dgm:prSet/>
      <dgm:spPr/>
      <dgm:t>
        <a:bodyPr/>
        <a:lstStyle/>
        <a:p>
          <a:endParaRPr lang="en-US"/>
        </a:p>
      </dgm:t>
    </dgm:pt>
    <dgm:pt modelId="{7C34E3DA-E17E-4E25-AB39-BACAF53713A7}" type="sibTrans" cxnId="{64DA9FF0-3188-4F56-B3B6-3C56BBE40B7E}">
      <dgm:prSet/>
      <dgm:spPr/>
      <dgm:t>
        <a:bodyPr/>
        <a:lstStyle/>
        <a:p>
          <a:endParaRPr lang="en-US"/>
        </a:p>
      </dgm:t>
    </dgm:pt>
    <dgm:pt modelId="{D28FC687-D588-4EB9-BDC7-0699CF4B9E0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dirty="0"/>
            <a:t>A user sends a request via the </a:t>
          </a:r>
          <a:r>
            <a:rPr lang="en-US" sz="1500" b="1" dirty="0"/>
            <a:t>Internet</a:t>
          </a:r>
          <a:r>
            <a:rPr lang="en-US" sz="1500" dirty="0"/>
            <a:t> using a device (browser/app).</a:t>
          </a:r>
        </a:p>
      </dgm:t>
    </dgm:pt>
    <dgm:pt modelId="{8508FE30-5F3B-4513-B767-40962389141A}" type="parTrans" cxnId="{CFE08F97-D984-4C2D-A111-0D015F8887E5}">
      <dgm:prSet/>
      <dgm:spPr/>
      <dgm:t>
        <a:bodyPr/>
        <a:lstStyle/>
        <a:p>
          <a:endParaRPr lang="en-US"/>
        </a:p>
      </dgm:t>
    </dgm:pt>
    <dgm:pt modelId="{641CFE81-8E8F-473F-B67E-0A5E7ADA4D86}" type="sibTrans" cxnId="{CFE08F97-D984-4C2D-A111-0D015F8887E5}">
      <dgm:prSet/>
      <dgm:spPr/>
      <dgm:t>
        <a:bodyPr/>
        <a:lstStyle/>
        <a:p>
          <a:endParaRPr lang="en-US"/>
        </a:p>
      </dgm:t>
    </dgm:pt>
    <dgm:pt modelId="{6A27B5E9-8D11-4D44-94FD-C4AB524AAAD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1" dirty="0"/>
            <a:t>Cloud Network Receives Request</a:t>
          </a:r>
          <a:endParaRPr lang="en-US" sz="1500" dirty="0"/>
        </a:p>
      </dgm:t>
    </dgm:pt>
    <dgm:pt modelId="{C79F5059-15B3-46D6-8561-5B5B5408173B}" type="parTrans" cxnId="{C42E787D-B281-4B9A-8DD7-D4CB9A47B59F}">
      <dgm:prSet/>
      <dgm:spPr/>
      <dgm:t>
        <a:bodyPr/>
        <a:lstStyle/>
        <a:p>
          <a:endParaRPr lang="en-US"/>
        </a:p>
      </dgm:t>
    </dgm:pt>
    <dgm:pt modelId="{0A03BB34-8CD6-49DB-B3C2-7A62AD708171}" type="sibTrans" cxnId="{C42E787D-B281-4B9A-8DD7-D4CB9A47B59F}">
      <dgm:prSet/>
      <dgm:spPr/>
      <dgm:t>
        <a:bodyPr/>
        <a:lstStyle/>
        <a:p>
          <a:endParaRPr lang="en-US"/>
        </a:p>
      </dgm:t>
    </dgm:pt>
    <dgm:pt modelId="{1A46E6E5-24D2-488F-9DE1-F4050CC5F66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dirty="0"/>
            <a:t>The request is sent to the </a:t>
          </a:r>
          <a:r>
            <a:rPr lang="en-US" sz="1500" b="1" dirty="0"/>
            <a:t>cloud server</a:t>
          </a:r>
          <a:r>
            <a:rPr lang="en-US" sz="1500" dirty="0"/>
            <a:t> (e.g., AWS, Azure) that hosts the service or data.</a:t>
          </a:r>
        </a:p>
      </dgm:t>
    </dgm:pt>
    <dgm:pt modelId="{7EF71280-28C1-4A88-906F-3F70D599D468}" type="parTrans" cxnId="{5F1C49FF-C6BF-447B-A5BB-2626402B080B}">
      <dgm:prSet/>
      <dgm:spPr/>
      <dgm:t>
        <a:bodyPr/>
        <a:lstStyle/>
        <a:p>
          <a:endParaRPr lang="en-US"/>
        </a:p>
      </dgm:t>
    </dgm:pt>
    <dgm:pt modelId="{18191F7D-D981-43F0-A37D-DE8F95A6123C}" type="sibTrans" cxnId="{5F1C49FF-C6BF-447B-A5BB-2626402B080B}">
      <dgm:prSet/>
      <dgm:spPr/>
      <dgm:t>
        <a:bodyPr/>
        <a:lstStyle/>
        <a:p>
          <a:endParaRPr lang="en-US"/>
        </a:p>
      </dgm:t>
    </dgm:pt>
    <dgm:pt modelId="{F605827B-9183-4256-865D-27DE7DD4F92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1" dirty="0"/>
            <a:t>Processing the Request</a:t>
          </a:r>
          <a:endParaRPr lang="en-US" sz="1500" dirty="0"/>
        </a:p>
      </dgm:t>
    </dgm:pt>
    <dgm:pt modelId="{02C6E441-9627-4C08-B6DC-381B783C822F}" type="parTrans" cxnId="{E6249068-2CE3-43EB-94E5-B01F1BE0907E}">
      <dgm:prSet/>
      <dgm:spPr/>
      <dgm:t>
        <a:bodyPr/>
        <a:lstStyle/>
        <a:p>
          <a:endParaRPr lang="en-US"/>
        </a:p>
      </dgm:t>
    </dgm:pt>
    <dgm:pt modelId="{A214F782-CF8D-44D0-A441-BA40560F5F51}" type="sibTrans" cxnId="{E6249068-2CE3-43EB-94E5-B01F1BE0907E}">
      <dgm:prSet/>
      <dgm:spPr/>
      <dgm:t>
        <a:bodyPr/>
        <a:lstStyle/>
        <a:p>
          <a:endParaRPr lang="en-US"/>
        </a:p>
      </dgm:t>
    </dgm:pt>
    <dgm:pt modelId="{6FD0B5F1-F975-469A-9C0F-8541242A67A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dirty="0"/>
            <a:t>Cloud </a:t>
          </a:r>
          <a:r>
            <a:rPr lang="en-US" sz="1500" b="1" dirty="0"/>
            <a:t>runtime environment</a:t>
          </a:r>
          <a:r>
            <a:rPr lang="en-US" sz="1500" dirty="0"/>
            <a:t> executes the application logic.</a:t>
          </a:r>
        </a:p>
      </dgm:t>
    </dgm:pt>
    <dgm:pt modelId="{BDDBD571-2EE0-4178-BD81-1FE242A9051E}" type="parTrans" cxnId="{BB24322E-35C2-41B2-8F28-0DA2770D0762}">
      <dgm:prSet/>
      <dgm:spPr/>
      <dgm:t>
        <a:bodyPr/>
        <a:lstStyle/>
        <a:p>
          <a:endParaRPr lang="en-US"/>
        </a:p>
      </dgm:t>
    </dgm:pt>
    <dgm:pt modelId="{5AE5CDD9-8B78-4261-A069-3318735D15D1}" type="sibTrans" cxnId="{BB24322E-35C2-41B2-8F28-0DA2770D0762}">
      <dgm:prSet/>
      <dgm:spPr/>
      <dgm:t>
        <a:bodyPr/>
        <a:lstStyle/>
        <a:p>
          <a:endParaRPr lang="en-US"/>
        </a:p>
      </dgm:t>
    </dgm:pt>
    <dgm:pt modelId="{F9459D43-D7F9-4523-B6DB-12C453DE0D8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dirty="0"/>
            <a:t>It may access </a:t>
          </a:r>
          <a:r>
            <a:rPr lang="en-US" sz="1500" b="1" dirty="0"/>
            <a:t>storage</a:t>
          </a:r>
          <a:r>
            <a:rPr lang="en-US" sz="1500" dirty="0"/>
            <a:t>, databases, or other services.</a:t>
          </a:r>
        </a:p>
      </dgm:t>
    </dgm:pt>
    <dgm:pt modelId="{D10361DF-E6FD-417D-A5C0-0073252E44D7}" type="parTrans" cxnId="{CC5F8868-CE5C-44AD-843E-1DE94547ECBD}">
      <dgm:prSet/>
      <dgm:spPr/>
      <dgm:t>
        <a:bodyPr/>
        <a:lstStyle/>
        <a:p>
          <a:endParaRPr lang="en-US"/>
        </a:p>
      </dgm:t>
    </dgm:pt>
    <dgm:pt modelId="{414EDD51-9297-4A0F-94EF-D45752566D8F}" type="sibTrans" cxnId="{CC5F8868-CE5C-44AD-843E-1DE94547ECBD}">
      <dgm:prSet/>
      <dgm:spPr/>
      <dgm:t>
        <a:bodyPr/>
        <a:lstStyle/>
        <a:p>
          <a:endParaRPr lang="en-US"/>
        </a:p>
      </dgm:t>
    </dgm:pt>
    <dgm:pt modelId="{3CAA0A39-DFD4-4E6D-BC0D-D00731D02D4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1"/>
            <a:t>Service Models Used</a:t>
          </a:r>
          <a:endParaRPr lang="en-US" sz="1500"/>
        </a:p>
      </dgm:t>
    </dgm:pt>
    <dgm:pt modelId="{DA7F97B4-FDEE-4A1E-B93D-720C70118B62}" type="parTrans" cxnId="{DF1DEF54-A2C5-4FFA-8CB9-30978F5B2095}">
      <dgm:prSet/>
      <dgm:spPr/>
      <dgm:t>
        <a:bodyPr/>
        <a:lstStyle/>
        <a:p>
          <a:endParaRPr lang="en-US"/>
        </a:p>
      </dgm:t>
    </dgm:pt>
    <dgm:pt modelId="{AB847AFA-3E35-443D-8DBB-6F80121AAB38}" type="sibTrans" cxnId="{DF1DEF54-A2C5-4FFA-8CB9-30978F5B2095}">
      <dgm:prSet/>
      <dgm:spPr/>
      <dgm:t>
        <a:bodyPr/>
        <a:lstStyle/>
        <a:p>
          <a:endParaRPr lang="en-US"/>
        </a:p>
      </dgm:t>
    </dgm:pt>
    <dgm:pt modelId="{13FA0D14-36C3-438C-BFC2-FE351B08916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dirty="0"/>
            <a:t>Depending on the use:</a:t>
          </a:r>
        </a:p>
      </dgm:t>
    </dgm:pt>
    <dgm:pt modelId="{D5771B1F-956A-43F6-9102-ECE80D50BC61}" type="parTrans" cxnId="{36CB81AF-177B-42F7-AC16-0339F687B1D8}">
      <dgm:prSet/>
      <dgm:spPr/>
      <dgm:t>
        <a:bodyPr/>
        <a:lstStyle/>
        <a:p>
          <a:endParaRPr lang="en-US"/>
        </a:p>
      </dgm:t>
    </dgm:pt>
    <dgm:pt modelId="{3ED8295A-A5C4-4536-A254-EAF1E891B81E}" type="sibTrans" cxnId="{36CB81AF-177B-42F7-AC16-0339F687B1D8}">
      <dgm:prSet/>
      <dgm:spPr/>
      <dgm:t>
        <a:bodyPr/>
        <a:lstStyle/>
        <a:p>
          <a:endParaRPr lang="en-US"/>
        </a:p>
      </dgm:t>
    </dgm:pt>
    <dgm:pt modelId="{A4EB4A2A-75A4-452F-9330-6A3D1076BAD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1" dirty="0"/>
            <a:t>IaaS</a:t>
          </a:r>
          <a:r>
            <a:rPr lang="en-US" sz="1500" dirty="0"/>
            <a:t>: Virtual Machines</a:t>
          </a:r>
        </a:p>
      </dgm:t>
    </dgm:pt>
    <dgm:pt modelId="{4A8D96B2-ED8A-4DC8-9BC3-5E56E6FFB90D}" type="parTrans" cxnId="{6E8DC1FC-A282-4DB7-A847-57F196CB0C38}">
      <dgm:prSet/>
      <dgm:spPr/>
      <dgm:t>
        <a:bodyPr/>
        <a:lstStyle/>
        <a:p>
          <a:endParaRPr lang="en-US"/>
        </a:p>
      </dgm:t>
    </dgm:pt>
    <dgm:pt modelId="{92099419-ECC5-4502-B69D-F117C4B798D6}" type="sibTrans" cxnId="{6E8DC1FC-A282-4DB7-A847-57F196CB0C38}">
      <dgm:prSet/>
      <dgm:spPr/>
      <dgm:t>
        <a:bodyPr/>
        <a:lstStyle/>
        <a:p>
          <a:endParaRPr lang="en-US"/>
        </a:p>
      </dgm:t>
    </dgm:pt>
    <dgm:pt modelId="{6FA5A09A-C339-40F4-9B3E-D934CC64AD2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1" dirty="0"/>
            <a:t>PaaS</a:t>
          </a:r>
          <a:r>
            <a:rPr lang="en-US" sz="1500" dirty="0"/>
            <a:t>: Heroku, Microsoft Azure App Service</a:t>
          </a:r>
        </a:p>
      </dgm:t>
    </dgm:pt>
    <dgm:pt modelId="{C5746746-5477-474B-A8E5-10DE6AE620CD}" type="parTrans" cxnId="{B56C79E2-3A9B-4FCC-A304-DD49B9793D5E}">
      <dgm:prSet/>
      <dgm:spPr/>
      <dgm:t>
        <a:bodyPr/>
        <a:lstStyle/>
        <a:p>
          <a:endParaRPr lang="en-US"/>
        </a:p>
      </dgm:t>
    </dgm:pt>
    <dgm:pt modelId="{E31CDACC-6F08-430F-AEB4-7C47405312F6}" type="sibTrans" cxnId="{B56C79E2-3A9B-4FCC-A304-DD49B9793D5E}">
      <dgm:prSet/>
      <dgm:spPr/>
      <dgm:t>
        <a:bodyPr/>
        <a:lstStyle/>
        <a:p>
          <a:endParaRPr lang="en-US"/>
        </a:p>
      </dgm:t>
    </dgm:pt>
    <dgm:pt modelId="{949B5466-0EA2-4D8E-95ED-CDABA48DDBB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1" dirty="0"/>
            <a:t>SaaS</a:t>
          </a:r>
          <a:r>
            <a:rPr lang="en-US" sz="1500" dirty="0"/>
            <a:t>: Gmail, Google Drive</a:t>
          </a:r>
        </a:p>
      </dgm:t>
    </dgm:pt>
    <dgm:pt modelId="{74A974E9-AF62-4963-A8FC-F4B2999DAD23}" type="parTrans" cxnId="{0862A46A-A7CE-48AC-92D3-A3E400097212}">
      <dgm:prSet/>
      <dgm:spPr/>
      <dgm:t>
        <a:bodyPr/>
        <a:lstStyle/>
        <a:p>
          <a:endParaRPr lang="en-US"/>
        </a:p>
      </dgm:t>
    </dgm:pt>
    <dgm:pt modelId="{5A0DBB6A-C509-4A66-9EA1-B01F6EED6BC7}" type="sibTrans" cxnId="{0862A46A-A7CE-48AC-92D3-A3E400097212}">
      <dgm:prSet/>
      <dgm:spPr/>
      <dgm:t>
        <a:bodyPr/>
        <a:lstStyle/>
        <a:p>
          <a:endParaRPr lang="en-US"/>
        </a:p>
      </dgm:t>
    </dgm:pt>
    <dgm:pt modelId="{16741030-E2C1-421F-8628-135AD0EBB8A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1"/>
            <a:t>Response Delivered</a:t>
          </a:r>
          <a:endParaRPr lang="en-US" sz="1500"/>
        </a:p>
      </dgm:t>
    </dgm:pt>
    <dgm:pt modelId="{51E1BAD8-45CD-44F9-95EF-7D750DB49B6D}" type="parTrans" cxnId="{F73627BA-C749-4A96-99BB-D8DB40DE03AC}">
      <dgm:prSet/>
      <dgm:spPr/>
      <dgm:t>
        <a:bodyPr/>
        <a:lstStyle/>
        <a:p>
          <a:endParaRPr lang="en-US"/>
        </a:p>
      </dgm:t>
    </dgm:pt>
    <dgm:pt modelId="{FC5A1C72-0529-48F5-B0BE-C8856B188475}" type="sibTrans" cxnId="{F73627BA-C749-4A96-99BB-D8DB40DE03AC}">
      <dgm:prSet/>
      <dgm:spPr/>
      <dgm:t>
        <a:bodyPr/>
        <a:lstStyle/>
        <a:p>
          <a:endParaRPr lang="en-US"/>
        </a:p>
      </dgm:t>
    </dgm:pt>
    <dgm:pt modelId="{912C1C9E-EB9F-4713-995F-66B2FD1D1C4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/>
            <a:t>The processed output is sent back to the user's device via the Internet.</a:t>
          </a:r>
        </a:p>
      </dgm:t>
    </dgm:pt>
    <dgm:pt modelId="{E351401E-66F0-4BF8-86A3-3FAA9A0A76EA}" type="parTrans" cxnId="{EB3BC784-523D-42B1-8244-C83C09F7D46F}">
      <dgm:prSet/>
      <dgm:spPr/>
      <dgm:t>
        <a:bodyPr/>
        <a:lstStyle/>
        <a:p>
          <a:endParaRPr lang="en-US"/>
        </a:p>
      </dgm:t>
    </dgm:pt>
    <dgm:pt modelId="{85F367AD-EA05-4D41-9FCB-ED52470519DC}" type="sibTrans" cxnId="{EB3BC784-523D-42B1-8244-C83C09F7D46F}">
      <dgm:prSet/>
      <dgm:spPr/>
      <dgm:t>
        <a:bodyPr/>
        <a:lstStyle/>
        <a:p>
          <a:endParaRPr lang="en-US"/>
        </a:p>
      </dgm:t>
    </dgm:pt>
    <dgm:pt modelId="{022E3CA2-A18E-4030-9B54-8AB1054FC92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1" dirty="0"/>
            <a:t>Management &amp; Monitoring</a:t>
          </a:r>
          <a:endParaRPr lang="en-US" sz="1500" dirty="0"/>
        </a:p>
      </dgm:t>
    </dgm:pt>
    <dgm:pt modelId="{34AC7CC4-32F7-429E-9E8B-A9999D750C8C}" type="parTrans" cxnId="{20D1DC22-61C9-4E84-8570-9DACEC955D80}">
      <dgm:prSet/>
      <dgm:spPr/>
      <dgm:t>
        <a:bodyPr/>
        <a:lstStyle/>
        <a:p>
          <a:endParaRPr lang="en-US"/>
        </a:p>
      </dgm:t>
    </dgm:pt>
    <dgm:pt modelId="{81306F38-DF3E-41C8-A3A1-E353F601DBD6}" type="sibTrans" cxnId="{20D1DC22-61C9-4E84-8570-9DACEC955D80}">
      <dgm:prSet/>
      <dgm:spPr/>
      <dgm:t>
        <a:bodyPr/>
        <a:lstStyle/>
        <a:p>
          <a:endParaRPr lang="en-US"/>
        </a:p>
      </dgm:t>
    </dgm:pt>
    <dgm:pt modelId="{D2CEAB27-4AAC-4B2E-962D-EBA3A12EE68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dirty="0"/>
            <a:t>Cloud provider </a:t>
          </a:r>
          <a:r>
            <a:rPr lang="en-US" sz="1500" b="1" dirty="0"/>
            <a:t>monitors performance</a:t>
          </a:r>
          <a:r>
            <a:rPr lang="en-US" sz="1500" dirty="0"/>
            <a:t>, </a:t>
          </a:r>
          <a:r>
            <a:rPr lang="en-US" sz="1500" b="1" dirty="0"/>
            <a:t>allocates resources</a:t>
          </a:r>
          <a:r>
            <a:rPr lang="en-US" sz="1500" dirty="0"/>
            <a:t>, and </a:t>
          </a:r>
          <a:r>
            <a:rPr lang="en-US" sz="1500" b="1" dirty="0"/>
            <a:t>ensures security</a:t>
          </a:r>
          <a:r>
            <a:rPr lang="en-US" sz="1500" dirty="0"/>
            <a:t>.</a:t>
          </a:r>
        </a:p>
      </dgm:t>
    </dgm:pt>
    <dgm:pt modelId="{D7D4E918-91A2-41FB-8F1C-E2FB3CC4925D}" type="parTrans" cxnId="{500676A6-AFDA-4440-9719-BC42ACFD4051}">
      <dgm:prSet/>
      <dgm:spPr/>
      <dgm:t>
        <a:bodyPr/>
        <a:lstStyle/>
        <a:p>
          <a:endParaRPr lang="en-US"/>
        </a:p>
      </dgm:t>
    </dgm:pt>
    <dgm:pt modelId="{8E007A61-25BD-49D3-9366-6F27E015EA2E}" type="sibTrans" cxnId="{500676A6-AFDA-4440-9719-BC42ACFD4051}">
      <dgm:prSet/>
      <dgm:spPr/>
      <dgm:t>
        <a:bodyPr/>
        <a:lstStyle/>
        <a:p>
          <a:endParaRPr lang="en-US"/>
        </a:p>
      </dgm:t>
    </dgm:pt>
    <dgm:pt modelId="{DCE662CE-15C1-457C-B5F0-D9928A956B80}" type="pres">
      <dgm:prSet presAssocID="{C3312089-B899-4FE1-A6E5-44170612FE80}" presName="Name0" presStyleCnt="0">
        <dgm:presLayoutVars>
          <dgm:dir/>
          <dgm:animLvl val="lvl"/>
          <dgm:resizeHandles val="exact"/>
        </dgm:presLayoutVars>
      </dgm:prSet>
      <dgm:spPr/>
    </dgm:pt>
    <dgm:pt modelId="{6550308B-B98A-485C-99E1-ACCF8CE5AECD}" type="pres">
      <dgm:prSet presAssocID="{35F734B6-B892-4D59-8CC4-1B43141E4D29}" presName="linNode" presStyleCnt="0"/>
      <dgm:spPr/>
    </dgm:pt>
    <dgm:pt modelId="{C451E673-DDB2-49CE-B9D2-0B752E9D8D35}" type="pres">
      <dgm:prSet presAssocID="{35F734B6-B892-4D59-8CC4-1B43141E4D29}" presName="parentText" presStyleLbl="node1" presStyleIdx="0" presStyleCnt="1" custScaleY="100098" custLinFactNeighborX="-7" custLinFactNeighborY="-137">
        <dgm:presLayoutVars>
          <dgm:chMax val="1"/>
          <dgm:bulletEnabled val="1"/>
        </dgm:presLayoutVars>
      </dgm:prSet>
      <dgm:spPr/>
    </dgm:pt>
    <dgm:pt modelId="{95748123-1792-4FA5-B907-EF5617EB7ADE}" type="pres">
      <dgm:prSet presAssocID="{35F734B6-B892-4D59-8CC4-1B43141E4D29}" presName="descendantText" presStyleLbl="alignAccFollowNode1" presStyleIdx="0" presStyleCnt="1" custScaleX="101838" custScaleY="108050" custLinFactNeighborY="0">
        <dgm:presLayoutVars>
          <dgm:bulletEnabled val="1"/>
        </dgm:presLayoutVars>
      </dgm:prSet>
      <dgm:spPr/>
    </dgm:pt>
  </dgm:ptLst>
  <dgm:cxnLst>
    <dgm:cxn modelId="{495A2106-A21B-419D-A869-E9B4788130E6}" type="presOf" srcId="{949B5466-0EA2-4D8E-95ED-CDABA48DDBBD}" destId="{95748123-1792-4FA5-B907-EF5617EB7ADE}" srcOrd="0" destOrd="11" presId="urn:microsoft.com/office/officeart/2005/8/layout/vList5"/>
    <dgm:cxn modelId="{53BAEC11-FC63-4E24-B42C-1A7C32B20927}" type="presOf" srcId="{C3312089-B899-4FE1-A6E5-44170612FE80}" destId="{DCE662CE-15C1-457C-B5F0-D9928A956B80}" srcOrd="0" destOrd="0" presId="urn:microsoft.com/office/officeart/2005/8/layout/vList5"/>
    <dgm:cxn modelId="{2683081C-0881-48A0-BC98-F3C1EBB43C28}" srcId="{C3312089-B899-4FE1-A6E5-44170612FE80}" destId="{35F734B6-B892-4D59-8CC4-1B43141E4D29}" srcOrd="0" destOrd="0" parTransId="{7B54205E-FD23-48C8-9A84-86B95F837680}" sibTransId="{599CF124-43B3-4598-8430-913E3709CFFF}"/>
    <dgm:cxn modelId="{20D1DC22-61C9-4E84-8570-9DACEC955D80}" srcId="{35F734B6-B892-4D59-8CC4-1B43141E4D29}" destId="{022E3CA2-A18E-4030-9B54-8AB1054FC921}" srcOrd="5" destOrd="0" parTransId="{34AC7CC4-32F7-429E-9E8B-A9999D750C8C}" sibTransId="{81306F38-DF3E-41C8-A3A1-E353F601DBD6}"/>
    <dgm:cxn modelId="{BB24322E-35C2-41B2-8F28-0DA2770D0762}" srcId="{F605827B-9183-4256-865D-27DE7DD4F926}" destId="{6FD0B5F1-F975-469A-9C0F-8541242A67A9}" srcOrd="0" destOrd="0" parTransId="{BDDBD571-2EE0-4178-BD81-1FE242A9051E}" sibTransId="{5AE5CDD9-8B78-4261-A069-3318735D15D1}"/>
    <dgm:cxn modelId="{40C79F38-3D20-40E9-A5D7-C6094BFC27F6}" type="presOf" srcId="{F9459D43-D7F9-4523-B6DB-12C453DE0D82}" destId="{95748123-1792-4FA5-B907-EF5617EB7ADE}" srcOrd="0" destOrd="6" presId="urn:microsoft.com/office/officeart/2005/8/layout/vList5"/>
    <dgm:cxn modelId="{4A094A65-AD51-4DB0-B46D-8CEC87B0E270}" type="presOf" srcId="{35F734B6-B892-4D59-8CC4-1B43141E4D29}" destId="{C451E673-DDB2-49CE-B9D2-0B752E9D8D35}" srcOrd="0" destOrd="0" presId="urn:microsoft.com/office/officeart/2005/8/layout/vList5"/>
    <dgm:cxn modelId="{18C35645-C152-4C84-969A-94648A5C0F5F}" type="presOf" srcId="{13FA0D14-36C3-438C-BFC2-FE351B08916C}" destId="{95748123-1792-4FA5-B907-EF5617EB7ADE}" srcOrd="0" destOrd="8" presId="urn:microsoft.com/office/officeart/2005/8/layout/vList5"/>
    <dgm:cxn modelId="{FDA08E67-85A2-41C5-953E-44A442C21F4A}" type="presOf" srcId="{16741030-E2C1-421F-8628-135AD0EBB8AB}" destId="{95748123-1792-4FA5-B907-EF5617EB7ADE}" srcOrd="0" destOrd="12" presId="urn:microsoft.com/office/officeart/2005/8/layout/vList5"/>
    <dgm:cxn modelId="{CC5F8868-CE5C-44AD-843E-1DE94547ECBD}" srcId="{F605827B-9183-4256-865D-27DE7DD4F926}" destId="{F9459D43-D7F9-4523-B6DB-12C453DE0D82}" srcOrd="1" destOrd="0" parTransId="{D10361DF-E6FD-417D-A5C0-0073252E44D7}" sibTransId="{414EDD51-9297-4A0F-94EF-D45752566D8F}"/>
    <dgm:cxn modelId="{E6249068-2CE3-43EB-94E5-B01F1BE0907E}" srcId="{35F734B6-B892-4D59-8CC4-1B43141E4D29}" destId="{F605827B-9183-4256-865D-27DE7DD4F926}" srcOrd="2" destOrd="0" parTransId="{02C6E441-9627-4C08-B6DC-381B783C822F}" sibTransId="{A214F782-CF8D-44D0-A441-BA40560F5F51}"/>
    <dgm:cxn modelId="{0862A46A-A7CE-48AC-92D3-A3E400097212}" srcId="{13FA0D14-36C3-438C-BFC2-FE351B08916C}" destId="{949B5466-0EA2-4D8E-95ED-CDABA48DDBBD}" srcOrd="2" destOrd="0" parTransId="{74A974E9-AF62-4963-A8FC-F4B2999DAD23}" sibTransId="{5A0DBB6A-C509-4A66-9EA1-B01F6EED6BC7}"/>
    <dgm:cxn modelId="{F0D61B4C-2612-4F00-A1B4-3C6A5E552159}" type="presOf" srcId="{6FD0B5F1-F975-469A-9C0F-8541242A67A9}" destId="{95748123-1792-4FA5-B907-EF5617EB7ADE}" srcOrd="0" destOrd="5" presId="urn:microsoft.com/office/officeart/2005/8/layout/vList5"/>
    <dgm:cxn modelId="{DF1DEF54-A2C5-4FFA-8CB9-30978F5B2095}" srcId="{35F734B6-B892-4D59-8CC4-1B43141E4D29}" destId="{3CAA0A39-DFD4-4E6D-BC0D-D00731D02D4A}" srcOrd="3" destOrd="0" parTransId="{DA7F97B4-FDEE-4A1E-B93D-720C70118B62}" sibTransId="{AB847AFA-3E35-443D-8DBB-6F80121AAB38}"/>
    <dgm:cxn modelId="{5EA42756-1B2E-4733-8228-75E03345B7D4}" type="presOf" srcId="{862C21BF-CB0A-42EC-A6A9-657C83EB574C}" destId="{95748123-1792-4FA5-B907-EF5617EB7ADE}" srcOrd="0" destOrd="0" presId="urn:microsoft.com/office/officeart/2005/8/layout/vList5"/>
    <dgm:cxn modelId="{BDCB1577-2361-49FF-800B-54DE5CDEFFCE}" type="presOf" srcId="{A4EB4A2A-75A4-452F-9330-6A3D1076BADC}" destId="{95748123-1792-4FA5-B907-EF5617EB7ADE}" srcOrd="0" destOrd="9" presId="urn:microsoft.com/office/officeart/2005/8/layout/vList5"/>
    <dgm:cxn modelId="{C42E787D-B281-4B9A-8DD7-D4CB9A47B59F}" srcId="{35F734B6-B892-4D59-8CC4-1B43141E4D29}" destId="{6A27B5E9-8D11-4D44-94FD-C4AB524AAAD8}" srcOrd="1" destOrd="0" parTransId="{C79F5059-15B3-46D6-8561-5B5B5408173B}" sibTransId="{0A03BB34-8CD6-49DB-B3C2-7A62AD708171}"/>
    <dgm:cxn modelId="{EB3BC784-523D-42B1-8244-C83C09F7D46F}" srcId="{16741030-E2C1-421F-8628-135AD0EBB8AB}" destId="{912C1C9E-EB9F-4713-995F-66B2FD1D1C47}" srcOrd="0" destOrd="0" parTransId="{E351401E-66F0-4BF8-86A3-3FAA9A0A76EA}" sibTransId="{85F367AD-EA05-4D41-9FCB-ED52470519DC}"/>
    <dgm:cxn modelId="{CFE08F97-D984-4C2D-A111-0D015F8887E5}" srcId="{862C21BF-CB0A-42EC-A6A9-657C83EB574C}" destId="{D28FC687-D588-4EB9-BDC7-0699CF4B9E00}" srcOrd="0" destOrd="0" parTransId="{8508FE30-5F3B-4513-B767-40962389141A}" sibTransId="{641CFE81-8E8F-473F-B67E-0A5E7ADA4D86}"/>
    <dgm:cxn modelId="{5F7C23A4-1341-4874-90E2-691716D8D744}" type="presOf" srcId="{3CAA0A39-DFD4-4E6D-BC0D-D00731D02D4A}" destId="{95748123-1792-4FA5-B907-EF5617EB7ADE}" srcOrd="0" destOrd="7" presId="urn:microsoft.com/office/officeart/2005/8/layout/vList5"/>
    <dgm:cxn modelId="{500676A6-AFDA-4440-9719-BC42ACFD4051}" srcId="{022E3CA2-A18E-4030-9B54-8AB1054FC921}" destId="{D2CEAB27-4AAC-4B2E-962D-EBA3A12EE680}" srcOrd="0" destOrd="0" parTransId="{D7D4E918-91A2-41FB-8F1C-E2FB3CC4925D}" sibTransId="{8E007A61-25BD-49D3-9366-6F27E015EA2E}"/>
    <dgm:cxn modelId="{052E9DAA-5E45-4863-AD96-DD4A946B1922}" type="presOf" srcId="{D2CEAB27-4AAC-4B2E-962D-EBA3A12EE680}" destId="{95748123-1792-4FA5-B907-EF5617EB7ADE}" srcOrd="0" destOrd="15" presId="urn:microsoft.com/office/officeart/2005/8/layout/vList5"/>
    <dgm:cxn modelId="{1E209BAC-24C1-4910-8D77-9959EBBDD7C8}" type="presOf" srcId="{6A27B5E9-8D11-4D44-94FD-C4AB524AAAD8}" destId="{95748123-1792-4FA5-B907-EF5617EB7ADE}" srcOrd="0" destOrd="2" presId="urn:microsoft.com/office/officeart/2005/8/layout/vList5"/>
    <dgm:cxn modelId="{36CB81AF-177B-42F7-AC16-0339F687B1D8}" srcId="{3CAA0A39-DFD4-4E6D-BC0D-D00731D02D4A}" destId="{13FA0D14-36C3-438C-BFC2-FE351B08916C}" srcOrd="0" destOrd="0" parTransId="{D5771B1F-956A-43F6-9102-ECE80D50BC61}" sibTransId="{3ED8295A-A5C4-4536-A254-EAF1E891B81E}"/>
    <dgm:cxn modelId="{F73627BA-C749-4A96-99BB-D8DB40DE03AC}" srcId="{35F734B6-B892-4D59-8CC4-1B43141E4D29}" destId="{16741030-E2C1-421F-8628-135AD0EBB8AB}" srcOrd="4" destOrd="0" parTransId="{51E1BAD8-45CD-44F9-95EF-7D750DB49B6D}" sibTransId="{FC5A1C72-0529-48F5-B0BE-C8856B188475}"/>
    <dgm:cxn modelId="{FD05D0BE-59AB-44F7-9AA9-C44954D8B850}" type="presOf" srcId="{6FA5A09A-C339-40F4-9B3E-D934CC64AD27}" destId="{95748123-1792-4FA5-B907-EF5617EB7ADE}" srcOrd="0" destOrd="10" presId="urn:microsoft.com/office/officeart/2005/8/layout/vList5"/>
    <dgm:cxn modelId="{D48641DD-08FE-41B0-90AC-4BF42D252390}" type="presOf" srcId="{F605827B-9183-4256-865D-27DE7DD4F926}" destId="{95748123-1792-4FA5-B907-EF5617EB7ADE}" srcOrd="0" destOrd="4" presId="urn:microsoft.com/office/officeart/2005/8/layout/vList5"/>
    <dgm:cxn modelId="{B56C79E2-3A9B-4FCC-A304-DD49B9793D5E}" srcId="{13FA0D14-36C3-438C-BFC2-FE351B08916C}" destId="{6FA5A09A-C339-40F4-9B3E-D934CC64AD27}" srcOrd="1" destOrd="0" parTransId="{C5746746-5477-474B-A8E5-10DE6AE620CD}" sibTransId="{E31CDACC-6F08-430F-AEB4-7C47405312F6}"/>
    <dgm:cxn modelId="{E1379DE9-4435-4B89-937D-2BDB7C55AFB2}" type="presOf" srcId="{1A46E6E5-24D2-488F-9DE1-F4050CC5F665}" destId="{95748123-1792-4FA5-B907-EF5617EB7ADE}" srcOrd="0" destOrd="3" presId="urn:microsoft.com/office/officeart/2005/8/layout/vList5"/>
    <dgm:cxn modelId="{64DA9FF0-3188-4F56-B3B6-3C56BBE40B7E}" srcId="{35F734B6-B892-4D59-8CC4-1B43141E4D29}" destId="{862C21BF-CB0A-42EC-A6A9-657C83EB574C}" srcOrd="0" destOrd="0" parTransId="{63F37591-ED73-4F65-AE1D-051B4DEC7F4C}" sibTransId="{7C34E3DA-E17E-4E25-AB39-BACAF53713A7}"/>
    <dgm:cxn modelId="{DCD730F9-DD25-454C-8A53-C3273E20D68E}" type="presOf" srcId="{912C1C9E-EB9F-4713-995F-66B2FD1D1C47}" destId="{95748123-1792-4FA5-B907-EF5617EB7ADE}" srcOrd="0" destOrd="13" presId="urn:microsoft.com/office/officeart/2005/8/layout/vList5"/>
    <dgm:cxn modelId="{9F00BCFA-5A8A-4B5C-8AEF-ACA17EBEC70F}" type="presOf" srcId="{D28FC687-D588-4EB9-BDC7-0699CF4B9E00}" destId="{95748123-1792-4FA5-B907-EF5617EB7ADE}" srcOrd="0" destOrd="1" presId="urn:microsoft.com/office/officeart/2005/8/layout/vList5"/>
    <dgm:cxn modelId="{6E8DC1FC-A282-4DB7-A847-57F196CB0C38}" srcId="{13FA0D14-36C3-438C-BFC2-FE351B08916C}" destId="{A4EB4A2A-75A4-452F-9330-6A3D1076BADC}" srcOrd="0" destOrd="0" parTransId="{4A8D96B2-ED8A-4DC8-9BC3-5E56E6FFB90D}" sibTransId="{92099419-ECC5-4502-B69D-F117C4B798D6}"/>
    <dgm:cxn modelId="{5F1C49FF-C6BF-447B-A5BB-2626402B080B}" srcId="{6A27B5E9-8D11-4D44-94FD-C4AB524AAAD8}" destId="{1A46E6E5-24D2-488F-9DE1-F4050CC5F665}" srcOrd="0" destOrd="0" parTransId="{7EF71280-28C1-4A88-906F-3F70D599D468}" sibTransId="{18191F7D-D981-43F0-A37D-DE8F95A6123C}"/>
    <dgm:cxn modelId="{63AF90FF-3E98-49CD-A32F-FB13FB3178AD}" type="presOf" srcId="{022E3CA2-A18E-4030-9B54-8AB1054FC921}" destId="{95748123-1792-4FA5-B907-EF5617EB7ADE}" srcOrd="0" destOrd="14" presId="urn:microsoft.com/office/officeart/2005/8/layout/vList5"/>
    <dgm:cxn modelId="{1084DA1C-779E-4356-AC15-E83CA5F9E8FD}" type="presParOf" srcId="{DCE662CE-15C1-457C-B5F0-D9928A956B80}" destId="{6550308B-B98A-485C-99E1-ACCF8CE5AECD}" srcOrd="0" destOrd="0" presId="urn:microsoft.com/office/officeart/2005/8/layout/vList5"/>
    <dgm:cxn modelId="{7AA6E200-A0DB-44B7-ABD5-A34B39A71A01}" type="presParOf" srcId="{6550308B-B98A-485C-99E1-ACCF8CE5AECD}" destId="{C451E673-DDB2-49CE-B9D2-0B752E9D8D35}" srcOrd="0" destOrd="0" presId="urn:microsoft.com/office/officeart/2005/8/layout/vList5"/>
    <dgm:cxn modelId="{7E048EDA-F392-4593-A56D-86D86DB6E749}" type="presParOf" srcId="{6550308B-B98A-485C-99E1-ACCF8CE5AECD}" destId="{95748123-1792-4FA5-B907-EF5617EB7AD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28607B-1992-41D7-8182-BD5A5044D48A}">
      <dsp:nvSpPr>
        <dsp:cNvPr id="0" name=""/>
        <dsp:cNvSpPr/>
      </dsp:nvSpPr>
      <dsp:spPr>
        <a:xfrm>
          <a:off x="0" y="0"/>
          <a:ext cx="9144000" cy="5876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Cloud Computing Architecture</a:t>
          </a:r>
        </a:p>
      </dsp:txBody>
      <dsp:txXfrm>
        <a:off x="28686" y="28686"/>
        <a:ext cx="9086628" cy="5302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75CD88-600D-4CB5-9778-9132AB47D309}">
      <dsp:nvSpPr>
        <dsp:cNvPr id="0" name=""/>
        <dsp:cNvSpPr/>
      </dsp:nvSpPr>
      <dsp:spPr>
        <a:xfrm>
          <a:off x="0" y="23495"/>
          <a:ext cx="91440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chemeClr val="bg1"/>
              </a:solidFill>
            </a:rPr>
            <a:t>1. Introduction to Cloud </a:t>
          </a:r>
        </a:p>
      </dsp:txBody>
      <dsp:txXfrm>
        <a:off x="35125" y="58620"/>
        <a:ext cx="9073750" cy="649299"/>
      </dsp:txXfrm>
    </dsp:sp>
    <dsp:sp modelId="{10584386-E674-446B-8972-623D5F01E6D0}">
      <dsp:nvSpPr>
        <dsp:cNvPr id="0" name=""/>
        <dsp:cNvSpPr/>
      </dsp:nvSpPr>
      <dsp:spPr>
        <a:xfrm>
          <a:off x="0" y="829445"/>
          <a:ext cx="91440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solidFill>
                <a:schemeClr val="bg1"/>
              </a:solidFill>
            </a:rPr>
            <a:t>2. Introduction to Cloud Computing</a:t>
          </a:r>
        </a:p>
      </dsp:txBody>
      <dsp:txXfrm>
        <a:off x="35125" y="864570"/>
        <a:ext cx="9073750" cy="649299"/>
      </dsp:txXfrm>
    </dsp:sp>
    <dsp:sp modelId="{C742D1E5-8359-47C3-83A6-6C6B8B64B991}">
      <dsp:nvSpPr>
        <dsp:cNvPr id="0" name=""/>
        <dsp:cNvSpPr/>
      </dsp:nvSpPr>
      <dsp:spPr>
        <a:xfrm>
          <a:off x="0" y="1635394"/>
          <a:ext cx="91440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chemeClr val="bg1"/>
              </a:solidFill>
            </a:rPr>
            <a:t>3. Cloud Computing Architecture </a:t>
          </a:r>
        </a:p>
      </dsp:txBody>
      <dsp:txXfrm>
        <a:off x="35125" y="1670519"/>
        <a:ext cx="9073750" cy="649299"/>
      </dsp:txXfrm>
    </dsp:sp>
    <dsp:sp modelId="{F624A52B-6567-463C-BA06-04089501AE01}">
      <dsp:nvSpPr>
        <dsp:cNvPr id="0" name=""/>
        <dsp:cNvSpPr/>
      </dsp:nvSpPr>
      <dsp:spPr>
        <a:xfrm>
          <a:off x="0" y="2441345"/>
          <a:ext cx="91440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solidFill>
                <a:schemeClr val="bg1"/>
              </a:solidFill>
            </a:rPr>
            <a:t>4. Components of Cloud Computing Architecture</a:t>
          </a:r>
        </a:p>
      </dsp:txBody>
      <dsp:txXfrm>
        <a:off x="35125" y="2476470"/>
        <a:ext cx="9073750" cy="649299"/>
      </dsp:txXfrm>
    </dsp:sp>
    <dsp:sp modelId="{7662CDA1-09CF-474D-AE74-60559D3CB055}">
      <dsp:nvSpPr>
        <dsp:cNvPr id="0" name=""/>
        <dsp:cNvSpPr/>
      </dsp:nvSpPr>
      <dsp:spPr>
        <a:xfrm>
          <a:off x="0" y="3247295"/>
          <a:ext cx="91440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solidFill>
                <a:schemeClr val="bg1"/>
              </a:solidFill>
            </a:rPr>
            <a:t>5. Working Mechanism of Cloud Computing Architecture</a:t>
          </a:r>
        </a:p>
      </dsp:txBody>
      <dsp:txXfrm>
        <a:off x="35125" y="3282420"/>
        <a:ext cx="9073750" cy="6492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432A3C-CD3E-4BA5-852D-2D20D4A91956}">
      <dsp:nvSpPr>
        <dsp:cNvPr id="0" name=""/>
        <dsp:cNvSpPr/>
      </dsp:nvSpPr>
      <dsp:spPr>
        <a:xfrm>
          <a:off x="0" y="15810"/>
          <a:ext cx="9549300" cy="6311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1. Introduction to Cloud </a:t>
          </a:r>
        </a:p>
      </dsp:txBody>
      <dsp:txXfrm>
        <a:off x="30811" y="46621"/>
        <a:ext cx="9487678" cy="5695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82DA86-A5F8-49A8-82A9-49DDDF5772E3}">
      <dsp:nvSpPr>
        <dsp:cNvPr id="0" name=""/>
        <dsp:cNvSpPr/>
      </dsp:nvSpPr>
      <dsp:spPr>
        <a:xfrm>
          <a:off x="0" y="73"/>
          <a:ext cx="9144000" cy="6359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2. Introduction to Cloud Computing</a:t>
          </a:r>
        </a:p>
      </dsp:txBody>
      <dsp:txXfrm>
        <a:off x="31045" y="31118"/>
        <a:ext cx="9081910" cy="5738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3A1CFB-64A7-4FA0-B1E6-63A7CE1ED3D5}">
      <dsp:nvSpPr>
        <dsp:cNvPr id="0" name=""/>
        <dsp:cNvSpPr/>
      </dsp:nvSpPr>
      <dsp:spPr>
        <a:xfrm>
          <a:off x="0" y="227"/>
          <a:ext cx="9144000" cy="6172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3. Cloud Computing Architecture </a:t>
          </a:r>
        </a:p>
      </dsp:txBody>
      <dsp:txXfrm>
        <a:off x="30130" y="30357"/>
        <a:ext cx="9083740" cy="5569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3F0651-91C3-4B8B-AF8B-5398537FCF6F}">
      <dsp:nvSpPr>
        <dsp:cNvPr id="0" name=""/>
        <dsp:cNvSpPr/>
      </dsp:nvSpPr>
      <dsp:spPr>
        <a:xfrm>
          <a:off x="0" y="153"/>
          <a:ext cx="10515600" cy="7457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3. Cloud Computing Architecture </a:t>
          </a:r>
        </a:p>
      </dsp:txBody>
      <dsp:txXfrm>
        <a:off x="36404" y="36557"/>
        <a:ext cx="10442792" cy="67292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76B8A5-EA59-49F9-8587-E72B0BBBBF40}">
      <dsp:nvSpPr>
        <dsp:cNvPr id="0" name=""/>
        <dsp:cNvSpPr/>
      </dsp:nvSpPr>
      <dsp:spPr>
        <a:xfrm rot="5400000">
          <a:off x="1330085" y="661718"/>
          <a:ext cx="3304135" cy="280673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1" i="0" kern="1200"/>
            <a:t>Front end </a:t>
          </a:r>
          <a:r>
            <a:rPr lang="en-US" sz="2200" b="0" i="0" kern="1200"/>
            <a:t>( Fat client, Thin client)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1" i="0" kern="1200"/>
            <a:t>Back-end</a:t>
          </a:r>
          <a:r>
            <a:rPr lang="en-US" sz="2200" b="0" i="0" kern="1200"/>
            <a:t> platforms ( Servers, Storage )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1" i="0" kern="1200" dirty="0"/>
            <a:t>Cloud-based delivery and a network </a:t>
          </a:r>
          <a:r>
            <a:rPr lang="en-US" sz="2200" b="0" i="0" kern="1200" dirty="0"/>
            <a:t>( Internet, Intranet, Intercloud)</a:t>
          </a:r>
          <a:endParaRPr lang="en-US" sz="2200" kern="1200" dirty="0"/>
        </a:p>
      </dsp:txBody>
      <dsp:txXfrm rot="-5400000">
        <a:off x="1578787" y="550030"/>
        <a:ext cx="2669719" cy="3030109"/>
      </dsp:txXfrm>
    </dsp:sp>
    <dsp:sp modelId="{59925B46-47FA-413D-84F7-5D2B281A440B}">
      <dsp:nvSpPr>
        <dsp:cNvPr id="0" name=""/>
        <dsp:cNvSpPr/>
      </dsp:nvSpPr>
      <dsp:spPr>
        <a:xfrm>
          <a:off x="0" y="0"/>
          <a:ext cx="1578786" cy="41301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1" kern="1200"/>
            <a:t>Typical components: </a:t>
          </a:r>
          <a:endParaRPr lang="en-US" sz="1900" kern="1200"/>
        </a:p>
      </dsp:txBody>
      <dsp:txXfrm>
        <a:off x="77070" y="77070"/>
        <a:ext cx="1424646" cy="397602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146F1F-182F-49FD-9C2F-E0FC06E7C6E9}">
      <dsp:nvSpPr>
        <dsp:cNvPr id="0" name=""/>
        <dsp:cNvSpPr/>
      </dsp:nvSpPr>
      <dsp:spPr>
        <a:xfrm>
          <a:off x="0" y="0"/>
          <a:ext cx="10515600" cy="77047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5. Working Mechanism of Cloud Computing </a:t>
          </a:r>
        </a:p>
      </dsp:txBody>
      <dsp:txXfrm>
        <a:off x="37611" y="37611"/>
        <a:ext cx="10440378" cy="69525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748123-1792-4FA5-B907-EF5617EB7ADE}">
      <dsp:nvSpPr>
        <dsp:cNvPr id="0" name=""/>
        <dsp:cNvSpPr/>
      </dsp:nvSpPr>
      <dsp:spPr>
        <a:xfrm rot="5400000">
          <a:off x="4755095" y="-759885"/>
          <a:ext cx="4383478" cy="660081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kern="1200" dirty="0"/>
            <a:t>User Request</a:t>
          </a:r>
          <a:endParaRPr lang="en-US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A user sends a request via the </a:t>
          </a:r>
          <a:r>
            <a:rPr lang="en-US" sz="1500" b="1" kern="1200" dirty="0"/>
            <a:t>Internet</a:t>
          </a:r>
          <a:r>
            <a:rPr lang="en-US" sz="1500" kern="1200" dirty="0"/>
            <a:t> using a device (browser/app).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kern="1200" dirty="0"/>
            <a:t>Cloud Network Receives Request</a:t>
          </a:r>
          <a:endParaRPr lang="en-US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The request is sent to the </a:t>
          </a:r>
          <a:r>
            <a:rPr lang="en-US" sz="1500" b="1" kern="1200" dirty="0"/>
            <a:t>cloud server</a:t>
          </a:r>
          <a:r>
            <a:rPr lang="en-US" sz="1500" kern="1200" dirty="0"/>
            <a:t> (e.g., AWS, Azure) that hosts the service or data.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kern="1200" dirty="0"/>
            <a:t>Processing the Request</a:t>
          </a:r>
          <a:endParaRPr lang="en-US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Cloud </a:t>
          </a:r>
          <a:r>
            <a:rPr lang="en-US" sz="1500" b="1" kern="1200" dirty="0"/>
            <a:t>runtime environment</a:t>
          </a:r>
          <a:r>
            <a:rPr lang="en-US" sz="1500" kern="1200" dirty="0"/>
            <a:t> executes the application logic.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It may access </a:t>
          </a:r>
          <a:r>
            <a:rPr lang="en-US" sz="1500" b="1" kern="1200" dirty="0"/>
            <a:t>storage</a:t>
          </a:r>
          <a:r>
            <a:rPr lang="en-US" sz="1500" kern="1200" dirty="0"/>
            <a:t>, databases, or other services.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kern="1200"/>
            <a:t>Service Models Used</a:t>
          </a:r>
          <a:endParaRPr lang="en-US" sz="1500" kern="120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Depending on the use:</a:t>
          </a:r>
        </a:p>
        <a:p>
          <a:pPr marL="342900" lvl="3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kern="1200" dirty="0"/>
            <a:t>IaaS</a:t>
          </a:r>
          <a:r>
            <a:rPr lang="en-US" sz="1500" kern="1200" dirty="0"/>
            <a:t>: Virtual Machines</a:t>
          </a:r>
        </a:p>
        <a:p>
          <a:pPr marL="342900" lvl="3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kern="1200" dirty="0"/>
            <a:t>PaaS</a:t>
          </a:r>
          <a:r>
            <a:rPr lang="en-US" sz="1500" kern="1200" dirty="0"/>
            <a:t>: Heroku, Microsoft Azure App Service</a:t>
          </a:r>
        </a:p>
        <a:p>
          <a:pPr marL="342900" lvl="3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kern="1200" dirty="0"/>
            <a:t>SaaS</a:t>
          </a:r>
          <a:r>
            <a:rPr lang="en-US" sz="1500" kern="1200" dirty="0"/>
            <a:t>: Gmail, Google Drive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kern="1200"/>
            <a:t>Response Delivered</a:t>
          </a:r>
          <a:endParaRPr lang="en-US" sz="1500" kern="120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/>
            <a:t>The processed output is sent back to the user's device via the Internet.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kern="1200" dirty="0"/>
            <a:t>Management &amp; Monitoring</a:t>
          </a:r>
          <a:endParaRPr lang="en-US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Cloud provider </a:t>
          </a:r>
          <a:r>
            <a:rPr lang="en-US" sz="1500" b="1" kern="1200" dirty="0"/>
            <a:t>monitors performance</a:t>
          </a:r>
          <a:r>
            <a:rPr lang="en-US" sz="1500" kern="1200" dirty="0"/>
            <a:t>, </a:t>
          </a:r>
          <a:r>
            <a:rPr lang="en-US" sz="1500" b="1" kern="1200" dirty="0"/>
            <a:t>allocates resources</a:t>
          </a:r>
          <a:r>
            <a:rPr lang="en-US" sz="1500" kern="1200" dirty="0"/>
            <a:t>, and </a:t>
          </a:r>
          <a:r>
            <a:rPr lang="en-US" sz="1500" b="1" kern="1200" dirty="0"/>
            <a:t>ensures security</a:t>
          </a:r>
          <a:r>
            <a:rPr lang="en-US" sz="1500" kern="1200" dirty="0"/>
            <a:t>.</a:t>
          </a:r>
        </a:p>
      </dsp:txBody>
      <dsp:txXfrm rot="-5400000">
        <a:off x="3646425" y="562769"/>
        <a:ext cx="6386834" cy="3955510"/>
      </dsp:txXfrm>
    </dsp:sp>
    <dsp:sp modelId="{C451E673-DDB2-49CE-B9D2-0B752E9D8D35}">
      <dsp:nvSpPr>
        <dsp:cNvPr id="0" name=""/>
        <dsp:cNvSpPr/>
      </dsp:nvSpPr>
      <dsp:spPr>
        <a:xfrm>
          <a:off x="24" y="0"/>
          <a:ext cx="3645947" cy="50760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89535" rIns="179070" bIns="8953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b="1" kern="1200" dirty="0"/>
            <a:t>☁️ Working Mechanism of Cloud Computing</a:t>
          </a:r>
          <a:endParaRPr lang="en-US" sz="4700" kern="1200" dirty="0"/>
        </a:p>
      </dsp:txBody>
      <dsp:txXfrm>
        <a:off x="178004" y="177980"/>
        <a:ext cx="3289987" cy="47201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45F14-CB90-4B6C-8787-AA0686D34FA2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0857C-C04C-49E4-8072-C5B1417FD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118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6842-57E0-4D4C-AA4C-8DF6C04A28B2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F85DA-599B-4FFA-AA29-38328849EC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513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6842-57E0-4D4C-AA4C-8DF6C04A28B2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F85DA-599B-4FFA-AA29-38328849EC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454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6842-57E0-4D4C-AA4C-8DF6C04A28B2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F85DA-599B-4FFA-AA29-38328849EC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54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6842-57E0-4D4C-AA4C-8DF6C04A28B2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F85DA-599B-4FFA-AA29-38328849EC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683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6842-57E0-4D4C-AA4C-8DF6C04A28B2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F85DA-599B-4FFA-AA29-38328849EC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136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6842-57E0-4D4C-AA4C-8DF6C04A28B2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F85DA-599B-4FFA-AA29-38328849EC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638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6842-57E0-4D4C-AA4C-8DF6C04A28B2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F85DA-599B-4FFA-AA29-38328849EC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501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6842-57E0-4D4C-AA4C-8DF6C04A28B2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F85DA-599B-4FFA-AA29-38328849EC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209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6842-57E0-4D4C-AA4C-8DF6C04A28B2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F85DA-599B-4FFA-AA29-38328849EC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29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6842-57E0-4D4C-AA4C-8DF6C04A28B2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F85DA-599B-4FFA-AA29-38328849EC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195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6842-57E0-4D4C-AA4C-8DF6C04A28B2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F85DA-599B-4FFA-AA29-38328849EC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557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A6842-57E0-4D4C-AA4C-8DF6C04A28B2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F85DA-599B-4FFA-AA29-38328849EC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8711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3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12" Type="http://schemas.openxmlformats.org/officeDocument/2006/relationships/image" Target="../media/image3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3" Type="http://schemas.openxmlformats.org/officeDocument/2006/relationships/diagramLayout" Target="../diagrams/layout8.xml"/><Relationship Id="rId7" Type="http://schemas.openxmlformats.org/officeDocument/2006/relationships/diagramData" Target="../diagrams/data9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5" Type="http://schemas.openxmlformats.org/officeDocument/2006/relationships/diagramColors" Target="../diagrams/colors8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AE895B1-B873-4DC5-9FD1-004F8CBD78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3308208"/>
              </p:ext>
            </p:extLst>
          </p:nvPr>
        </p:nvGraphicFramePr>
        <p:xfrm>
          <a:off x="1524000" y="288235"/>
          <a:ext cx="9144000" cy="5878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4C4AA84C-912A-41C7-B4E4-A221ED6A4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9959" y="2920669"/>
            <a:ext cx="4132082" cy="1500501"/>
          </a:xfr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8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Prabin Chaudhary 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Computer, VIII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NAST College,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Dhangadhi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4FAE153-69E7-463A-8116-F4518C29A093}"/>
              </a:ext>
            </a:extLst>
          </p:cNvPr>
          <p:cNvSpPr txBox="1">
            <a:spLocks/>
          </p:cNvSpPr>
          <p:nvPr/>
        </p:nvSpPr>
        <p:spPr>
          <a:xfrm>
            <a:off x="4029959" y="2153701"/>
            <a:ext cx="4132082" cy="58786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</p:txBody>
      </p:sp>
    </p:spTree>
    <p:extLst>
      <p:ext uri="{BB962C8B-B14F-4D97-AF65-F5344CB8AC3E}">
        <p14:creationId xmlns:p14="http://schemas.microsoft.com/office/powerpoint/2010/main" val="3776876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1876">
        <p:fade/>
      </p:transition>
    </mc:Choice>
    <mc:Fallback xmlns="">
      <p:transition spd="med" advTm="11876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78E2CC3-7812-4B18-AD43-ED8670EB37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7759344"/>
              </p:ext>
            </p:extLst>
          </p:nvPr>
        </p:nvGraphicFramePr>
        <p:xfrm>
          <a:off x="1524000" y="1597660"/>
          <a:ext cx="9144000" cy="39903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F7153693-BC06-454A-90EF-8560DFC8FDF7}"/>
              </a:ext>
            </a:extLst>
          </p:cNvPr>
          <p:cNvGrpSpPr/>
          <p:nvPr/>
        </p:nvGrpSpPr>
        <p:grpSpPr>
          <a:xfrm>
            <a:off x="1524000" y="373259"/>
            <a:ext cx="9144000" cy="587376"/>
            <a:chOff x="28673" y="-2941163"/>
            <a:chExt cx="9144000" cy="587376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F3BCFE1-1510-4282-8F68-CBEF5253FE60}"/>
                </a:ext>
              </a:extLst>
            </p:cNvPr>
            <p:cNvSpPr/>
            <p:nvPr/>
          </p:nvSpPr>
          <p:spPr>
            <a:xfrm>
              <a:off x="28673" y="-2941163"/>
              <a:ext cx="9144000" cy="587376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CF7B7B42-E052-4AC1-8905-FA7A48CBAE4A}"/>
                </a:ext>
              </a:extLst>
            </p:cNvPr>
            <p:cNvSpPr txBox="1"/>
            <p:nvPr/>
          </p:nvSpPr>
          <p:spPr>
            <a:xfrm>
              <a:off x="57346" y="-2912490"/>
              <a:ext cx="9086654" cy="5300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7160" tIns="137160" rIns="137160" bIns="13716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600" kern="1200" dirty="0"/>
                <a:t>Outlines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1967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33A55EF-B060-491E-AE6A-D5630ADA49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434014"/>
              </p:ext>
            </p:extLst>
          </p:nvPr>
        </p:nvGraphicFramePr>
        <p:xfrm>
          <a:off x="1321350" y="235671"/>
          <a:ext cx="9549300" cy="678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1428125D-0D4F-46B8-83B1-BDDBC8B9B1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2281" y="1419679"/>
            <a:ext cx="5173719" cy="3246588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remote servers accessed via the internet.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servers mean where the data lives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Data stored on Google Drive.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Mainly four types of cloud: Public, Private, Hybrid and Community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ED3730-A97F-4880-AB81-256D691EBF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402" y="1419679"/>
            <a:ext cx="5260814" cy="477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6427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315E14E-167F-4910-A62F-F7447B72ED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0333288"/>
              </p:ext>
            </p:extLst>
          </p:nvPr>
        </p:nvGraphicFramePr>
        <p:xfrm>
          <a:off x="1524000" y="371820"/>
          <a:ext cx="9144000" cy="6361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3282A9B0-4AAC-4430-AC6F-FA0C99A903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5324" y="1263794"/>
            <a:ext cx="5072850" cy="4090631"/>
          </a:xfrm>
          <a:solidFill>
            <a:schemeClr val="bg1"/>
          </a:solidFill>
        </p:spPr>
        <p:txBody>
          <a:bodyPr anchor="ctr"/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the technology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uses those remote servers to store, manage, and process data.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Running a web app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 providers: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Web Services (AWS), Microsoft Azure, Google Cloud Platform (GCP), IBM Cloud, Oracle Cloud, Alibaba Cloud and etc.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A9335B-6A27-41E7-B1E8-409E8D20A3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" y="1263794"/>
            <a:ext cx="6004560" cy="503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280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09C10DD-D9B6-4AD3-B7A9-69857C1163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8814269"/>
              </p:ext>
            </p:extLst>
          </p:nvPr>
        </p:nvGraphicFramePr>
        <p:xfrm>
          <a:off x="1524000" y="327991"/>
          <a:ext cx="9144000" cy="6176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92501C0-6F3D-4A07-928B-0617A33EE7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175" y="1184207"/>
            <a:ext cx="9533650" cy="534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1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8715DAC-D0FA-4E99-97CF-867F7F635D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9430928"/>
              </p:ext>
            </p:extLst>
          </p:nvPr>
        </p:nvGraphicFramePr>
        <p:xfrm>
          <a:off x="838200" y="365125"/>
          <a:ext cx="10515600" cy="7460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2D0041C-D45B-40E7-8D63-2AA1AAD2CC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8153751"/>
              </p:ext>
            </p:extLst>
          </p:nvPr>
        </p:nvGraphicFramePr>
        <p:xfrm>
          <a:off x="7112000" y="1640710"/>
          <a:ext cx="4385519" cy="41301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62DF308-1104-4200-8339-8DE6D8AE8FF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81" y="1446835"/>
            <a:ext cx="6308203" cy="4999737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46538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98FC6-D1A4-4133-ABC2-D305A8B7D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4407"/>
            <a:ext cx="10515600" cy="670943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9E3DD-9834-435D-A12D-1C55B3623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25975"/>
          </a:xfrm>
        </p:spPr>
        <p:txBody>
          <a:bodyPr/>
          <a:lstStyle/>
          <a:p>
            <a:pPr marL="915988" lvl="0" indent="-457200">
              <a:buFont typeface="Wingdings" panose="05000000000000000000" pitchFamily="2" charset="2"/>
              <a:buChar char="Ø"/>
            </a:pPr>
            <a:r>
              <a:rPr lang="en-US" sz="3200" b="1" u="sng" dirty="0">
                <a:latin typeface="+mn-lt"/>
              </a:rPr>
              <a:t>Client Infrastructure: </a:t>
            </a:r>
            <a:r>
              <a:rPr lang="en-US" sz="3200" dirty="0">
                <a:latin typeface="+mn-lt"/>
              </a:rPr>
              <a:t>The front-end part that users interact with (e.g., browser, mobile app, desktop software).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b="1" dirty="0">
                <a:latin typeface="+mn-lt"/>
              </a:rPr>
              <a:t> </a:t>
            </a:r>
            <a:r>
              <a:rPr lang="en-US" sz="3200" b="1" u="sng" dirty="0">
                <a:latin typeface="+mn-lt"/>
              </a:rPr>
              <a:t>Internet: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dirty="0">
                <a:latin typeface="+mn-lt"/>
              </a:rPr>
              <a:t>The communication medium between client      	and cloud services.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b="1" dirty="0">
                <a:latin typeface="+mn-lt"/>
              </a:rPr>
              <a:t> </a:t>
            </a:r>
            <a:r>
              <a:rPr lang="en-US" sz="3200" b="1" u="sng" dirty="0">
                <a:latin typeface="+mn-lt"/>
              </a:rPr>
              <a:t>Application: </a:t>
            </a:r>
            <a:r>
              <a:rPr lang="en-US" sz="3200" dirty="0">
                <a:latin typeface="+mn-lt"/>
              </a:rPr>
              <a:t>Software delivered as a service over the 	cloud (e.g., Google Docs, Gmail).</a:t>
            </a:r>
          </a:p>
          <a:p>
            <a:pPr marL="854075" lvl="2" indent="-396875">
              <a:buFont typeface="Wingdings" panose="05000000000000000000" pitchFamily="2" charset="2"/>
              <a:buChar char="Ø"/>
            </a:pPr>
            <a:r>
              <a:rPr lang="en-US" sz="3200" b="1" u="sng" dirty="0">
                <a:latin typeface="+mn-lt"/>
              </a:rPr>
              <a:t>Service: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dirty="0">
                <a:latin typeface="+mn-lt"/>
              </a:rPr>
              <a:t>The model used: </a:t>
            </a:r>
            <a:r>
              <a:rPr lang="en-US" sz="3200" b="1" dirty="0">
                <a:latin typeface="+mn-lt"/>
              </a:rPr>
              <a:t>IaaS</a:t>
            </a:r>
            <a:r>
              <a:rPr lang="en-US" sz="3200" dirty="0">
                <a:latin typeface="+mn-lt"/>
              </a:rPr>
              <a:t> (Infrastructure), </a:t>
            </a:r>
            <a:r>
              <a:rPr lang="en-US" sz="3200" b="1" dirty="0">
                <a:latin typeface="+mn-lt"/>
              </a:rPr>
              <a:t>PaaS</a:t>
            </a:r>
            <a:r>
              <a:rPr lang="en-US" sz="3200" dirty="0">
                <a:latin typeface="+mn-lt"/>
              </a:rPr>
              <a:t> (Platform), </a:t>
            </a:r>
            <a:r>
              <a:rPr lang="en-US" sz="3200" b="1" dirty="0">
                <a:latin typeface="+mn-lt"/>
              </a:rPr>
              <a:t>SaaS</a:t>
            </a:r>
            <a:r>
              <a:rPr lang="en-US" sz="3200" dirty="0">
                <a:latin typeface="+mn-lt"/>
              </a:rPr>
              <a:t> (Software).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F95FE68-42B6-42C8-B19E-DF928DB15F47}"/>
              </a:ext>
            </a:extLst>
          </p:cNvPr>
          <p:cNvGrpSpPr/>
          <p:nvPr/>
        </p:nvGrpSpPr>
        <p:grpSpPr>
          <a:xfrm>
            <a:off x="742593" y="534407"/>
            <a:ext cx="10670518" cy="743535"/>
            <a:chOff x="-95607" y="-2512144"/>
            <a:chExt cx="10515600" cy="743535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836C260-AEE4-4572-8BB3-37A62FC79962}"/>
                </a:ext>
              </a:extLst>
            </p:cNvPr>
            <p:cNvSpPr/>
            <p:nvPr/>
          </p:nvSpPr>
          <p:spPr>
            <a:xfrm>
              <a:off x="-95607" y="-2512144"/>
              <a:ext cx="10515600" cy="74353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BBD8FBFF-1E05-42D3-BF27-7B742A4B08B4}"/>
                </a:ext>
              </a:extLst>
            </p:cNvPr>
            <p:cNvSpPr txBox="1"/>
            <p:nvPr/>
          </p:nvSpPr>
          <p:spPr>
            <a:xfrm>
              <a:off x="-59311" y="-2512144"/>
              <a:ext cx="10443008" cy="6709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8110" tIns="118110" rIns="118110" bIns="118110" numCol="1" spcCol="1270" anchor="ctr" anchorCtr="0">
              <a:noAutofit/>
            </a:bodyPr>
            <a:lstStyle/>
            <a:p>
              <a:pPr marL="0" lvl="0" indent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600" dirty="0"/>
                <a:t>4</a:t>
              </a:r>
              <a:r>
                <a:rPr lang="en-US" sz="3600" kern="1200" dirty="0"/>
                <a:t>. Components of Cloud Computing Architecture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2445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D1BC6-81F1-4F23-B23C-C158A0DC6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4407"/>
            <a:ext cx="10515600" cy="74353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3F85B73-0760-4782-B59A-940C53DCD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160"/>
            <a:ext cx="10515600" cy="5191759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US" sz="3200" b="1" u="sng" dirty="0">
                <a:latin typeface="+mn-lt"/>
              </a:rPr>
              <a:t>Runtime Cloud: </a:t>
            </a:r>
            <a:r>
              <a:rPr lang="en-US" sz="3200" dirty="0">
                <a:latin typeface="+mn-lt"/>
              </a:rPr>
              <a:t>The execution environment where applications run (e.g., servers, runtime engines).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3200" b="1" u="sng" dirty="0">
                <a:latin typeface="+mn-lt"/>
              </a:rPr>
              <a:t>Storage: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dirty="0">
                <a:latin typeface="+mn-lt"/>
              </a:rPr>
              <a:t>Stores data persistently in the cloud (e.g., databases, file storage like AWS S3).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3200" b="1" u="sng" dirty="0">
                <a:latin typeface="+mn-lt"/>
              </a:rPr>
              <a:t>Infrastructure: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dirty="0">
                <a:latin typeface="+mn-lt"/>
              </a:rPr>
              <a:t>Physical resources like servers, networks, and virtual machines that power the cloud.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3200" b="1" u="sng" dirty="0">
                <a:latin typeface="+mn-lt"/>
              </a:rPr>
              <a:t>Management: </a:t>
            </a:r>
            <a:r>
              <a:rPr lang="en-US" sz="3200" dirty="0">
                <a:latin typeface="+mn-lt"/>
              </a:rPr>
              <a:t>Tools and processes for monitoring, optimizing, and managing cloud services.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3200" b="1" u="sng" dirty="0">
                <a:latin typeface="+mn-lt"/>
              </a:rPr>
              <a:t>Security:</a:t>
            </a:r>
            <a:r>
              <a:rPr lang="en-US" sz="3200" u="sng" dirty="0">
                <a:latin typeface="+mn-lt"/>
              </a:rPr>
              <a:t> </a:t>
            </a:r>
            <a:r>
              <a:rPr lang="en-US" sz="3200" dirty="0">
                <a:latin typeface="+mn-lt"/>
              </a:rPr>
              <a:t>Measures to protect data, applications, and infrastructure (e.g., encryption, firewalls, IAM).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D9B09A1-93EF-4AD4-BFE6-EF422A6F63EA}"/>
              </a:ext>
            </a:extLst>
          </p:cNvPr>
          <p:cNvGrpSpPr/>
          <p:nvPr/>
        </p:nvGrpSpPr>
        <p:grpSpPr>
          <a:xfrm>
            <a:off x="742593" y="534407"/>
            <a:ext cx="10670518" cy="743535"/>
            <a:chOff x="-95607" y="-2512144"/>
            <a:chExt cx="10515600" cy="743535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2E18D4E-ADA2-4A26-B0D8-60A0DEB64B4C}"/>
                </a:ext>
              </a:extLst>
            </p:cNvPr>
            <p:cNvSpPr/>
            <p:nvPr/>
          </p:nvSpPr>
          <p:spPr>
            <a:xfrm>
              <a:off x="-95607" y="-2512144"/>
              <a:ext cx="10515600" cy="74353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ectangle: Rounded Corners 4">
              <a:extLst>
                <a:ext uri="{FF2B5EF4-FFF2-40B4-BE49-F238E27FC236}">
                  <a16:creationId xmlns:a16="http://schemas.microsoft.com/office/drawing/2014/main" id="{AD1B64E8-6D2B-4E4F-A706-BFB467A34940}"/>
                </a:ext>
              </a:extLst>
            </p:cNvPr>
            <p:cNvSpPr txBox="1"/>
            <p:nvPr/>
          </p:nvSpPr>
          <p:spPr>
            <a:xfrm>
              <a:off x="-59311" y="-2512144"/>
              <a:ext cx="10443008" cy="6709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8110" tIns="118110" rIns="118110" bIns="118110" numCol="1" spcCol="1270" anchor="ctr" anchorCtr="0">
              <a:noAutofit/>
            </a:bodyPr>
            <a:lstStyle/>
            <a:p>
              <a:pPr marL="0" lvl="0" indent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600" dirty="0"/>
                <a:t>4</a:t>
              </a:r>
              <a:r>
                <a:rPr lang="en-US" sz="3600" kern="1200" dirty="0"/>
                <a:t>. Components of Cloud Computing Architecture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08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8EBC944-A1FE-4C1F-8814-5E53F79937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3111258"/>
              </p:ext>
            </p:extLst>
          </p:nvPr>
        </p:nvGraphicFramePr>
        <p:xfrm>
          <a:off x="838200" y="336846"/>
          <a:ext cx="10515600" cy="7755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1E93A50-1FF9-4891-9098-FAA3AD5BD1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0743828"/>
              </p:ext>
            </p:extLst>
          </p:nvPr>
        </p:nvGraphicFramePr>
        <p:xfrm>
          <a:off x="1030661" y="1282046"/>
          <a:ext cx="10247723" cy="5081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060356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D8699B8-D751-484A-B17D-465134AD7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508" y="841692"/>
            <a:ext cx="6959092" cy="540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103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C82932-1363-4ED9-89F8-3AD2BDAB0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345" y="1634764"/>
            <a:ext cx="7267310" cy="331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40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211</TotalTime>
  <Words>517</Words>
  <Application>Microsoft Office PowerPoint</Application>
  <PresentationFormat>Widescreen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of Cloud computing</dc:title>
  <dc:creator>Paul Smith</dc:creator>
  <cp:lastModifiedBy>Prabin  Chaudhary</cp:lastModifiedBy>
  <cp:revision>64</cp:revision>
  <dcterms:created xsi:type="dcterms:W3CDTF">2025-06-24T02:48:27Z</dcterms:created>
  <dcterms:modified xsi:type="dcterms:W3CDTF">2025-07-01T03:47:36Z</dcterms:modified>
</cp:coreProperties>
</file>
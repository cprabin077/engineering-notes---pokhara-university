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2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3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7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4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68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1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3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9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5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7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5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0526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93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7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90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32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6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2873ADB-5ECC-4C4A-8D3A-E68CBD2FF2A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AE1BC-AAA0-4251-BAB3-9A3313462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87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D1EC-9CF7-405B-A68A-3803F7A96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7504" y="1219200"/>
            <a:ext cx="8825658" cy="861421"/>
          </a:xfrm>
        </p:spPr>
        <p:txBody>
          <a:bodyPr/>
          <a:lstStyle/>
          <a:p>
            <a:pPr algn="ctr"/>
            <a:r>
              <a:rPr lang="en-US" sz="5400" dirty="0">
                <a:latin typeface="Algerian" panose="04020705040A02060702" pitchFamily="82" charset="0"/>
              </a:rPr>
              <a:t>Pioneers of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F3BAD-9280-4663-BBD1-B81903B34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2090" y="2988297"/>
            <a:ext cx="8825658" cy="3008722"/>
          </a:xfrm>
        </p:spPr>
        <p:txBody>
          <a:bodyPr>
            <a:normAutofit/>
          </a:bodyPr>
          <a:lstStyle/>
          <a:p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	</a:t>
            </a:r>
          </a:p>
          <a:p>
            <a:pPr algn="ctr"/>
            <a:endParaRPr lang="en-US" sz="24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Prabin</a:t>
            </a:r>
            <a:r>
              <a:rPr lang="en-US" sz="24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Chaudhary</a:t>
            </a:r>
          </a:p>
          <a:p>
            <a:pPr algn="ctr"/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8</a:t>
            </a:r>
            <a:r>
              <a:rPr lang="en-US" sz="2400" cap="none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semester, BE Computer	</a:t>
            </a:r>
          </a:p>
          <a:p>
            <a:pPr algn="ctr"/>
            <a:r>
              <a:rPr lang="en-US" sz="24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NAST College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8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3003-A438-45FE-9197-F09FDFFF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098" y="1144708"/>
            <a:ext cx="9404723" cy="872628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E5E20-8F2C-4BCC-AE31-487426E24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77" y="2545237"/>
            <a:ext cx="9404722" cy="356333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history of computing is filled with many pioneers who have made significant contributions to the field.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has evolved from mechanical devices to powerful digital systems.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individuals laid the foundation for this transformation.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highlights some of the most influential pioneers.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2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9E36-2B5C-42A0-BFC2-FE4AFED9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329" y="1122021"/>
            <a:ext cx="9404723" cy="923595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Charles Babbage (1791-1871):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DC9C2-79C9-4F3B-892A-F05A0519A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329" y="2662520"/>
            <a:ext cx="9404723" cy="275789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referred to as the "father of the computer,“.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Charles Babbage was a mathematician and mechanical engineer.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designed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mechanical general-purpose computer that laid the theoretical foundations for modern computing. </a:t>
            </a:r>
          </a:p>
        </p:txBody>
      </p:sp>
    </p:spTree>
    <p:extLst>
      <p:ext uri="{BB962C8B-B14F-4D97-AF65-F5344CB8AC3E}">
        <p14:creationId xmlns:p14="http://schemas.microsoft.com/office/powerpoint/2010/main" val="2439647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EA42-D61B-4194-BCB7-1C091F340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68" y="1225716"/>
            <a:ext cx="8787266" cy="838754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Ada Lovelace (1815-1852):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22BA-B367-4D48-B2CB-5AE932A31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543" y="2920184"/>
            <a:ext cx="8946541" cy="27121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 Lovelace was an English mathematician and writer.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is considered the world's first computer programmer.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worked closely with Charles Babbage and wrote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algorithm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to be processed by a machine, specifically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Babbage's Analytical Engine.</a:t>
            </a:r>
          </a:p>
        </p:txBody>
      </p:sp>
    </p:spTree>
    <p:extLst>
      <p:ext uri="{BB962C8B-B14F-4D97-AF65-F5344CB8AC3E}">
        <p14:creationId xmlns:p14="http://schemas.microsoft.com/office/powerpoint/2010/main" val="344073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1585-7752-4929-B00F-70F11178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1235143"/>
            <a:ext cx="9404723" cy="1008437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Alan Turing (1912-1954):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1E3DA-528D-491F-B490-4EAB2CB2C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811" y="2667786"/>
            <a:ext cx="8946541" cy="363874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Alan Turing was a British mathematician, logician, and computer scientist.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is often regarded as the father of theoretical computer science and artificial intelligence.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World War II, Turing played a crucial role in breaking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 Enigma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code, which significantly influenced the outcome of the war.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also proposed the concept of a theoretical computing machine known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"Turing machine."</a:t>
            </a:r>
          </a:p>
        </p:txBody>
      </p:sp>
    </p:spTree>
    <p:extLst>
      <p:ext uri="{BB962C8B-B14F-4D97-AF65-F5344CB8AC3E}">
        <p14:creationId xmlns:p14="http://schemas.microsoft.com/office/powerpoint/2010/main" val="422734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D858-E3D9-4144-A44E-CD1B7F7B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049" y="1216290"/>
            <a:ext cx="9404723" cy="914169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Grace Hopper (1906-1992):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E1DE-84E6-4F07-8115-AA208F910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109" y="2617646"/>
            <a:ext cx="8946541" cy="283104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Admiral Grace Hopper was an American computer scientist.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compiler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programming language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played a vital role in the development of early programming languages, including the development of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(Common Business-Oriented Language).</a:t>
            </a:r>
          </a:p>
        </p:txBody>
      </p:sp>
    </p:spTree>
    <p:extLst>
      <p:ext uri="{BB962C8B-B14F-4D97-AF65-F5344CB8AC3E}">
        <p14:creationId xmlns:p14="http://schemas.microsoft.com/office/powerpoint/2010/main" val="53616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B40C-ECA7-47D5-9074-6DDBBD1D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3" y="1197435"/>
            <a:ext cx="9404723" cy="933022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John von Neumann (1903-1957):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69C94-30B2-4F14-A9F8-99544AAE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383" y="2659836"/>
            <a:ext cx="8946541" cy="316592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von Neumann was a Hungarian American mathematician and physicist.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made significant contributions to the fields of mathematics, physics, and computer science.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von Neumann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to early digital computers (ENIAC, EDVAC)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as the father of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997213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9E94-8D6B-4F47-BD79-BD8C580D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93" y="1168924"/>
            <a:ext cx="8946541" cy="1102936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  <a:cs typeface="Times New Roman" panose="02020603050405020304" pitchFamily="18" charset="0"/>
              </a:rPr>
              <a:t>Steve Jobs &amp; Steve Wozniak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5B4D-917E-46E6-AD78-734B1760B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039" y="2675088"/>
            <a:ext cx="8511047" cy="260392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Co-founded Apple Inc.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Revolutionized personal computing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I and Macintosh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Jobs: design &amp; UX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Wozniak: hardware &amp; software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63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FBCC-DC1D-4EC6-AC16-194BBBE6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64" y="1169155"/>
            <a:ext cx="7239785" cy="99901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Tim Berners-Lee (1955–)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B0CD0-2218-4A7E-B843-9DA96CE6A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4334" y="2741074"/>
            <a:ext cx="8219797" cy="24248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Invented the World Wide Web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HTTP,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first browser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how the world accesses and shares information.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1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09EE-F493-4823-A3FD-D0B03483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849" y="1225717"/>
            <a:ext cx="8607553" cy="819900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DBE0A-1D5C-47FC-B465-8B022CB47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3447" y="2825917"/>
            <a:ext cx="8107052" cy="21043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pioneers laid the groundwork for today's tech world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innovations still shape our lives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build on their legacy with curiosity and innovation.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967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1365" y="883602"/>
            <a:ext cx="9404723" cy="861421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Any Queries ??</a:t>
            </a:r>
            <a:endParaRPr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dirty="0"/>
              <a:t> </a:t>
            </a:r>
            <a:endParaRPr lang="en-US" b="1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5D940-EC35-4824-BBD5-E66C78352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52" y="1847654"/>
            <a:ext cx="10661714" cy="503862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64</TotalTime>
  <Words>420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Arial</vt:lpstr>
      <vt:lpstr>Century Gothic</vt:lpstr>
      <vt:lpstr>Times New Roman</vt:lpstr>
      <vt:lpstr>Wingdings 3</vt:lpstr>
      <vt:lpstr>Ion</vt:lpstr>
      <vt:lpstr>Pioneers of Computing</vt:lpstr>
      <vt:lpstr>Introduction</vt:lpstr>
      <vt:lpstr>Charles Babbage (1791-1871):</vt:lpstr>
      <vt:lpstr>Ada Lovelace (1815-1852):</vt:lpstr>
      <vt:lpstr>Alan Turing (1912-1954):</vt:lpstr>
      <vt:lpstr>Grace Hopper (1906-1992):</vt:lpstr>
      <vt:lpstr>John von Neumann (1903-1957):</vt:lpstr>
      <vt:lpstr>Steve Jobs &amp; Steve Wozniak</vt:lpstr>
      <vt:lpstr>Tim Berners-Lee (1955–)</vt:lpstr>
      <vt:lpstr>CONCLUSION</vt:lpstr>
      <vt:lpstr>Any Queries 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Pioneers of Computing</dc:title>
  <dc:creator>Paul Smith</dc:creator>
  <cp:lastModifiedBy>Paul Smith</cp:lastModifiedBy>
  <cp:revision>14</cp:revision>
  <dcterms:created xsi:type="dcterms:W3CDTF">2025-04-26T06:34:39Z</dcterms:created>
  <dcterms:modified xsi:type="dcterms:W3CDTF">2025-04-26T07:38:58Z</dcterms:modified>
</cp:coreProperties>
</file>
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9E45-218D-4736-A94E-DBABC206C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CFE85-4FC5-4F32-B48F-682DC11D6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A8075-68C4-433B-9488-C7C1C743F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CC761-36B0-423D-ABCC-A11E10D1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36D7-8F25-49FE-A4CF-E13E849C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43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A93E-CBBF-4B5F-BA8B-204A5810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CE6D-5D95-448E-B0C3-4300400C6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E22B0-3ECE-4B17-98D6-665B445A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F7A4A-1F35-4B9E-BB9D-5B372E10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F1D89-4E58-43DE-B2F6-ECEB476C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75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ADA2-D1BD-47CF-BC16-DF9D5680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665E9-A983-41A5-93B0-A8506D8CC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EC31C-803C-48A0-908A-2EC3107F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9A9A-9E8E-4054-9846-F8E1037F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CE04D-2F90-4B26-B823-FC0220A7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43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7691-08DC-41C0-B0B7-49FBA34AF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AF8EA-A217-4D71-B986-C3B8CCE8B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4FF8B-9B70-4E46-BBD0-1B5ECB92E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CAADD-9479-447F-9E57-A7C3E85B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45A16-0488-4F5C-94B2-60A8E9B8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CA3EB-C7C0-44CA-8ADA-72317DA3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96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DF38-2D55-4FA9-A87A-F435CEA8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0982F-8524-429A-BF6B-19A27F256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BF808-F5E4-440C-95D4-B5FB33DBE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2A862D-1154-4578-9674-98515B633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D3109F-5BDA-4C4F-AC10-49C87F939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93F01-373D-40FB-A7D9-D54E8323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B14C2E-F303-4215-B726-A874E2EC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E11589-3689-4645-AD08-1BEE8352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18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E01D-6704-4B70-A8E8-230790E35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48BE0-AA72-4A69-896A-944308D2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C2BC1-F65C-4288-9BB3-3311001B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BC957-2294-4B3E-BE15-2BDF9CCC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5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7BAA3-BF2B-494D-9EA5-A023EAA7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437D4-0171-4CFB-912C-47559486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E9517-341F-4076-8F07-CA1D9917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3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39F4-94A0-4EB1-A7A4-F911C210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7A968-F639-47D5-BCD1-140926916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EEE2F-AF9F-4283-A655-6FE82835E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A53CA-D7DB-40A5-B599-BC6F7C45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509B2-7F8B-4131-96B5-6B45BE93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854B3-69E0-4747-931D-0EB8EE9B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02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0C60-CB91-4BEF-8F49-E4C2360E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D4881-5995-4FF8-A07B-FBA9931DC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D09ED-D391-4C81-9919-ABAB92D43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DA1D6-62AD-470A-9975-E937A9E7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BCB70-198D-4E26-99CC-548BD0D3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D43D5-2D40-4046-9CB4-DF287F12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72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C50E-CA58-41EC-BE14-8EF4B3FF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936E3-5659-41BB-A14A-8FE9D4EB5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EC035-6D1E-497F-A752-E8ABE190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09921-C523-453C-B901-83F7F1F4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200AC-24A8-4F87-9F88-C0A7ADB2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29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26549-A4DF-4E9E-AE22-DA1C27985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C957C-9BAB-47CD-A966-65C0E11E1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41042-9FFD-45D8-AA0D-BF5E36A0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5232B-7227-4F05-A02A-DC973BE7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B945B-BB9C-4C58-8935-F96B3F0C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95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FB3BF1-BEF8-4446-BC16-E2D45246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4B4E3-60E0-4FCE-AE34-3B0AF08C9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D4E0-364C-4F2F-B7A7-A45EB6ED3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0407-A62C-4F9F-81B0-AD88C14A10BA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13F30-644B-428A-AA93-62E9DB5EA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D493C-868C-4536-A04C-0D2A18B2A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7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926B-510D-4EEF-8CB0-72FAA5095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482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Unit 10</a:t>
            </a:r>
            <a:br>
              <a:rPr lang="en-GB" b="1" dirty="0"/>
            </a:br>
            <a:r>
              <a:rPr lang="en-GB" b="1" dirty="0"/>
              <a:t>Pattern Recognition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85328-794F-4222-B84E-CD1271172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4340016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Prepared By</a:t>
            </a:r>
          </a:p>
          <a:p>
            <a:r>
              <a:rPr lang="en-GB" dirty="0">
                <a:solidFill>
                  <a:srgbClr val="FF0000"/>
                </a:solidFill>
              </a:rPr>
              <a:t>Er.Harendra Bikram Shah</a:t>
            </a:r>
          </a:p>
          <a:p>
            <a:r>
              <a:rPr lang="en-GB" dirty="0">
                <a:solidFill>
                  <a:srgbClr val="FF0000"/>
                </a:solidFill>
              </a:rPr>
              <a:t>(Lecturer)</a:t>
            </a:r>
          </a:p>
          <a:p>
            <a:r>
              <a:rPr lang="en-GB" dirty="0">
                <a:solidFill>
                  <a:srgbClr val="FF0000"/>
                </a:solidFill>
              </a:rPr>
              <a:t>Department of Computer Engineering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52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OUTLINES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8E1A1-9C72-43A1-8B12-1D16A8287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GB" dirty="0"/>
              <a:t> Introduction to Pattern Recognition</a:t>
            </a:r>
          </a:p>
          <a:p>
            <a:r>
              <a:rPr lang="en-GB" dirty="0"/>
              <a:t> Applications of Pattern Recognition </a:t>
            </a:r>
          </a:p>
          <a:p>
            <a:r>
              <a:rPr lang="en-GB" dirty="0"/>
              <a:t> Components or working of Pattern Recognition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384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68010"/>
          </a:xfrm>
        </p:spPr>
        <p:txBody>
          <a:bodyPr/>
          <a:lstStyle/>
          <a:p>
            <a:pPr algn="ctr"/>
            <a:r>
              <a:rPr lang="en-GB" b="1" dirty="0"/>
              <a:t>Introduction to Pattern Recognition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9A97FA-A477-4B4E-9F36-932C7E862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88" y="1122240"/>
            <a:ext cx="11456963" cy="4351338"/>
          </a:xfrm>
        </p:spPr>
        <p:txBody>
          <a:bodyPr/>
          <a:lstStyle/>
          <a:p>
            <a:pPr algn="just"/>
            <a:r>
              <a:rPr lang="en-GB" dirty="0"/>
              <a:t> Pattern is a design or human brain idea or abstract ideas.</a:t>
            </a:r>
          </a:p>
          <a:p>
            <a:pPr algn="just"/>
            <a:r>
              <a:rPr lang="en-GB" dirty="0"/>
              <a:t>Classification of input data on the basis of certain features from a noisy data.</a:t>
            </a:r>
          </a:p>
          <a:p>
            <a:pPr algn="just"/>
            <a:r>
              <a:rPr lang="en-GB" dirty="0"/>
              <a:t>Pattern recognition can be defined as the classification of data based on knowledge already gained.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12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817"/>
            <a:ext cx="10515600" cy="744147"/>
          </a:xfrm>
        </p:spPr>
        <p:txBody>
          <a:bodyPr/>
          <a:lstStyle/>
          <a:p>
            <a:pPr algn="ctr"/>
            <a:r>
              <a:rPr lang="en-GB" b="1" dirty="0"/>
              <a:t>Applications of Pattern Recognition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42A5C-085B-4527-8DCF-3AFEB51F4F58}"/>
              </a:ext>
            </a:extLst>
          </p:cNvPr>
          <p:cNvSpPr txBox="1"/>
          <p:nvPr/>
        </p:nvSpPr>
        <p:spPr>
          <a:xfrm>
            <a:off x="1546487" y="1531532"/>
            <a:ext cx="72977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dirty="0"/>
              <a:t>Image processing, segmentation, and analysis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dirty="0"/>
              <a:t>Computer vision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dirty="0"/>
              <a:t>Seismic analysis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dirty="0"/>
              <a:t>Radar signal classification/analysis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dirty="0"/>
              <a:t>Speech recognition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dirty="0"/>
              <a:t>Fingerprint identification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dirty="0"/>
              <a:t>Engineering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dirty="0"/>
              <a:t> Astronomy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273239"/>
                </a:solidFill>
                <a:effectLst/>
                <a:latin typeface="urw-din"/>
              </a:rPr>
              <a:t> Geography</a:t>
            </a:r>
          </a:p>
        </p:txBody>
      </p:sp>
    </p:spTree>
    <p:extLst>
      <p:ext uri="{BB962C8B-B14F-4D97-AF65-F5344CB8AC3E}">
        <p14:creationId xmlns:p14="http://schemas.microsoft.com/office/powerpoint/2010/main" val="374808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/>
              <a:t>Components or working or phases of Pattern Recognition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1B2584-1775-478B-97E0-958467DB7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390" y="1920901"/>
            <a:ext cx="5618163" cy="493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90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78036-C53D-48F0-A6B6-12FD98A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End of UNIT 10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4776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78036-C53D-48F0-A6B6-12FD98A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End of Syllabus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0269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129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urw-din</vt:lpstr>
      <vt:lpstr>Office Theme</vt:lpstr>
      <vt:lpstr>Unit 10 Pattern Recognition</vt:lpstr>
      <vt:lpstr>OUTLINES</vt:lpstr>
      <vt:lpstr>Introduction to Pattern Recognition</vt:lpstr>
      <vt:lpstr>Applications of Pattern Recognition</vt:lpstr>
      <vt:lpstr>Components or working or phases of Pattern Recognition</vt:lpstr>
      <vt:lpstr>End of UNIT 10</vt:lpstr>
      <vt:lpstr>End of Syllabus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10 Pattern Recognition</dc:title>
  <dc:creator>Harendra Bikram Shah</dc:creator>
  <cp:lastModifiedBy>Harandra Bikram Shah</cp:lastModifiedBy>
  <cp:revision>15</cp:revision>
  <dcterms:created xsi:type="dcterms:W3CDTF">2022-01-26T11:06:20Z</dcterms:created>
  <dcterms:modified xsi:type="dcterms:W3CDTF">2024-01-15T16:09:28Z</dcterms:modified>
</cp:coreProperties>
</file>
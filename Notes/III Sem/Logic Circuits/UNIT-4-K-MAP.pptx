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60" r:id="rId8"/>
    <p:sldId id="259" r:id="rId9"/>
    <p:sldId id="265" r:id="rId10"/>
    <p:sldId id="263" r:id="rId11"/>
    <p:sldId id="261" r:id="rId12"/>
    <p:sldId id="266" r:id="rId13"/>
    <p:sldId id="262" r:id="rId14"/>
    <p:sldId id="267" r:id="rId15"/>
    <p:sldId id="269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endra Bikram Shah" userId="a00731c20e5a5af2" providerId="LiveId" clId="{9BC04D13-A3F6-4F37-A5D6-6020FA07DF58}"/>
    <pc:docChg chg="undo custSel addSld delSld modSld sldOrd">
      <pc:chgData name="Harendra Bikram Shah" userId="a00731c20e5a5af2" providerId="LiveId" clId="{9BC04D13-A3F6-4F37-A5D6-6020FA07DF58}" dt="2021-07-21T16:15:03.070" v="1497" actId="14100"/>
      <pc:docMkLst>
        <pc:docMk/>
      </pc:docMkLst>
      <pc:sldChg chg="modSp new mod">
        <pc:chgData name="Harendra Bikram Shah" userId="a00731c20e5a5af2" providerId="LiveId" clId="{9BC04D13-A3F6-4F37-A5D6-6020FA07DF58}" dt="2021-07-17T12:59:04.396" v="111" actId="313"/>
        <pc:sldMkLst>
          <pc:docMk/>
          <pc:sldMk cId="1283914848" sldId="256"/>
        </pc:sldMkLst>
        <pc:spChg chg="mod">
          <ac:chgData name="Harendra Bikram Shah" userId="a00731c20e5a5af2" providerId="LiveId" clId="{9BC04D13-A3F6-4F37-A5D6-6020FA07DF58}" dt="2021-07-17T12:58:33.799" v="56" actId="1076"/>
          <ac:spMkLst>
            <pc:docMk/>
            <pc:sldMk cId="1283914848" sldId="256"/>
            <ac:spMk id="2" creationId="{25E2EDB6-7814-4381-9C83-A35AF2D92B89}"/>
          </ac:spMkLst>
        </pc:spChg>
        <pc:spChg chg="mod">
          <ac:chgData name="Harendra Bikram Shah" userId="a00731c20e5a5af2" providerId="LiveId" clId="{9BC04D13-A3F6-4F37-A5D6-6020FA07DF58}" dt="2021-07-17T12:59:04.396" v="111" actId="313"/>
          <ac:spMkLst>
            <pc:docMk/>
            <pc:sldMk cId="1283914848" sldId="256"/>
            <ac:spMk id="3" creationId="{E1FE3A5A-1D5D-4A2E-BF05-A7CBD8678757}"/>
          </ac:spMkLst>
        </pc:spChg>
      </pc:sldChg>
      <pc:sldChg chg="modSp new mod">
        <pc:chgData name="Harendra Bikram Shah" userId="a00731c20e5a5af2" providerId="LiveId" clId="{9BC04D13-A3F6-4F37-A5D6-6020FA07DF58}" dt="2021-07-17T13:00:46.662" v="241" actId="14100"/>
        <pc:sldMkLst>
          <pc:docMk/>
          <pc:sldMk cId="1473538675" sldId="257"/>
        </pc:sldMkLst>
        <pc:spChg chg="mod">
          <ac:chgData name="Harendra Bikram Shah" userId="a00731c20e5a5af2" providerId="LiveId" clId="{9BC04D13-A3F6-4F37-A5D6-6020FA07DF58}" dt="2021-07-17T12:59:20.122" v="122" actId="1076"/>
          <ac:spMkLst>
            <pc:docMk/>
            <pc:sldMk cId="1473538675" sldId="257"/>
            <ac:spMk id="2" creationId="{47799633-58CA-43A3-BC35-8627023A1C4F}"/>
          </ac:spMkLst>
        </pc:spChg>
        <pc:spChg chg="mod">
          <ac:chgData name="Harendra Bikram Shah" userId="a00731c20e5a5af2" providerId="LiveId" clId="{9BC04D13-A3F6-4F37-A5D6-6020FA07DF58}" dt="2021-07-17T13:00:46.662" v="241" actId="14100"/>
          <ac:spMkLst>
            <pc:docMk/>
            <pc:sldMk cId="1473538675" sldId="257"/>
            <ac:spMk id="3" creationId="{6E2237E5-AD85-4BAE-9995-4FE5A44548D9}"/>
          </ac:spMkLst>
        </pc:spChg>
      </pc:sldChg>
      <pc:sldChg chg="modSp add mod">
        <pc:chgData name="Harendra Bikram Shah" userId="a00731c20e5a5af2" providerId="LiveId" clId="{9BC04D13-A3F6-4F37-A5D6-6020FA07DF58}" dt="2021-07-17T13:14:29.733" v="663" actId="20577"/>
        <pc:sldMkLst>
          <pc:docMk/>
          <pc:sldMk cId="4064612870" sldId="258"/>
        </pc:sldMkLst>
        <pc:spChg chg="mod">
          <ac:chgData name="Harendra Bikram Shah" userId="a00731c20e5a5af2" providerId="LiveId" clId="{9BC04D13-A3F6-4F37-A5D6-6020FA07DF58}" dt="2021-07-17T13:08:43.454" v="497" actId="1076"/>
          <ac:spMkLst>
            <pc:docMk/>
            <pc:sldMk cId="4064612870" sldId="258"/>
            <ac:spMk id="2" creationId="{47799633-58CA-43A3-BC35-8627023A1C4F}"/>
          </ac:spMkLst>
        </pc:spChg>
        <pc:spChg chg="mod">
          <ac:chgData name="Harendra Bikram Shah" userId="a00731c20e5a5af2" providerId="LiveId" clId="{9BC04D13-A3F6-4F37-A5D6-6020FA07DF58}" dt="2021-07-17T13:14:29.733" v="663" actId="20577"/>
          <ac:spMkLst>
            <pc:docMk/>
            <pc:sldMk cId="4064612870" sldId="258"/>
            <ac:spMk id="3" creationId="{6E2237E5-AD85-4BAE-9995-4FE5A44548D9}"/>
          </ac:spMkLst>
        </pc:spChg>
      </pc:sldChg>
      <pc:sldChg chg="addSp delSp modSp add mod">
        <pc:chgData name="Harendra Bikram Shah" userId="a00731c20e5a5af2" providerId="LiveId" clId="{9BC04D13-A3F6-4F37-A5D6-6020FA07DF58}" dt="2021-07-17T13:23:21.100" v="1093" actId="20577"/>
        <pc:sldMkLst>
          <pc:docMk/>
          <pc:sldMk cId="3049468556" sldId="259"/>
        </pc:sldMkLst>
        <pc:spChg chg="del mod">
          <ac:chgData name="Harendra Bikram Shah" userId="a00731c20e5a5af2" providerId="LiveId" clId="{9BC04D13-A3F6-4F37-A5D6-6020FA07DF58}" dt="2021-07-17T13:20:46.371" v="1061" actId="478"/>
          <ac:spMkLst>
            <pc:docMk/>
            <pc:sldMk cId="3049468556" sldId="259"/>
            <ac:spMk id="2" creationId="{47799633-58CA-43A3-BC35-8627023A1C4F}"/>
          </ac:spMkLst>
        </pc:spChg>
        <pc:spChg chg="del mod">
          <ac:chgData name="Harendra Bikram Shah" userId="a00731c20e5a5af2" providerId="LiveId" clId="{9BC04D13-A3F6-4F37-A5D6-6020FA07DF58}" dt="2021-07-17T13:09:39.773" v="527" actId="478"/>
          <ac:spMkLst>
            <pc:docMk/>
            <pc:sldMk cId="3049468556" sldId="259"/>
            <ac:spMk id="3" creationId="{6E2237E5-AD85-4BAE-9995-4FE5A44548D9}"/>
          </ac:spMkLst>
        </pc:spChg>
        <pc:spChg chg="add mod">
          <ac:chgData name="Harendra Bikram Shah" userId="a00731c20e5a5af2" providerId="LiveId" clId="{9BC04D13-A3F6-4F37-A5D6-6020FA07DF58}" dt="2021-07-17T13:23:21.100" v="1093" actId="20577"/>
          <ac:spMkLst>
            <pc:docMk/>
            <pc:sldMk cId="3049468556" sldId="259"/>
            <ac:spMk id="5" creationId="{561C6B42-A64E-4488-A13D-CB48B08CA360}"/>
          </ac:spMkLst>
        </pc:spChg>
      </pc:sldChg>
      <pc:sldChg chg="modSp add mod">
        <pc:chgData name="Harendra Bikram Shah" userId="a00731c20e5a5af2" providerId="LiveId" clId="{9BC04D13-A3F6-4F37-A5D6-6020FA07DF58}" dt="2021-07-17T13:19:50.082" v="1045" actId="14100"/>
        <pc:sldMkLst>
          <pc:docMk/>
          <pc:sldMk cId="2208938365" sldId="260"/>
        </pc:sldMkLst>
        <pc:spChg chg="mod">
          <ac:chgData name="Harendra Bikram Shah" userId="a00731c20e5a5af2" providerId="LiveId" clId="{9BC04D13-A3F6-4F37-A5D6-6020FA07DF58}" dt="2021-07-17T13:19:50.082" v="1045" actId="14100"/>
          <ac:spMkLst>
            <pc:docMk/>
            <pc:sldMk cId="2208938365" sldId="260"/>
            <ac:spMk id="3" creationId="{6E2237E5-AD85-4BAE-9995-4FE5A44548D9}"/>
          </ac:spMkLst>
        </pc:spChg>
      </pc:sldChg>
      <pc:sldChg chg="addSp delSp modSp new mod">
        <pc:chgData name="Harendra Bikram Shah" userId="a00731c20e5a5af2" providerId="LiveId" clId="{9BC04D13-A3F6-4F37-A5D6-6020FA07DF58}" dt="2021-07-17T13:34:07.310" v="1123" actId="14100"/>
        <pc:sldMkLst>
          <pc:docMk/>
          <pc:sldMk cId="4115585983" sldId="261"/>
        </pc:sldMkLst>
        <pc:spChg chg="mod">
          <ac:chgData name="Harendra Bikram Shah" userId="a00731c20e5a5af2" providerId="LiveId" clId="{9BC04D13-A3F6-4F37-A5D6-6020FA07DF58}" dt="2021-07-17T13:33:23.155" v="1113" actId="14100"/>
          <ac:spMkLst>
            <pc:docMk/>
            <pc:sldMk cId="4115585983" sldId="261"/>
            <ac:spMk id="2" creationId="{A28C1133-7EBC-40C5-92F0-0C9080D46F3D}"/>
          </ac:spMkLst>
        </pc:spChg>
        <pc:spChg chg="del">
          <ac:chgData name="Harendra Bikram Shah" userId="a00731c20e5a5af2" providerId="LiveId" clId="{9BC04D13-A3F6-4F37-A5D6-6020FA07DF58}" dt="2021-07-17T13:21:07.356" v="1086" actId="478"/>
          <ac:spMkLst>
            <pc:docMk/>
            <pc:sldMk cId="4115585983" sldId="261"/>
            <ac:spMk id="3" creationId="{DC348AF0-129D-4858-9B7A-F20878F71405}"/>
          </ac:spMkLst>
        </pc:spChg>
        <pc:spChg chg="add mod">
          <ac:chgData name="Harendra Bikram Shah" userId="a00731c20e5a5af2" providerId="LiveId" clId="{9BC04D13-A3F6-4F37-A5D6-6020FA07DF58}" dt="2021-07-17T13:33:34.455" v="1116" actId="1076"/>
          <ac:spMkLst>
            <pc:docMk/>
            <pc:sldMk cId="4115585983" sldId="261"/>
            <ac:spMk id="5" creationId="{7F6C6635-690D-48E3-BA0F-4625D918BC31}"/>
          </ac:spMkLst>
        </pc:spChg>
        <pc:spChg chg="add mod">
          <ac:chgData name="Harendra Bikram Shah" userId="a00731c20e5a5af2" providerId="LiveId" clId="{9BC04D13-A3F6-4F37-A5D6-6020FA07DF58}" dt="2021-07-17T13:33:29.814" v="1115" actId="1076"/>
          <ac:spMkLst>
            <pc:docMk/>
            <pc:sldMk cId="4115585983" sldId="261"/>
            <ac:spMk id="7" creationId="{7031610C-AEF1-4B2F-BE8F-0201C8C91AED}"/>
          </ac:spMkLst>
        </pc:spChg>
        <pc:spChg chg="add mod">
          <ac:chgData name="Harendra Bikram Shah" userId="a00731c20e5a5af2" providerId="LiveId" clId="{9BC04D13-A3F6-4F37-A5D6-6020FA07DF58}" dt="2021-07-17T13:33:39.081" v="1117" actId="1076"/>
          <ac:spMkLst>
            <pc:docMk/>
            <pc:sldMk cId="4115585983" sldId="261"/>
            <ac:spMk id="9" creationId="{954F8654-69D1-43B9-BF50-3BE6454F280E}"/>
          </ac:spMkLst>
        </pc:spChg>
        <pc:picChg chg="add mod">
          <ac:chgData name="Harendra Bikram Shah" userId="a00731c20e5a5af2" providerId="LiveId" clId="{9BC04D13-A3F6-4F37-A5D6-6020FA07DF58}" dt="2021-07-17T13:34:07.310" v="1123" actId="14100"/>
          <ac:picMkLst>
            <pc:docMk/>
            <pc:sldMk cId="4115585983" sldId="261"/>
            <ac:picMk id="11" creationId="{894C5B03-64A3-43EE-B756-FBF887352739}"/>
          </ac:picMkLst>
        </pc:picChg>
      </pc:sldChg>
      <pc:sldChg chg="addSp delSp modSp add mod ord">
        <pc:chgData name="Harendra Bikram Shah" userId="a00731c20e5a5af2" providerId="LiveId" clId="{9BC04D13-A3F6-4F37-A5D6-6020FA07DF58}" dt="2021-07-21T16:12:35.949" v="1299" actId="1076"/>
        <pc:sldMkLst>
          <pc:docMk/>
          <pc:sldMk cId="2476276478" sldId="262"/>
        </pc:sldMkLst>
        <pc:spChg chg="mod">
          <ac:chgData name="Harendra Bikram Shah" userId="a00731c20e5a5af2" providerId="LiveId" clId="{9BC04D13-A3F6-4F37-A5D6-6020FA07DF58}" dt="2021-07-21T15:42:53.267" v="1261" actId="20577"/>
          <ac:spMkLst>
            <pc:docMk/>
            <pc:sldMk cId="2476276478" sldId="262"/>
            <ac:spMk id="2" creationId="{A28C1133-7EBC-40C5-92F0-0C9080D46F3D}"/>
          </ac:spMkLst>
        </pc:spChg>
        <pc:spChg chg="mod">
          <ac:chgData name="Harendra Bikram Shah" userId="a00731c20e5a5af2" providerId="LiveId" clId="{9BC04D13-A3F6-4F37-A5D6-6020FA07DF58}" dt="2021-07-21T16:00:16.299" v="1266" actId="20577"/>
          <ac:spMkLst>
            <pc:docMk/>
            <pc:sldMk cId="2476276478" sldId="262"/>
            <ac:spMk id="5" creationId="{7F6C6635-690D-48E3-BA0F-4625D918BC31}"/>
          </ac:spMkLst>
        </pc:spChg>
        <pc:spChg chg="del mod">
          <ac:chgData name="Harendra Bikram Shah" userId="a00731c20e5a5af2" providerId="LiveId" clId="{9BC04D13-A3F6-4F37-A5D6-6020FA07DF58}" dt="2021-07-18T02:20:14.021" v="1193" actId="478"/>
          <ac:spMkLst>
            <pc:docMk/>
            <pc:sldMk cId="2476276478" sldId="262"/>
            <ac:spMk id="7" creationId="{7031610C-AEF1-4B2F-BE8F-0201C8C91AED}"/>
          </ac:spMkLst>
        </pc:spChg>
        <pc:spChg chg="del">
          <ac:chgData name="Harendra Bikram Shah" userId="a00731c20e5a5af2" providerId="LiveId" clId="{9BC04D13-A3F6-4F37-A5D6-6020FA07DF58}" dt="2021-07-18T02:20:12.549" v="1192" actId="478"/>
          <ac:spMkLst>
            <pc:docMk/>
            <pc:sldMk cId="2476276478" sldId="262"/>
            <ac:spMk id="9" creationId="{954F8654-69D1-43B9-BF50-3BE6454F280E}"/>
          </ac:spMkLst>
        </pc:spChg>
        <pc:graphicFrameChg chg="add del mod modGraphic">
          <ac:chgData name="Harendra Bikram Shah" userId="a00731c20e5a5af2" providerId="LiveId" clId="{9BC04D13-A3F6-4F37-A5D6-6020FA07DF58}" dt="2021-07-21T15:40:11.720" v="1216" actId="478"/>
          <ac:graphicFrameMkLst>
            <pc:docMk/>
            <pc:sldMk cId="2476276478" sldId="262"/>
            <ac:graphicFrameMk id="3" creationId="{A30B8ED6-46C6-456A-9B08-B86967F4AEF3}"/>
          </ac:graphicFrameMkLst>
        </pc:graphicFrameChg>
        <pc:graphicFrameChg chg="add del mod modGraphic">
          <ac:chgData name="Harendra Bikram Shah" userId="a00731c20e5a5af2" providerId="LiveId" clId="{9BC04D13-A3F6-4F37-A5D6-6020FA07DF58}" dt="2021-07-21T15:41:32.436" v="1239" actId="478"/>
          <ac:graphicFrameMkLst>
            <pc:docMk/>
            <pc:sldMk cId="2476276478" sldId="262"/>
            <ac:graphicFrameMk id="4" creationId="{0C8B7878-6F1B-4A23-B81D-39A6244ADDB0}"/>
          </ac:graphicFrameMkLst>
        </pc:graphicFrameChg>
        <pc:graphicFrameChg chg="add del mod">
          <ac:chgData name="Harendra Bikram Shah" userId="a00731c20e5a5af2" providerId="LiveId" clId="{9BC04D13-A3F6-4F37-A5D6-6020FA07DF58}" dt="2021-07-21T15:40:31.087" v="1220"/>
          <ac:graphicFrameMkLst>
            <pc:docMk/>
            <pc:sldMk cId="2476276478" sldId="262"/>
            <ac:graphicFrameMk id="6" creationId="{38E8A8A9-2E70-4711-9C9F-1A76AB20F9B0}"/>
          </ac:graphicFrameMkLst>
        </pc:graphicFrameChg>
        <pc:graphicFrameChg chg="add del mod">
          <ac:chgData name="Harendra Bikram Shah" userId="a00731c20e5a5af2" providerId="LiveId" clId="{9BC04D13-A3F6-4F37-A5D6-6020FA07DF58}" dt="2021-07-21T15:40:53.318" v="1227"/>
          <ac:graphicFrameMkLst>
            <pc:docMk/>
            <pc:sldMk cId="2476276478" sldId="262"/>
            <ac:graphicFrameMk id="7" creationId="{CFF56ED5-CFF0-48DD-A530-69F9CF32612E}"/>
          </ac:graphicFrameMkLst>
        </pc:graphicFrameChg>
        <pc:graphicFrameChg chg="add del mod">
          <ac:chgData name="Harendra Bikram Shah" userId="a00731c20e5a5af2" providerId="LiveId" clId="{9BC04D13-A3F6-4F37-A5D6-6020FA07DF58}" dt="2021-07-21T15:41:05.343" v="1230"/>
          <ac:graphicFrameMkLst>
            <pc:docMk/>
            <pc:sldMk cId="2476276478" sldId="262"/>
            <ac:graphicFrameMk id="8" creationId="{A3DE2D3D-1E9A-4FB8-AA20-2DDF326E3A57}"/>
          </ac:graphicFrameMkLst>
        </pc:graphicFrameChg>
        <pc:graphicFrameChg chg="add del mod">
          <ac:chgData name="Harendra Bikram Shah" userId="a00731c20e5a5af2" providerId="LiveId" clId="{9BC04D13-A3F6-4F37-A5D6-6020FA07DF58}" dt="2021-07-21T15:41:25.370" v="1238"/>
          <ac:graphicFrameMkLst>
            <pc:docMk/>
            <pc:sldMk cId="2476276478" sldId="262"/>
            <ac:graphicFrameMk id="9" creationId="{82B66286-A96F-4B89-9F61-FA503BD95487}"/>
          </ac:graphicFrameMkLst>
        </pc:graphicFrameChg>
        <pc:graphicFrameChg chg="add del mod modGraphic">
          <ac:chgData name="Harendra Bikram Shah" userId="a00731c20e5a5af2" providerId="LiveId" clId="{9BC04D13-A3F6-4F37-A5D6-6020FA07DF58}" dt="2021-07-21T15:42:48.460" v="1257" actId="478"/>
          <ac:graphicFrameMkLst>
            <pc:docMk/>
            <pc:sldMk cId="2476276478" sldId="262"/>
            <ac:graphicFrameMk id="10" creationId="{1AD62D8A-22DC-4EAD-9700-03361CDD48B5}"/>
          </ac:graphicFrameMkLst>
        </pc:graphicFrameChg>
        <pc:picChg chg="del">
          <ac:chgData name="Harendra Bikram Shah" userId="a00731c20e5a5af2" providerId="LiveId" clId="{9BC04D13-A3F6-4F37-A5D6-6020FA07DF58}" dt="2021-07-18T02:20:10.542" v="1191" actId="478"/>
          <ac:picMkLst>
            <pc:docMk/>
            <pc:sldMk cId="2476276478" sldId="262"/>
            <ac:picMk id="11" creationId="{894C5B03-64A3-43EE-B756-FBF887352739}"/>
          </ac:picMkLst>
        </pc:picChg>
        <pc:picChg chg="add del mod">
          <ac:chgData name="Harendra Bikram Shah" userId="a00731c20e5a5af2" providerId="LiveId" clId="{9BC04D13-A3F6-4F37-A5D6-6020FA07DF58}" dt="2021-07-21T16:07:50.739" v="1270" actId="478"/>
          <ac:picMkLst>
            <pc:docMk/>
            <pc:sldMk cId="2476276478" sldId="262"/>
            <ac:picMk id="12" creationId="{4012AF58-AAB0-4F6A-B02A-319D967514E7}"/>
          </ac:picMkLst>
        </pc:picChg>
        <pc:picChg chg="add del mod">
          <ac:chgData name="Harendra Bikram Shah" userId="a00731c20e5a5af2" providerId="LiveId" clId="{9BC04D13-A3F6-4F37-A5D6-6020FA07DF58}" dt="2021-07-21T16:12:26.228" v="1296" actId="478"/>
          <ac:picMkLst>
            <pc:docMk/>
            <pc:sldMk cId="2476276478" sldId="262"/>
            <ac:picMk id="14" creationId="{03DA4308-3FFE-4DE1-8C6D-8129AC375998}"/>
          </ac:picMkLst>
        </pc:picChg>
        <pc:picChg chg="add mod">
          <ac:chgData name="Harendra Bikram Shah" userId="a00731c20e5a5af2" providerId="LiveId" clId="{9BC04D13-A3F6-4F37-A5D6-6020FA07DF58}" dt="2021-07-21T16:12:35.949" v="1299" actId="1076"/>
          <ac:picMkLst>
            <pc:docMk/>
            <pc:sldMk cId="2476276478" sldId="262"/>
            <ac:picMk id="16" creationId="{A566FED9-C08B-4CC4-A086-FA2641584405}"/>
          </ac:picMkLst>
        </pc:picChg>
      </pc:sldChg>
      <pc:sldChg chg="addSp delSp modSp add mod ord">
        <pc:chgData name="Harendra Bikram Shah" userId="a00731c20e5a5af2" providerId="LiveId" clId="{9BC04D13-A3F6-4F37-A5D6-6020FA07DF58}" dt="2021-07-17T13:48:28.551" v="1145" actId="1076"/>
        <pc:sldMkLst>
          <pc:docMk/>
          <pc:sldMk cId="2211174836" sldId="263"/>
        </pc:sldMkLst>
        <pc:spChg chg="mod">
          <ac:chgData name="Harendra Bikram Shah" userId="a00731c20e5a5af2" providerId="LiveId" clId="{9BC04D13-A3F6-4F37-A5D6-6020FA07DF58}" dt="2021-07-17T13:47:54.237" v="1136" actId="20577"/>
          <ac:spMkLst>
            <pc:docMk/>
            <pc:sldMk cId="2211174836" sldId="263"/>
            <ac:spMk id="2" creationId="{A28C1133-7EBC-40C5-92F0-0C9080D46F3D}"/>
          </ac:spMkLst>
        </pc:spChg>
        <pc:spChg chg="del mod">
          <ac:chgData name="Harendra Bikram Shah" userId="a00731c20e5a5af2" providerId="LiveId" clId="{9BC04D13-A3F6-4F37-A5D6-6020FA07DF58}" dt="2021-07-17T13:48:03.658" v="1140" actId="478"/>
          <ac:spMkLst>
            <pc:docMk/>
            <pc:sldMk cId="2211174836" sldId="263"/>
            <ac:spMk id="7" creationId="{7031610C-AEF1-4B2F-BE8F-0201C8C91AED}"/>
          </ac:spMkLst>
        </pc:spChg>
        <pc:spChg chg="del">
          <ac:chgData name="Harendra Bikram Shah" userId="a00731c20e5a5af2" providerId="LiveId" clId="{9BC04D13-A3F6-4F37-A5D6-6020FA07DF58}" dt="2021-07-17T13:47:59.874" v="1138" actId="478"/>
          <ac:spMkLst>
            <pc:docMk/>
            <pc:sldMk cId="2211174836" sldId="263"/>
            <ac:spMk id="9" creationId="{954F8654-69D1-43B9-BF50-3BE6454F280E}"/>
          </ac:spMkLst>
        </pc:spChg>
        <pc:picChg chg="add mod">
          <ac:chgData name="Harendra Bikram Shah" userId="a00731c20e5a5af2" providerId="LiveId" clId="{9BC04D13-A3F6-4F37-A5D6-6020FA07DF58}" dt="2021-07-17T13:48:28.551" v="1145" actId="1076"/>
          <ac:picMkLst>
            <pc:docMk/>
            <pc:sldMk cId="2211174836" sldId="263"/>
            <ac:picMk id="4" creationId="{9B3FC4BC-EEF3-480D-95C1-AAC3862D9F46}"/>
          </ac:picMkLst>
        </pc:picChg>
        <pc:picChg chg="del">
          <ac:chgData name="Harendra Bikram Shah" userId="a00731c20e5a5af2" providerId="LiveId" clId="{9BC04D13-A3F6-4F37-A5D6-6020FA07DF58}" dt="2021-07-17T13:47:58.108" v="1137" actId="478"/>
          <ac:picMkLst>
            <pc:docMk/>
            <pc:sldMk cId="2211174836" sldId="263"/>
            <ac:picMk id="11" creationId="{894C5B03-64A3-43EE-B756-FBF887352739}"/>
          </ac:picMkLst>
        </pc:picChg>
      </pc:sldChg>
      <pc:sldChg chg="delSp modSp add del mod">
        <pc:chgData name="Harendra Bikram Shah" userId="a00731c20e5a5af2" providerId="LiveId" clId="{9BC04D13-A3F6-4F37-A5D6-6020FA07DF58}" dt="2021-07-21T16:09:04.120" v="1292" actId="2696"/>
        <pc:sldMkLst>
          <pc:docMk/>
          <pc:sldMk cId="3953277397" sldId="264"/>
        </pc:sldMkLst>
        <pc:spChg chg="mod">
          <ac:chgData name="Harendra Bikram Shah" userId="a00731c20e5a5af2" providerId="LiveId" clId="{9BC04D13-A3F6-4F37-A5D6-6020FA07DF58}" dt="2021-07-17T13:48:43.367" v="1157" actId="20577"/>
          <ac:spMkLst>
            <pc:docMk/>
            <pc:sldMk cId="3953277397" sldId="264"/>
            <ac:spMk id="2" creationId="{A28C1133-7EBC-40C5-92F0-0C9080D46F3D}"/>
          </ac:spMkLst>
        </pc:spChg>
        <pc:spChg chg="del">
          <ac:chgData name="Harendra Bikram Shah" userId="a00731c20e5a5af2" providerId="LiveId" clId="{9BC04D13-A3F6-4F37-A5D6-6020FA07DF58}" dt="2021-07-17T13:48:37.496" v="1148" actId="478"/>
          <ac:spMkLst>
            <pc:docMk/>
            <pc:sldMk cId="3953277397" sldId="264"/>
            <ac:spMk id="5" creationId="{7F6C6635-690D-48E3-BA0F-4625D918BC31}"/>
          </ac:spMkLst>
        </pc:spChg>
        <pc:picChg chg="del">
          <ac:chgData name="Harendra Bikram Shah" userId="a00731c20e5a5af2" providerId="LiveId" clId="{9BC04D13-A3F6-4F37-A5D6-6020FA07DF58}" dt="2021-07-17T13:48:34.320" v="1147" actId="478"/>
          <ac:picMkLst>
            <pc:docMk/>
            <pc:sldMk cId="3953277397" sldId="264"/>
            <ac:picMk id="4" creationId="{9B3FC4BC-EEF3-480D-95C1-AAC3862D9F46}"/>
          </ac:picMkLst>
        </pc:picChg>
      </pc:sldChg>
      <pc:sldChg chg="addSp delSp modSp new mod">
        <pc:chgData name="Harendra Bikram Shah" userId="a00731c20e5a5af2" providerId="LiveId" clId="{9BC04D13-A3F6-4F37-A5D6-6020FA07DF58}" dt="2021-07-17T14:49:22.206" v="1190" actId="20577"/>
        <pc:sldMkLst>
          <pc:docMk/>
          <pc:sldMk cId="1382855700" sldId="265"/>
        </pc:sldMkLst>
        <pc:spChg chg="del">
          <ac:chgData name="Harendra Bikram Shah" userId="a00731c20e5a5af2" providerId="LiveId" clId="{9BC04D13-A3F6-4F37-A5D6-6020FA07DF58}" dt="2021-07-17T14:48:46.493" v="1159" actId="478"/>
          <ac:spMkLst>
            <pc:docMk/>
            <pc:sldMk cId="1382855700" sldId="265"/>
            <ac:spMk id="2" creationId="{B60141DA-D0E7-4D49-9D7B-45820FDF8C43}"/>
          </ac:spMkLst>
        </pc:spChg>
        <pc:spChg chg="del">
          <ac:chgData name="Harendra Bikram Shah" userId="a00731c20e5a5af2" providerId="LiveId" clId="{9BC04D13-A3F6-4F37-A5D6-6020FA07DF58}" dt="2021-07-17T14:48:47.742" v="1160" actId="478"/>
          <ac:spMkLst>
            <pc:docMk/>
            <pc:sldMk cId="1382855700" sldId="265"/>
            <ac:spMk id="3" creationId="{45338D1B-F327-40D7-9D67-E2FB3C2B2526}"/>
          </ac:spMkLst>
        </pc:spChg>
        <pc:spChg chg="add mod">
          <ac:chgData name="Harendra Bikram Shah" userId="a00731c20e5a5af2" providerId="LiveId" clId="{9BC04D13-A3F6-4F37-A5D6-6020FA07DF58}" dt="2021-07-17T14:49:22.206" v="1190" actId="20577"/>
          <ac:spMkLst>
            <pc:docMk/>
            <pc:sldMk cId="1382855700" sldId="265"/>
            <ac:spMk id="8" creationId="{FD2F15B7-2415-44F0-8EB2-AF13C0DAA7A8}"/>
          </ac:spMkLst>
        </pc:spChg>
        <pc:picChg chg="add mod">
          <ac:chgData name="Harendra Bikram Shah" userId="a00731c20e5a5af2" providerId="LiveId" clId="{9BC04D13-A3F6-4F37-A5D6-6020FA07DF58}" dt="2021-07-17T14:48:57.724" v="1165" actId="1076"/>
          <ac:picMkLst>
            <pc:docMk/>
            <pc:sldMk cId="1382855700" sldId="265"/>
            <ac:picMk id="5" creationId="{1741EFFF-2FC8-493C-BDEA-61275200665F}"/>
          </ac:picMkLst>
        </pc:picChg>
        <pc:picChg chg="add mod">
          <ac:chgData name="Harendra Bikram Shah" userId="a00731c20e5a5af2" providerId="LiveId" clId="{9BC04D13-A3F6-4F37-A5D6-6020FA07DF58}" dt="2021-07-17T14:48:56.616" v="1164" actId="1076"/>
          <ac:picMkLst>
            <pc:docMk/>
            <pc:sldMk cId="1382855700" sldId="265"/>
            <ac:picMk id="7" creationId="{8E563E55-367E-4E9B-AC35-5548BF2B8A52}"/>
          </ac:picMkLst>
        </pc:picChg>
      </pc:sldChg>
      <pc:sldChg chg="addSp modSp add mod">
        <pc:chgData name="Harendra Bikram Shah" userId="a00731c20e5a5af2" providerId="LiveId" clId="{9BC04D13-A3F6-4F37-A5D6-6020FA07DF58}" dt="2021-07-21T16:09:09.678" v="1294" actId="20577"/>
        <pc:sldMkLst>
          <pc:docMk/>
          <pc:sldMk cId="1095676450" sldId="266"/>
        </pc:sldMkLst>
        <pc:spChg chg="mod">
          <ac:chgData name="Harendra Bikram Shah" userId="a00731c20e5a5af2" providerId="LiveId" clId="{9BC04D13-A3F6-4F37-A5D6-6020FA07DF58}" dt="2021-07-21T16:09:09.678" v="1294" actId="20577"/>
          <ac:spMkLst>
            <pc:docMk/>
            <pc:sldMk cId="1095676450" sldId="266"/>
            <ac:spMk id="2" creationId="{A28C1133-7EBC-40C5-92F0-0C9080D46F3D}"/>
          </ac:spMkLst>
        </pc:spChg>
        <pc:spChg chg="mod">
          <ac:chgData name="Harendra Bikram Shah" userId="a00731c20e5a5af2" providerId="LiveId" clId="{9BC04D13-A3F6-4F37-A5D6-6020FA07DF58}" dt="2021-07-21T15:17:09.249" v="1204" actId="20577"/>
          <ac:spMkLst>
            <pc:docMk/>
            <pc:sldMk cId="1095676450" sldId="266"/>
            <ac:spMk id="5" creationId="{7F6C6635-690D-48E3-BA0F-4625D918BC31}"/>
          </ac:spMkLst>
        </pc:spChg>
        <pc:picChg chg="add mod">
          <ac:chgData name="Harendra Bikram Shah" userId="a00731c20e5a5af2" providerId="LiveId" clId="{9BC04D13-A3F6-4F37-A5D6-6020FA07DF58}" dt="2021-07-21T15:17:22.918" v="1208" actId="1076"/>
          <ac:picMkLst>
            <pc:docMk/>
            <pc:sldMk cId="1095676450" sldId="266"/>
            <ac:picMk id="4" creationId="{22B73756-9C37-4D3B-983D-18A882DD2BAB}"/>
          </ac:picMkLst>
        </pc:picChg>
      </pc:sldChg>
      <pc:sldChg chg="addSp delSp modSp add mod">
        <pc:chgData name="Harendra Bikram Shah" userId="a00731c20e5a5af2" providerId="LiveId" clId="{9BC04D13-A3F6-4F37-A5D6-6020FA07DF58}" dt="2021-07-21T16:13:50.729" v="1312" actId="1076"/>
        <pc:sldMkLst>
          <pc:docMk/>
          <pc:sldMk cId="2843720817" sldId="267"/>
        </pc:sldMkLst>
        <pc:spChg chg="mod">
          <ac:chgData name="Harendra Bikram Shah" userId="a00731c20e5a5af2" providerId="LiveId" clId="{9BC04D13-A3F6-4F37-A5D6-6020FA07DF58}" dt="2021-07-21T16:08:10.949" v="1281" actId="20577"/>
          <ac:spMkLst>
            <pc:docMk/>
            <pc:sldMk cId="2843720817" sldId="267"/>
            <ac:spMk id="5" creationId="{7F6C6635-690D-48E3-BA0F-4625D918BC31}"/>
          </ac:spMkLst>
        </pc:spChg>
        <pc:picChg chg="add del mod">
          <ac:chgData name="Harendra Bikram Shah" userId="a00731c20e5a5af2" providerId="LiveId" clId="{9BC04D13-A3F6-4F37-A5D6-6020FA07DF58}" dt="2021-07-21T16:12:50.579" v="1301" actId="478"/>
          <ac:picMkLst>
            <pc:docMk/>
            <pc:sldMk cId="2843720817" sldId="267"/>
            <ac:picMk id="4" creationId="{C5055160-3FA2-4191-8201-EFFC3826446F}"/>
          </ac:picMkLst>
        </pc:picChg>
        <pc:picChg chg="add del mod">
          <ac:chgData name="Harendra Bikram Shah" userId="a00731c20e5a5af2" providerId="LiveId" clId="{9BC04D13-A3F6-4F37-A5D6-6020FA07DF58}" dt="2021-07-21T16:13:46.709" v="1309" actId="478"/>
          <ac:picMkLst>
            <pc:docMk/>
            <pc:sldMk cId="2843720817" sldId="267"/>
            <ac:picMk id="7" creationId="{E6D36432-7F3B-49FA-A071-7AC73886698E}"/>
          </ac:picMkLst>
        </pc:picChg>
        <pc:picChg chg="add mod">
          <ac:chgData name="Harendra Bikram Shah" userId="a00731c20e5a5af2" providerId="LiveId" clId="{9BC04D13-A3F6-4F37-A5D6-6020FA07DF58}" dt="2021-07-21T16:13:50.729" v="1312" actId="1076"/>
          <ac:picMkLst>
            <pc:docMk/>
            <pc:sldMk cId="2843720817" sldId="267"/>
            <ac:picMk id="9" creationId="{0E65D702-920E-460D-B671-FA23C633D17C}"/>
          </ac:picMkLst>
        </pc:picChg>
        <pc:picChg chg="del">
          <ac:chgData name="Harendra Bikram Shah" userId="a00731c20e5a5af2" providerId="LiveId" clId="{9BC04D13-A3F6-4F37-A5D6-6020FA07DF58}" dt="2021-07-21T16:08:13.519" v="1282" actId="478"/>
          <ac:picMkLst>
            <pc:docMk/>
            <pc:sldMk cId="2843720817" sldId="267"/>
            <ac:picMk id="14" creationId="{03DA4308-3FFE-4DE1-8C6D-8129AC375998}"/>
          </ac:picMkLst>
        </pc:picChg>
      </pc:sldChg>
      <pc:sldChg chg="delSp modSp add mod">
        <pc:chgData name="Harendra Bikram Shah" userId="a00731c20e5a5af2" providerId="LiveId" clId="{9BC04D13-A3F6-4F37-A5D6-6020FA07DF58}" dt="2021-07-21T16:15:03.070" v="1497" actId="14100"/>
        <pc:sldMkLst>
          <pc:docMk/>
          <pc:sldMk cId="4254319409" sldId="268"/>
        </pc:sldMkLst>
        <pc:spChg chg="mod">
          <ac:chgData name="Harendra Bikram Shah" userId="a00731c20e5a5af2" providerId="LiveId" clId="{9BC04D13-A3F6-4F37-A5D6-6020FA07DF58}" dt="2021-07-21T16:14:07.460" v="1343" actId="20577"/>
          <ac:spMkLst>
            <pc:docMk/>
            <pc:sldMk cId="4254319409" sldId="268"/>
            <ac:spMk id="2" creationId="{A28C1133-7EBC-40C5-92F0-0C9080D46F3D}"/>
          </ac:spMkLst>
        </pc:spChg>
        <pc:spChg chg="mod">
          <ac:chgData name="Harendra Bikram Shah" userId="a00731c20e5a5af2" providerId="LiveId" clId="{9BC04D13-A3F6-4F37-A5D6-6020FA07DF58}" dt="2021-07-21T16:15:03.070" v="1497" actId="14100"/>
          <ac:spMkLst>
            <pc:docMk/>
            <pc:sldMk cId="4254319409" sldId="268"/>
            <ac:spMk id="5" creationId="{7F6C6635-690D-48E3-BA0F-4625D918BC31}"/>
          </ac:spMkLst>
        </pc:spChg>
        <pc:picChg chg="del">
          <ac:chgData name="Harendra Bikram Shah" userId="a00731c20e5a5af2" providerId="LiveId" clId="{9BC04D13-A3F6-4F37-A5D6-6020FA07DF58}" dt="2021-07-21T16:14:13.100" v="1344" actId="478"/>
          <ac:picMkLst>
            <pc:docMk/>
            <pc:sldMk cId="4254319409" sldId="268"/>
            <ac:picMk id="9" creationId="{0E65D702-920E-460D-B671-FA23C633D17C}"/>
          </ac:picMkLst>
        </pc:picChg>
      </pc:sldChg>
      <pc:sldMasterChg chg="addSldLayout">
        <pc:chgData name="Harendra Bikram Shah" userId="a00731c20e5a5af2" providerId="LiveId" clId="{9BC04D13-A3F6-4F37-A5D6-6020FA07DF58}" dt="2021-07-17T12:56:44.744" v="0" actId="680"/>
        <pc:sldMasterMkLst>
          <pc:docMk/>
          <pc:sldMasterMk cId="1633955139" sldId="2147483648"/>
        </pc:sldMasterMkLst>
        <pc:sldLayoutChg chg="add">
          <pc:chgData name="Harendra Bikram Shah" userId="a00731c20e5a5af2" providerId="LiveId" clId="{9BC04D13-A3F6-4F37-A5D6-6020FA07DF58}" dt="2021-07-17T12:56:44.744" v="0" actId="680"/>
          <pc:sldLayoutMkLst>
            <pc:docMk/>
            <pc:sldMasterMk cId="1633955139" sldId="2147483648"/>
            <pc:sldLayoutMk cId="667278833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CD17E-173D-4145-AF0D-61B51FC1E6ED}" type="datetimeFigureOut">
              <a:rPr lang="en-IN" smtClean="0"/>
              <a:t>28-12-2021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FF30B-746C-4534-83E8-2FDF2758FB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FF30B-746C-4534-83E8-2FDF2758FB8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756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FF30B-746C-4534-83E8-2FDF2758FB8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22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FF30B-746C-4534-83E8-2FDF2758FB8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414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FF30B-746C-4534-83E8-2FDF2758FB8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351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FF30B-746C-4534-83E8-2FDF2758FB8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290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FF30B-746C-4534-83E8-2FDF2758FB8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43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F67D-B28B-423F-8971-658055C3A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1E47E-3693-4C3F-969B-2466FF8B7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27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95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EDB6-7814-4381-9C83-A35AF2D92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120" y="406400"/>
            <a:ext cx="9144000" cy="2387600"/>
          </a:xfrm>
        </p:spPr>
        <p:txBody>
          <a:bodyPr/>
          <a:lstStyle/>
          <a:p>
            <a:r>
              <a:rPr lang="en-GB" b="1" dirty="0"/>
              <a:t>UNIT 4 :Simplification of Boolean Algebra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E3A5A-1D5D-4A2E-BF05-A7CBD86787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dirty="0"/>
              <a:t>Presented by </a:t>
            </a:r>
          </a:p>
          <a:p>
            <a:pPr algn="l"/>
            <a:r>
              <a:rPr lang="en-GB" dirty="0"/>
              <a:t>		Er.Harendra Bikram Shah</a:t>
            </a:r>
          </a:p>
          <a:p>
            <a:pPr algn="l"/>
            <a:r>
              <a:rPr lang="en-GB" dirty="0"/>
              <a:t>			(Lecturer)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914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9633-58CA-43A3-BC35-8627023A1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0324"/>
            <a:ext cx="9144000" cy="973723"/>
          </a:xfrm>
        </p:spPr>
        <p:txBody>
          <a:bodyPr/>
          <a:lstStyle/>
          <a:p>
            <a:r>
              <a:rPr lang="en-GB" dirty="0"/>
              <a:t>OUTLINES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237E5-AD85-4BAE-9995-4FE5A4454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14048"/>
            <a:ext cx="9144000" cy="1666778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 K-Map of 2,3,4 variables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 Simplification and Realization using NAND and NOR gates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 Practical Design Steps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353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9633-58CA-43A3-BC35-8627023A1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467"/>
            <a:ext cx="9144000" cy="797633"/>
          </a:xfrm>
        </p:spPr>
        <p:txBody>
          <a:bodyPr/>
          <a:lstStyle/>
          <a:p>
            <a:r>
              <a:rPr lang="en-GB" dirty="0"/>
              <a:t>K-Map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237E5-AD85-4BAE-9995-4FE5A4454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48165"/>
            <a:ext cx="12056012" cy="5526368"/>
          </a:xfrm>
        </p:spPr>
        <p:txBody>
          <a:bodyPr/>
          <a:lstStyle/>
          <a:p>
            <a:pPr algn="l"/>
            <a:r>
              <a:rPr lang="en-GB" b="1" u="sng" dirty="0"/>
              <a:t>Introduction to K-map: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dirty="0"/>
              <a:t>In previous chapters, we have simplified the Boolean functions using Boolean postulates and theorems.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dirty="0"/>
              <a:t>It is a time consuming process and we have to re-write the simplified expressions after each step.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dirty="0"/>
              <a:t>To overcome this difficulty, Karnaugh introduced a method for simplification of Boolean functions in an easy way.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b="1" dirty="0"/>
              <a:t>A Karnaugh map (K-map) is a pictorial method used to minimize Boolean expressions without having to use Boolean algebra theorems and equation manipulations.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dirty="0"/>
              <a:t>A K-map can be thought of as a special version of a truth table 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dirty="0"/>
              <a:t>It is a graphical method, which consists of 2n cells for ‘n’ variables.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dirty="0"/>
              <a:t> 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 1953, the American Physicist  Maurice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Karnaugh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invented K-Map</a:t>
            </a:r>
            <a:endParaRPr lang="en-GB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461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9633-58CA-43A3-BC35-8627023A1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467"/>
            <a:ext cx="9144000" cy="797633"/>
          </a:xfrm>
        </p:spPr>
        <p:txBody>
          <a:bodyPr/>
          <a:lstStyle/>
          <a:p>
            <a:r>
              <a:rPr lang="en-GB" dirty="0"/>
              <a:t>K-Map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237E5-AD85-4BAE-9995-4FE5A4454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48165"/>
            <a:ext cx="12056012" cy="2792315"/>
          </a:xfrm>
        </p:spPr>
        <p:txBody>
          <a:bodyPr/>
          <a:lstStyle/>
          <a:p>
            <a:pPr algn="l"/>
            <a:r>
              <a:rPr lang="en-GB" b="1" u="sng" dirty="0"/>
              <a:t>Significance/Application/Importance of  K-map: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Boolean algebra can be simplified systematically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K-map reduces logic functions quickly and simply.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/>
              <a:t>K-maps are both faster and Easier for more number for variables like 4 or more numbers of variables.</a:t>
            </a:r>
            <a:endParaRPr lang="en-GB" b="1" u="sng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893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1C6B42-A64E-4488-A13D-CB48B08CA360}"/>
              </a:ext>
            </a:extLst>
          </p:cNvPr>
          <p:cNvSpPr txBox="1"/>
          <p:nvPr/>
        </p:nvSpPr>
        <p:spPr>
          <a:xfrm>
            <a:off x="112542" y="361968"/>
            <a:ext cx="11746522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sz="3600" b="1" i="0" u="sng" dirty="0">
                <a:solidFill>
                  <a:srgbClr val="273239"/>
                </a:solidFill>
                <a:effectLst/>
                <a:latin typeface="urw-din"/>
              </a:rPr>
              <a:t>Steps to solve expression using K-map-</a:t>
            </a:r>
            <a:r>
              <a:rPr lang="en-GB" sz="3600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br>
              <a:rPr lang="en-GB" b="0" i="0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just" fontAlgn="base">
              <a:buFont typeface="+mj-lt"/>
              <a:buAutoNum type="arabicPeriod"/>
            </a:pPr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Select K-map according to the number of variables.</a:t>
            </a:r>
          </a:p>
          <a:p>
            <a:pPr algn="just" fontAlgn="base">
              <a:buFont typeface="+mj-lt"/>
              <a:buAutoNum type="arabicPeriod"/>
            </a:pPr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Identify minterms or maxterms as given in problem.</a:t>
            </a:r>
          </a:p>
          <a:p>
            <a:pPr algn="just" fontAlgn="base">
              <a:buFont typeface="+mj-lt"/>
              <a:buAutoNum type="arabicPeriod"/>
            </a:pPr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For SOP put 1’s in blocks of K-map respective to the minterms (0’s elsewhere).</a:t>
            </a:r>
          </a:p>
          <a:p>
            <a:pPr algn="just" fontAlgn="base">
              <a:buFont typeface="+mj-lt"/>
              <a:buAutoNum type="arabicPeriod"/>
            </a:pPr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For POS put 0’s in blocks of K-map respective to the maxterms(1’s elsewhere).</a:t>
            </a:r>
          </a:p>
          <a:p>
            <a:pPr algn="just" fontAlgn="base">
              <a:buFont typeface="+mj-lt"/>
              <a:buAutoNum type="arabicPeriod"/>
            </a:pPr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Make rectangular groups containing total terms in power of two like 2,4,8 ..(except 1) and try to cover as many elements as you can in one group.</a:t>
            </a:r>
          </a:p>
          <a:p>
            <a:pPr algn="just" fontAlgn="base">
              <a:buFont typeface="+mj-lt"/>
              <a:buAutoNum type="arabicPeriod"/>
            </a:pPr>
            <a:r>
              <a:rPr lang="en-GB" sz="2800" dirty="0">
                <a:solidFill>
                  <a:srgbClr val="273239"/>
                </a:solidFill>
                <a:latin typeface="urw-din"/>
              </a:rPr>
              <a:t> </a:t>
            </a:r>
            <a:r>
              <a:rPr lang="en-GB" sz="2800" b="0" i="0" dirty="0">
                <a:solidFill>
                  <a:srgbClr val="2C2F34"/>
                </a:solidFill>
                <a:effectLst/>
                <a:latin typeface="arial" panose="020B0604020202020204" pitchFamily="34" charset="0"/>
              </a:rPr>
              <a:t>Don’t care “x” should also be included while grouping to make a larger possible group.</a:t>
            </a:r>
            <a:endParaRPr lang="en-GB" sz="2800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just" fontAlgn="base">
              <a:buFont typeface="+mj-lt"/>
              <a:buAutoNum type="arabicPeriod"/>
            </a:pPr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From the groups made in step 5 find the product terms and sum them up for SOP form.</a:t>
            </a:r>
          </a:p>
        </p:txBody>
      </p:sp>
    </p:spTree>
    <p:extLst>
      <p:ext uri="{BB962C8B-B14F-4D97-AF65-F5344CB8AC3E}">
        <p14:creationId xmlns:p14="http://schemas.microsoft.com/office/powerpoint/2010/main" val="304946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41EFFF-2FC8-493C-BDEA-612752006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331" y="1104575"/>
            <a:ext cx="5201376" cy="4925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63E55-367E-4E9B-AC35-5548BF2B8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278" y="1104575"/>
            <a:ext cx="3296110" cy="4648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D2F15B7-2415-44F0-8EB2-AF13C0DAA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4" y="151692"/>
            <a:ext cx="9144000" cy="720505"/>
          </a:xfrm>
        </p:spPr>
        <p:txBody>
          <a:bodyPr/>
          <a:lstStyle/>
          <a:p>
            <a:r>
              <a:rPr lang="en-GB" dirty="0"/>
              <a:t>Pairing Ways in k-map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285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133-7EBC-40C5-92F0-0C9080D46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4" y="151692"/>
            <a:ext cx="9144000" cy="720505"/>
          </a:xfrm>
        </p:spPr>
        <p:txBody>
          <a:bodyPr/>
          <a:lstStyle/>
          <a:p>
            <a:r>
              <a:rPr lang="en-GB" dirty="0"/>
              <a:t>K-Map of 2 variables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C6635-690D-48E3-BA0F-4625D918BC31}"/>
              </a:ext>
            </a:extLst>
          </p:cNvPr>
          <p:cNvSpPr txBox="1"/>
          <p:nvPr/>
        </p:nvSpPr>
        <p:spPr>
          <a:xfrm>
            <a:off x="-31067" y="511944"/>
            <a:ext cx="33914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i="0" u="sng" dirty="0">
                <a:solidFill>
                  <a:srgbClr val="273239"/>
                </a:solidFill>
                <a:effectLst/>
                <a:latin typeface="urw-din"/>
              </a:rPr>
              <a:t>SOP FORM</a:t>
            </a:r>
            <a:endParaRPr lang="en-IN" sz="2800" b="1" i="0" dirty="0">
              <a:solidFill>
                <a:srgbClr val="273239"/>
              </a:solidFill>
              <a:effectLst/>
              <a:latin typeface="urw-din"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FC4BC-EEF3-480D-95C1-AAC3862D9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566" y="1392700"/>
            <a:ext cx="6188687" cy="361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7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133-7EBC-40C5-92F0-0C9080D46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4" y="151692"/>
            <a:ext cx="9144000" cy="720505"/>
          </a:xfrm>
        </p:spPr>
        <p:txBody>
          <a:bodyPr/>
          <a:lstStyle/>
          <a:p>
            <a:r>
              <a:rPr lang="en-GB" dirty="0"/>
              <a:t>K-Map of 3 variables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C6635-690D-48E3-BA0F-4625D918BC31}"/>
              </a:ext>
            </a:extLst>
          </p:cNvPr>
          <p:cNvSpPr txBox="1"/>
          <p:nvPr/>
        </p:nvSpPr>
        <p:spPr>
          <a:xfrm>
            <a:off x="-31067" y="511944"/>
            <a:ext cx="33914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i="0" u="sng" dirty="0">
                <a:solidFill>
                  <a:srgbClr val="273239"/>
                </a:solidFill>
                <a:effectLst/>
                <a:latin typeface="urw-din"/>
              </a:rPr>
              <a:t>SOP FORM</a:t>
            </a:r>
            <a:endParaRPr lang="en-IN" sz="2800" b="1" i="0" dirty="0">
              <a:solidFill>
                <a:srgbClr val="273239"/>
              </a:solidFill>
              <a:effectLst/>
              <a:latin typeface="urw-din"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1610C-AEF1-4B2F-BE8F-0201C8C91AED}"/>
              </a:ext>
            </a:extLst>
          </p:cNvPr>
          <p:cNvSpPr txBox="1"/>
          <p:nvPr/>
        </p:nvSpPr>
        <p:spPr>
          <a:xfrm>
            <a:off x="382759" y="1106450"/>
            <a:ext cx="9143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en-GB" sz="2800" b="1" i="0" u="sng" dirty="0">
                <a:solidFill>
                  <a:srgbClr val="273239"/>
                </a:solidFill>
                <a:effectLst/>
                <a:latin typeface="urw-din"/>
              </a:rPr>
              <a:t>K-map of 3 variables-</a:t>
            </a:r>
            <a:endParaRPr lang="en-GB" sz="2800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/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Z= ∑A,B,C(1,3,6,7)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F8654-69D1-43B9-BF50-3BE6454F280E}"/>
              </a:ext>
            </a:extLst>
          </p:cNvPr>
          <p:cNvSpPr txBox="1"/>
          <p:nvPr/>
        </p:nvSpPr>
        <p:spPr>
          <a:xfrm>
            <a:off x="382759" y="5103674"/>
            <a:ext cx="62530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From </a:t>
            </a: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red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group we get product term— </a:t>
            </a:r>
          </a:p>
          <a:p>
            <a:pPr algn="l" fontAlgn="base"/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A’C </a:t>
            </a:r>
          </a:p>
          <a:p>
            <a:pPr algn="l" fontAlgn="base"/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From</a:t>
            </a: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 green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group we get product term— </a:t>
            </a:r>
          </a:p>
          <a:p>
            <a:pPr algn="l" fontAlgn="base"/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AB </a:t>
            </a:r>
          </a:p>
          <a:p>
            <a:pPr algn="l" fontAlgn="base"/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Summing these product terms  we get- </a:t>
            </a:r>
            <a:r>
              <a:rPr lang="en-GB" b="1" i="0" dirty="0">
                <a:solidFill>
                  <a:srgbClr val="273239"/>
                </a:solidFill>
                <a:effectLst/>
                <a:latin typeface="urw-din"/>
              </a:rPr>
              <a:t>Final expression (A’C+AB)</a:t>
            </a: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4C5B03-64A3-43EE-B756-FBF887352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849" y="1322363"/>
            <a:ext cx="7476391" cy="48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85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133-7EBC-40C5-92F0-0C9080D46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4" y="151692"/>
            <a:ext cx="9144000" cy="720505"/>
          </a:xfrm>
        </p:spPr>
        <p:txBody>
          <a:bodyPr/>
          <a:lstStyle/>
          <a:p>
            <a:r>
              <a:rPr lang="en-GB" dirty="0"/>
              <a:t>K-Map of 3 variables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C6635-690D-48E3-BA0F-4625D918BC31}"/>
              </a:ext>
            </a:extLst>
          </p:cNvPr>
          <p:cNvSpPr txBox="1"/>
          <p:nvPr/>
        </p:nvSpPr>
        <p:spPr>
          <a:xfrm>
            <a:off x="-31067" y="511944"/>
            <a:ext cx="33914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i="0" u="sng" dirty="0">
                <a:solidFill>
                  <a:srgbClr val="273239"/>
                </a:solidFill>
                <a:effectLst/>
                <a:latin typeface="urw-din"/>
              </a:rPr>
              <a:t>SoP FORM</a:t>
            </a:r>
            <a:endParaRPr lang="en-IN" sz="2800" b="1" i="0" dirty="0">
              <a:solidFill>
                <a:srgbClr val="273239"/>
              </a:solidFill>
              <a:effectLst/>
              <a:latin typeface="urw-din"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73756-9C37-4D3B-983D-18A882DD2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606" y="971634"/>
            <a:ext cx="6668965" cy="358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7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133-7EBC-40C5-92F0-0C9080D46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4" y="151692"/>
            <a:ext cx="9144000" cy="720505"/>
          </a:xfrm>
        </p:spPr>
        <p:txBody>
          <a:bodyPr/>
          <a:lstStyle/>
          <a:p>
            <a:r>
              <a:rPr lang="en-GB" dirty="0"/>
              <a:t>K-Map of 4 variables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C6635-690D-48E3-BA0F-4625D918BC31}"/>
              </a:ext>
            </a:extLst>
          </p:cNvPr>
          <p:cNvSpPr txBox="1"/>
          <p:nvPr/>
        </p:nvSpPr>
        <p:spPr>
          <a:xfrm>
            <a:off x="-31067" y="511944"/>
            <a:ext cx="33914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u="sng" dirty="0">
                <a:solidFill>
                  <a:srgbClr val="273239"/>
                </a:solidFill>
                <a:latin typeface="urw-din"/>
              </a:rPr>
              <a:t>SoP</a:t>
            </a:r>
            <a:r>
              <a:rPr lang="en-IN" sz="2800" b="1" i="0" u="sng" dirty="0">
                <a:solidFill>
                  <a:srgbClr val="273239"/>
                </a:solidFill>
                <a:effectLst/>
                <a:latin typeface="urw-din"/>
              </a:rPr>
              <a:t> FORM</a:t>
            </a:r>
            <a:endParaRPr lang="en-IN" sz="2800" b="1" i="0" dirty="0">
              <a:solidFill>
                <a:srgbClr val="273239"/>
              </a:solidFill>
              <a:effectLst/>
              <a:latin typeface="urw-din"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66FED9-C08B-4CC4-A086-FA2641584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472" y="1232449"/>
            <a:ext cx="7179670" cy="477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7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133-7EBC-40C5-92F0-0C9080D46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4" y="151692"/>
            <a:ext cx="9144000" cy="720505"/>
          </a:xfrm>
        </p:spPr>
        <p:txBody>
          <a:bodyPr/>
          <a:lstStyle/>
          <a:p>
            <a:r>
              <a:rPr lang="en-GB" dirty="0"/>
              <a:t>K-Map of 4 variables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C6635-690D-48E3-BA0F-4625D918BC31}"/>
              </a:ext>
            </a:extLst>
          </p:cNvPr>
          <p:cNvSpPr txBox="1"/>
          <p:nvPr/>
        </p:nvSpPr>
        <p:spPr>
          <a:xfrm>
            <a:off x="-31067" y="511944"/>
            <a:ext cx="33914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800" b="1" i="0" u="sng" dirty="0">
                <a:solidFill>
                  <a:srgbClr val="273239"/>
                </a:solidFill>
                <a:effectLst/>
                <a:latin typeface="urw-din"/>
              </a:rPr>
              <a:t>PoS FORM</a:t>
            </a:r>
            <a:endParaRPr lang="en-IN" sz="2800" b="1" i="0" dirty="0">
              <a:solidFill>
                <a:srgbClr val="273239"/>
              </a:solidFill>
              <a:effectLst/>
              <a:latin typeface="urw-din"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65D702-920E-460D-B671-FA23C633D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28" y="1050553"/>
            <a:ext cx="6479791" cy="45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20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E50B9DA-2BA7-464A-B4E4-A61EDEF2B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49" y="491211"/>
            <a:ext cx="9187130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/>
              <a:t>5 Variable K-Map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The number of cells in 5 variable K-map is thirty-two, since the number of variables is 5.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The following figure shows 5 variable K-Map.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          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There is only one possibility of grouping 32 adjacent min terms.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There are two possibilities of grouping 16 adjacent min terms. i.e.,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grouping of min terms from m0 to m15 and m16 to m31.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If v=0, then 5 variable K-map becomes 4 variable K-map.</a:t>
            </a:r>
          </a:p>
        </p:txBody>
      </p:sp>
      <p:pic>
        <p:nvPicPr>
          <p:cNvPr id="1026" name="Picture 2" descr="5 Variable K-Map">
            <a:extLst>
              <a:ext uri="{FF2B5EF4-FFF2-40B4-BE49-F238E27FC236}">
                <a16:creationId xmlns:a16="http://schemas.microsoft.com/office/drawing/2014/main" id="{459A09E8-E093-4099-AB00-7B9B2BD78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076" y="2780670"/>
            <a:ext cx="8012658" cy="31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111213-1668-4E16-B860-0E488945D0FB}"/>
              </a:ext>
            </a:extLst>
          </p:cNvPr>
          <p:cNvSpPr txBox="1"/>
          <p:nvPr/>
        </p:nvSpPr>
        <p:spPr>
          <a:xfrm>
            <a:off x="1992443" y="5933235"/>
            <a:ext cx="8207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In the above all K-maps, we used exclusively the min terms notation.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Similarly, you can use exclusively the Max terms notation.</a:t>
            </a:r>
          </a:p>
        </p:txBody>
      </p:sp>
    </p:spTree>
    <p:extLst>
      <p:ext uri="{BB962C8B-B14F-4D97-AF65-F5344CB8AC3E}">
        <p14:creationId xmlns:p14="http://schemas.microsoft.com/office/powerpoint/2010/main" val="1590108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1133-7EBC-40C5-92F0-0C9080D46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4" y="151692"/>
            <a:ext cx="9144000" cy="720505"/>
          </a:xfrm>
        </p:spPr>
        <p:txBody>
          <a:bodyPr/>
          <a:lstStyle/>
          <a:p>
            <a:r>
              <a:rPr lang="en-GB" dirty="0"/>
              <a:t>K-Map with Don’t care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C6635-690D-48E3-BA0F-4625D918BC31}"/>
              </a:ext>
            </a:extLst>
          </p:cNvPr>
          <p:cNvSpPr txBox="1"/>
          <p:nvPr/>
        </p:nvSpPr>
        <p:spPr>
          <a:xfrm>
            <a:off x="1684313" y="1150034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Everything is same except the notation ‘X’ is used for don’t care condition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Don’t care condition will remain same for both POS and SOP form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319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166E0F8D0B40498C35D8E5EAFE0871" ma:contentTypeVersion="2" ma:contentTypeDescription="Create a new document." ma:contentTypeScope="" ma:versionID="30ed41ad50ee0b9a0f5f1cb47eb6e788">
  <xsd:schema xmlns:xsd="http://www.w3.org/2001/XMLSchema" xmlns:xs="http://www.w3.org/2001/XMLSchema" xmlns:p="http://schemas.microsoft.com/office/2006/metadata/properties" xmlns:ns2="c91e3ff6-14c8-40d6-a47c-44c5ff227c54" targetNamespace="http://schemas.microsoft.com/office/2006/metadata/properties" ma:root="true" ma:fieldsID="53576ef496075ab8eae69b5aa49a74e2" ns2:_="">
    <xsd:import namespace="c91e3ff6-14c8-40d6-a47c-44c5ff227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e3ff6-14c8-40d6-a47c-44c5ff227c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B8C8A7-DE45-4BE8-B794-728A6BB3E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1e3ff6-14c8-40d6-a47c-44c5ff227c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C135D9-B52B-46C4-ACD7-7B69BA5E0A0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2B37D96-3277-434C-9C7F-66F227F176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569</Words>
  <Application>Microsoft Office PowerPoint</Application>
  <PresentationFormat>Widescreen</PresentationFormat>
  <Paragraphs>72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</vt:lpstr>
      <vt:lpstr>Calibri</vt:lpstr>
      <vt:lpstr>Calibri Light</vt:lpstr>
      <vt:lpstr>urw-din</vt:lpstr>
      <vt:lpstr>Wingdings</vt:lpstr>
      <vt:lpstr>Office Theme</vt:lpstr>
      <vt:lpstr>UNIT 4 :Simplification of Boolean Algebra</vt:lpstr>
      <vt:lpstr>OUTLINES</vt:lpstr>
      <vt:lpstr>K-Map </vt:lpstr>
      <vt:lpstr>K-Map </vt:lpstr>
      <vt:lpstr>PowerPoint Presentation</vt:lpstr>
      <vt:lpstr>Pairing Ways in k-map</vt:lpstr>
      <vt:lpstr>K-Map of 2 variables</vt:lpstr>
      <vt:lpstr>K-Map of 3 variables</vt:lpstr>
      <vt:lpstr>K-Map of 3 variables</vt:lpstr>
      <vt:lpstr>K-Map of 4 variables</vt:lpstr>
      <vt:lpstr>K-Map of 4 variables</vt:lpstr>
      <vt:lpstr>PowerPoint Presentation</vt:lpstr>
      <vt:lpstr>K-Map with Don’t care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:Simplification of Boolean Algebra</dc:title>
  <dc:creator>Harendra Bikram Shah</dc:creator>
  <cp:lastModifiedBy>Harendra Bikram Shah</cp:lastModifiedBy>
  <cp:revision>7</cp:revision>
  <dcterms:created xsi:type="dcterms:W3CDTF">2021-07-17T12:53:48Z</dcterms:created>
  <dcterms:modified xsi:type="dcterms:W3CDTF">2021-12-28T14:58:47Z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0x01010044166E0F8D0B40498C35D8E5EAFE0871</vt:lpwstr>
  </property>
</Properties>
</file>
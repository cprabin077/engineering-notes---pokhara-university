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3" r:id="rId10"/>
    <p:sldId id="261" r:id="rId11"/>
    <p:sldId id="262" r:id="rId12"/>
    <p:sldId id="264" r:id="rId13"/>
    <p:sldId id="265" r:id="rId14"/>
    <p:sldId id="266" r:id="rId15"/>
    <p:sldId id="267" r:id="rId16"/>
    <p:sldId id="268" r:id="rId17"/>
    <p:sldId id="273" r:id="rId18"/>
    <p:sldId id="274" r:id="rId19"/>
    <p:sldId id="275" r:id="rId20"/>
    <p:sldId id="272" r:id="rId21"/>
    <p:sldId id="269" r:id="rId22"/>
    <p:sldId id="270" r:id="rId23"/>
    <p:sldId id="271" r:id="rId24"/>
    <p:sldId id="276" r:id="rId25"/>
    <p:sldId id="278" r:id="rId26"/>
    <p:sldId id="277" r:id="rId27"/>
    <p:sldId id="352" r:id="rId28"/>
    <p:sldId id="353" r:id="rId29"/>
    <p:sldId id="354" r:id="rId30"/>
    <p:sldId id="355" r:id="rId31"/>
    <p:sldId id="356" r:id="rId32"/>
    <p:sldId id="279" r:id="rId33"/>
    <p:sldId id="285" r:id="rId34"/>
    <p:sldId id="280" r:id="rId35"/>
    <p:sldId id="281" r:id="rId36"/>
    <p:sldId id="282" r:id="rId37"/>
    <p:sldId id="283" r:id="rId38"/>
    <p:sldId id="284"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2" r:id="rId65"/>
    <p:sldId id="313" r:id="rId66"/>
    <p:sldId id="314" r:id="rId67"/>
    <p:sldId id="315" r:id="rId68"/>
    <p:sldId id="311" r:id="rId69"/>
    <p:sldId id="317" r:id="rId70"/>
    <p:sldId id="316"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5" r:id="rId86"/>
    <p:sldId id="332" r:id="rId87"/>
    <p:sldId id="333" r:id="rId88"/>
    <p:sldId id="334" r:id="rId89"/>
    <p:sldId id="336" r:id="rId90"/>
    <p:sldId id="337" r:id="rId91"/>
    <p:sldId id="338" r:id="rId92"/>
    <p:sldId id="339" r:id="rId93"/>
    <p:sldId id="340" r:id="rId94"/>
    <p:sldId id="341" r:id="rId95"/>
    <p:sldId id="342" r:id="rId96"/>
    <p:sldId id="343" r:id="rId97"/>
    <p:sldId id="344" r:id="rId98"/>
    <p:sldId id="345" r:id="rId99"/>
    <p:sldId id="346" r:id="rId100"/>
    <p:sldId id="357" r:id="rId101"/>
    <p:sldId id="358" r:id="rId102"/>
    <p:sldId id="359" r:id="rId103"/>
    <p:sldId id="360" r:id="rId104"/>
    <p:sldId id="348" r:id="rId105"/>
    <p:sldId id="349" r:id="rId106"/>
    <p:sldId id="350" r:id="rId107"/>
    <p:sldId id="351" r:id="rId10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ableStyles" Target="tableStyles.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microsoft.com/office/2016/11/relationships/changesInfo" Target="changesInfos/changesInfo1.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slide" Target="slides/slide102.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presProps" Target="pres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endra Bikram Shah" userId="a00731c20e5a5af2" providerId="LiveId" clId="{056D7180-62C6-4CD6-9316-D5FC8218B82A}"/>
    <pc:docChg chg="undo custSel addSld delSld modSld sldOrd">
      <pc:chgData name="Harendra Bikram Shah" userId="a00731c20e5a5af2" providerId="LiveId" clId="{056D7180-62C6-4CD6-9316-D5FC8218B82A}" dt="2021-09-05T16:36:24.883" v="6884" actId="478"/>
      <pc:docMkLst>
        <pc:docMk/>
      </pc:docMkLst>
      <pc:sldChg chg="modSp new mod">
        <pc:chgData name="Harendra Bikram Shah" userId="a00731c20e5a5af2" providerId="LiveId" clId="{056D7180-62C6-4CD6-9316-D5FC8218B82A}" dt="2021-08-14T16:18:40.871" v="3228" actId="20577"/>
        <pc:sldMkLst>
          <pc:docMk/>
          <pc:sldMk cId="2825645348" sldId="256"/>
        </pc:sldMkLst>
        <pc:spChg chg="mod">
          <ac:chgData name="Harendra Bikram Shah" userId="a00731c20e5a5af2" providerId="LiveId" clId="{056D7180-62C6-4CD6-9316-D5FC8218B82A}" dt="2021-08-08T16:04:11.008" v="52" actId="1076"/>
          <ac:spMkLst>
            <pc:docMk/>
            <pc:sldMk cId="2825645348" sldId="256"/>
            <ac:spMk id="2" creationId="{3942A0E5-2352-479E-8AB3-7342969BAE58}"/>
          </ac:spMkLst>
        </pc:spChg>
        <pc:spChg chg="mod">
          <ac:chgData name="Harendra Bikram Shah" userId="a00731c20e5a5af2" providerId="LiveId" clId="{056D7180-62C6-4CD6-9316-D5FC8218B82A}" dt="2021-08-14T16:18:40.871" v="3228" actId="20577"/>
          <ac:spMkLst>
            <pc:docMk/>
            <pc:sldMk cId="2825645348" sldId="256"/>
            <ac:spMk id="3" creationId="{56A8C065-DFC7-40F3-9F80-24A6242A30AE}"/>
          </ac:spMkLst>
        </pc:spChg>
      </pc:sldChg>
      <pc:sldChg chg="modSp new mod">
        <pc:chgData name="Harendra Bikram Shah" userId="a00731c20e5a5af2" providerId="LiveId" clId="{056D7180-62C6-4CD6-9316-D5FC8218B82A}" dt="2021-08-21T14:37:02.645" v="4550" actId="20577"/>
        <pc:sldMkLst>
          <pc:docMk/>
          <pc:sldMk cId="2775030513" sldId="257"/>
        </pc:sldMkLst>
        <pc:spChg chg="mod">
          <ac:chgData name="Harendra Bikram Shah" userId="a00731c20e5a5af2" providerId="LiveId" clId="{056D7180-62C6-4CD6-9316-D5FC8218B82A}" dt="2021-08-08T16:18:53.338" v="426" actId="20577"/>
          <ac:spMkLst>
            <pc:docMk/>
            <pc:sldMk cId="2775030513" sldId="257"/>
            <ac:spMk id="2" creationId="{D3AE1EB1-A5E4-4BEF-8DBA-D1755A03685B}"/>
          </ac:spMkLst>
        </pc:spChg>
        <pc:spChg chg="mod">
          <ac:chgData name="Harendra Bikram Shah" userId="a00731c20e5a5af2" providerId="LiveId" clId="{056D7180-62C6-4CD6-9316-D5FC8218B82A}" dt="2021-08-21T14:37:02.645" v="4550" actId="20577"/>
          <ac:spMkLst>
            <pc:docMk/>
            <pc:sldMk cId="2775030513" sldId="257"/>
            <ac:spMk id="3" creationId="{B8391896-73D2-426F-8BCD-CA441609873C}"/>
          </ac:spMkLst>
        </pc:spChg>
      </pc:sldChg>
      <pc:sldChg chg="addSp delSp modSp add mod">
        <pc:chgData name="Harendra Bikram Shah" userId="a00731c20e5a5af2" providerId="LiveId" clId="{056D7180-62C6-4CD6-9316-D5FC8218B82A}" dt="2021-08-09T01:37:38.721" v="2185" actId="1076"/>
        <pc:sldMkLst>
          <pc:docMk/>
          <pc:sldMk cId="4267229757" sldId="258"/>
        </pc:sldMkLst>
        <pc:spChg chg="mod">
          <ac:chgData name="Harendra Bikram Shah" userId="a00731c20e5a5af2" providerId="LiveId" clId="{056D7180-62C6-4CD6-9316-D5FC8218B82A}" dt="2021-08-08T16:34:19.981" v="467" actId="1076"/>
          <ac:spMkLst>
            <pc:docMk/>
            <pc:sldMk cId="4267229757" sldId="258"/>
            <ac:spMk id="2" creationId="{D3AE1EB1-A5E4-4BEF-8DBA-D1755A03685B}"/>
          </ac:spMkLst>
        </pc:spChg>
        <pc:spChg chg="del mod">
          <ac:chgData name="Harendra Bikram Shah" userId="a00731c20e5a5af2" providerId="LiveId" clId="{056D7180-62C6-4CD6-9316-D5FC8218B82A}" dt="2021-08-08T16:37:16.607" v="592" actId="478"/>
          <ac:spMkLst>
            <pc:docMk/>
            <pc:sldMk cId="4267229757" sldId="258"/>
            <ac:spMk id="3" creationId="{B8391896-73D2-426F-8BCD-CA441609873C}"/>
          </ac:spMkLst>
        </pc:spChg>
        <pc:spChg chg="add mod">
          <ac:chgData name="Harendra Bikram Shah" userId="a00731c20e5a5af2" providerId="LiveId" clId="{056D7180-62C6-4CD6-9316-D5FC8218B82A}" dt="2021-08-09T01:37:38.721" v="2185" actId="1076"/>
          <ac:spMkLst>
            <pc:docMk/>
            <pc:sldMk cId="4267229757" sldId="258"/>
            <ac:spMk id="4" creationId="{C37B3772-8726-4376-B2D4-11E9D8ADE93A}"/>
          </ac:spMkLst>
        </pc:spChg>
        <pc:spChg chg="add del mod">
          <ac:chgData name="Harendra Bikram Shah" userId="a00731c20e5a5af2" providerId="LiveId" clId="{056D7180-62C6-4CD6-9316-D5FC8218B82A}" dt="2021-08-08T16:37:18.930" v="593" actId="478"/>
          <ac:spMkLst>
            <pc:docMk/>
            <pc:sldMk cId="4267229757" sldId="258"/>
            <ac:spMk id="6" creationId="{6D813EBF-34EA-4969-BAA0-CE8856EBF373}"/>
          </ac:spMkLst>
        </pc:spChg>
        <pc:picChg chg="add mod">
          <ac:chgData name="Harendra Bikram Shah" userId="a00731c20e5a5af2" providerId="LiveId" clId="{056D7180-62C6-4CD6-9316-D5FC8218B82A}" dt="2021-08-08T16:37:25.402" v="597" actId="1076"/>
          <ac:picMkLst>
            <pc:docMk/>
            <pc:sldMk cId="4267229757" sldId="258"/>
            <ac:picMk id="1026" creationId="{E9F9D830-D840-4041-B2E3-6E22B5D3A3B0}"/>
          </ac:picMkLst>
        </pc:picChg>
      </pc:sldChg>
      <pc:sldChg chg="addSp delSp modSp add mod">
        <pc:chgData name="Harendra Bikram Shah" userId="a00731c20e5a5af2" providerId="LiveId" clId="{056D7180-62C6-4CD6-9316-D5FC8218B82A}" dt="2021-08-08T16:38:46.032" v="631" actId="14100"/>
        <pc:sldMkLst>
          <pc:docMk/>
          <pc:sldMk cId="1084694937" sldId="259"/>
        </pc:sldMkLst>
        <pc:spChg chg="del">
          <ac:chgData name="Harendra Bikram Shah" userId="a00731c20e5a5af2" providerId="LiveId" clId="{056D7180-62C6-4CD6-9316-D5FC8218B82A}" dt="2021-08-08T16:38:16.799" v="615" actId="478"/>
          <ac:spMkLst>
            <pc:docMk/>
            <pc:sldMk cId="1084694937" sldId="259"/>
            <ac:spMk id="2" creationId="{D3AE1EB1-A5E4-4BEF-8DBA-D1755A03685B}"/>
          </ac:spMkLst>
        </pc:spChg>
        <pc:spChg chg="add mod">
          <ac:chgData name="Harendra Bikram Shah" userId="a00731c20e5a5af2" providerId="LiveId" clId="{056D7180-62C6-4CD6-9316-D5FC8218B82A}" dt="2021-08-08T16:38:32.709" v="624" actId="14100"/>
          <ac:spMkLst>
            <pc:docMk/>
            <pc:sldMk cId="1084694937" sldId="259"/>
            <ac:spMk id="3" creationId="{ACC20C7B-DD4E-4F00-9691-9E8DEBC9AA03}"/>
          </ac:spMkLst>
        </pc:spChg>
        <pc:spChg chg="del mod">
          <ac:chgData name="Harendra Bikram Shah" userId="a00731c20e5a5af2" providerId="LiveId" clId="{056D7180-62C6-4CD6-9316-D5FC8218B82A}" dt="2021-08-08T16:38:05.057" v="609" actId="478"/>
          <ac:spMkLst>
            <pc:docMk/>
            <pc:sldMk cId="1084694937" sldId="259"/>
            <ac:spMk id="4" creationId="{C37B3772-8726-4376-B2D4-11E9D8ADE93A}"/>
          </ac:spMkLst>
        </pc:spChg>
        <pc:spChg chg="add del mod">
          <ac:chgData name="Harendra Bikram Shah" userId="a00731c20e5a5af2" providerId="LiveId" clId="{056D7180-62C6-4CD6-9316-D5FC8218B82A}" dt="2021-08-08T16:38:18.646" v="616" actId="478"/>
          <ac:spMkLst>
            <pc:docMk/>
            <pc:sldMk cId="1084694937" sldId="259"/>
            <ac:spMk id="6" creationId="{D40F05ED-919F-4C18-A653-77962EC3B30B}"/>
          </ac:spMkLst>
        </pc:spChg>
        <pc:picChg chg="del">
          <ac:chgData name="Harendra Bikram Shah" userId="a00731c20e5a5af2" providerId="LiveId" clId="{056D7180-62C6-4CD6-9316-D5FC8218B82A}" dt="2021-08-08T16:37:47.806" v="607" actId="478"/>
          <ac:picMkLst>
            <pc:docMk/>
            <pc:sldMk cId="1084694937" sldId="259"/>
            <ac:picMk id="1026" creationId="{E9F9D830-D840-4041-B2E3-6E22B5D3A3B0}"/>
          </ac:picMkLst>
        </pc:picChg>
        <pc:picChg chg="add mod">
          <ac:chgData name="Harendra Bikram Shah" userId="a00731c20e5a5af2" providerId="LiveId" clId="{056D7180-62C6-4CD6-9316-D5FC8218B82A}" dt="2021-08-08T16:38:46.032" v="631" actId="14100"/>
          <ac:picMkLst>
            <pc:docMk/>
            <pc:sldMk cId="1084694937" sldId="259"/>
            <ac:picMk id="2050" creationId="{69749779-9D4B-4E24-9B42-73969382C252}"/>
          </ac:picMkLst>
        </pc:picChg>
      </pc:sldChg>
      <pc:sldChg chg="addSp delSp modSp new mod">
        <pc:chgData name="Harendra Bikram Shah" userId="a00731c20e5a5af2" providerId="LiveId" clId="{056D7180-62C6-4CD6-9316-D5FC8218B82A}" dt="2021-08-08T17:29:23.223" v="1948" actId="20577"/>
        <pc:sldMkLst>
          <pc:docMk/>
          <pc:sldMk cId="3259354486" sldId="260"/>
        </pc:sldMkLst>
        <pc:spChg chg="mod">
          <ac:chgData name="Harendra Bikram Shah" userId="a00731c20e5a5af2" providerId="LiveId" clId="{056D7180-62C6-4CD6-9316-D5FC8218B82A}" dt="2021-08-08T16:53:12.204" v="928" actId="14100"/>
          <ac:spMkLst>
            <pc:docMk/>
            <pc:sldMk cId="3259354486" sldId="260"/>
            <ac:spMk id="2" creationId="{6144DE30-61AE-42E9-93B8-05A4FD5726EC}"/>
          </ac:spMkLst>
        </pc:spChg>
        <pc:spChg chg="mod">
          <ac:chgData name="Harendra Bikram Shah" userId="a00731c20e5a5af2" providerId="LiveId" clId="{056D7180-62C6-4CD6-9316-D5FC8218B82A}" dt="2021-08-08T17:29:23.223" v="1948" actId="20577"/>
          <ac:spMkLst>
            <pc:docMk/>
            <pc:sldMk cId="3259354486" sldId="260"/>
            <ac:spMk id="3" creationId="{32A80C4B-38C0-4F08-92ED-3C785BD276E4}"/>
          </ac:spMkLst>
        </pc:spChg>
        <pc:spChg chg="add del mod">
          <ac:chgData name="Harendra Bikram Shah" userId="a00731c20e5a5af2" providerId="LiveId" clId="{056D7180-62C6-4CD6-9316-D5FC8218B82A}" dt="2021-08-08T16:42:55.984" v="707" actId="478"/>
          <ac:spMkLst>
            <pc:docMk/>
            <pc:sldMk cId="3259354486" sldId="260"/>
            <ac:spMk id="4" creationId="{9E24C699-1D4B-4951-8D85-C6DD9B5B7655}"/>
          </ac:spMkLst>
        </pc:spChg>
        <pc:spChg chg="add mod">
          <ac:chgData name="Harendra Bikram Shah" userId="a00731c20e5a5af2" providerId="LiveId" clId="{056D7180-62C6-4CD6-9316-D5FC8218B82A}" dt="2021-08-08T17:29:00.393" v="1812" actId="1076"/>
          <ac:spMkLst>
            <pc:docMk/>
            <pc:sldMk cId="3259354486" sldId="260"/>
            <ac:spMk id="8" creationId="{66837412-0FE2-496C-BDF7-227953D60534}"/>
          </ac:spMkLst>
        </pc:spChg>
        <pc:picChg chg="add mod">
          <ac:chgData name="Harendra Bikram Shah" userId="a00731c20e5a5af2" providerId="LiveId" clId="{056D7180-62C6-4CD6-9316-D5FC8218B82A}" dt="2021-08-08T16:53:17.581" v="930" actId="1076"/>
          <ac:picMkLst>
            <pc:docMk/>
            <pc:sldMk cId="3259354486" sldId="260"/>
            <ac:picMk id="3074" creationId="{57E58922-F5A4-440C-95AC-FCB3A91BA188}"/>
          </ac:picMkLst>
        </pc:picChg>
        <pc:picChg chg="add mod">
          <ac:chgData name="Harendra Bikram Shah" userId="a00731c20e5a5af2" providerId="LiveId" clId="{056D7180-62C6-4CD6-9316-D5FC8218B82A}" dt="2021-08-08T16:53:19.032" v="931" actId="1076"/>
          <ac:picMkLst>
            <pc:docMk/>
            <pc:sldMk cId="3259354486" sldId="260"/>
            <ac:picMk id="3075" creationId="{B149449F-44D6-432B-8985-AD0DE0F71B0C}"/>
          </ac:picMkLst>
        </pc:picChg>
        <pc:picChg chg="add mod">
          <ac:chgData name="Harendra Bikram Shah" userId="a00731c20e5a5af2" providerId="LiveId" clId="{056D7180-62C6-4CD6-9316-D5FC8218B82A}" dt="2021-08-08T16:53:22.559" v="933" actId="1076"/>
          <ac:picMkLst>
            <pc:docMk/>
            <pc:sldMk cId="3259354486" sldId="260"/>
            <ac:picMk id="3076" creationId="{2BD8CB61-04B1-4BEA-AED1-F316118AC2E4}"/>
          </ac:picMkLst>
        </pc:picChg>
      </pc:sldChg>
      <pc:sldChg chg="addSp delSp modSp add mod">
        <pc:chgData name="Harendra Bikram Shah" userId="a00731c20e5a5af2" providerId="LiveId" clId="{056D7180-62C6-4CD6-9316-D5FC8218B82A}" dt="2021-08-08T17:06:39.516" v="1418" actId="20577"/>
        <pc:sldMkLst>
          <pc:docMk/>
          <pc:sldMk cId="1272095429" sldId="261"/>
        </pc:sldMkLst>
        <pc:spChg chg="mod">
          <ac:chgData name="Harendra Bikram Shah" userId="a00731c20e5a5af2" providerId="LiveId" clId="{056D7180-62C6-4CD6-9316-D5FC8218B82A}" dt="2021-08-08T17:02:31.895" v="1175" actId="20577"/>
          <ac:spMkLst>
            <pc:docMk/>
            <pc:sldMk cId="1272095429" sldId="261"/>
            <ac:spMk id="2" creationId="{6144DE30-61AE-42E9-93B8-05A4FD5726EC}"/>
          </ac:spMkLst>
        </pc:spChg>
        <pc:spChg chg="mod">
          <ac:chgData name="Harendra Bikram Shah" userId="a00731c20e5a5af2" providerId="LiveId" clId="{056D7180-62C6-4CD6-9316-D5FC8218B82A}" dt="2021-08-08T17:06:39.516" v="1418" actId="20577"/>
          <ac:spMkLst>
            <pc:docMk/>
            <pc:sldMk cId="1272095429" sldId="261"/>
            <ac:spMk id="3" creationId="{32A80C4B-38C0-4F08-92ED-3C785BD276E4}"/>
          </ac:spMkLst>
        </pc:spChg>
        <pc:picChg chg="add mod">
          <ac:chgData name="Harendra Bikram Shah" userId="a00731c20e5a5af2" providerId="LiveId" clId="{056D7180-62C6-4CD6-9316-D5FC8218B82A}" dt="2021-08-08T17:06:33.767" v="1405" actId="1076"/>
          <ac:picMkLst>
            <pc:docMk/>
            <pc:sldMk cId="1272095429" sldId="261"/>
            <ac:picMk id="7" creationId="{6CDA5306-7A2A-406F-8FE3-16D32F70E765}"/>
          </ac:picMkLst>
        </pc:picChg>
        <pc:picChg chg="add mod">
          <ac:chgData name="Harendra Bikram Shah" userId="a00731c20e5a5af2" providerId="LiveId" clId="{056D7180-62C6-4CD6-9316-D5FC8218B82A}" dt="2021-08-08T17:06:21.829" v="1393" actId="14100"/>
          <ac:picMkLst>
            <pc:docMk/>
            <pc:sldMk cId="1272095429" sldId="261"/>
            <ac:picMk id="8" creationId="{9C5B5FF4-CF82-473B-8D84-23280EF0884C}"/>
          </ac:picMkLst>
        </pc:picChg>
        <pc:picChg chg="del">
          <ac:chgData name="Harendra Bikram Shah" userId="a00731c20e5a5af2" providerId="LiveId" clId="{056D7180-62C6-4CD6-9316-D5FC8218B82A}" dt="2021-08-08T17:02:24.256" v="1170" actId="478"/>
          <ac:picMkLst>
            <pc:docMk/>
            <pc:sldMk cId="1272095429" sldId="261"/>
            <ac:picMk id="3074" creationId="{57E58922-F5A4-440C-95AC-FCB3A91BA188}"/>
          </ac:picMkLst>
        </pc:picChg>
        <pc:picChg chg="del">
          <ac:chgData name="Harendra Bikram Shah" userId="a00731c20e5a5af2" providerId="LiveId" clId="{056D7180-62C6-4CD6-9316-D5FC8218B82A}" dt="2021-08-08T17:02:23.623" v="1169" actId="478"/>
          <ac:picMkLst>
            <pc:docMk/>
            <pc:sldMk cId="1272095429" sldId="261"/>
            <ac:picMk id="3075" creationId="{B149449F-44D6-432B-8985-AD0DE0F71B0C}"/>
          </ac:picMkLst>
        </pc:picChg>
        <pc:picChg chg="del">
          <ac:chgData name="Harendra Bikram Shah" userId="a00731c20e5a5af2" providerId="LiveId" clId="{056D7180-62C6-4CD6-9316-D5FC8218B82A}" dt="2021-08-08T17:02:22.867" v="1168" actId="478"/>
          <ac:picMkLst>
            <pc:docMk/>
            <pc:sldMk cId="1272095429" sldId="261"/>
            <ac:picMk id="3076" creationId="{2BD8CB61-04B1-4BEA-AED1-F316118AC2E4}"/>
          </ac:picMkLst>
        </pc:picChg>
      </pc:sldChg>
      <pc:sldChg chg="addSp delSp modSp add mod">
        <pc:chgData name="Harendra Bikram Shah" userId="a00731c20e5a5af2" providerId="LiveId" clId="{056D7180-62C6-4CD6-9316-D5FC8218B82A}" dt="2021-08-08T17:28:42.497" v="1809" actId="14100"/>
        <pc:sldMkLst>
          <pc:docMk/>
          <pc:sldMk cId="902276586" sldId="262"/>
        </pc:sldMkLst>
        <pc:spChg chg="del">
          <ac:chgData name="Harendra Bikram Shah" userId="a00731c20e5a5af2" providerId="LiveId" clId="{056D7180-62C6-4CD6-9316-D5FC8218B82A}" dt="2021-08-08T17:05:21.085" v="1329" actId="478"/>
          <ac:spMkLst>
            <pc:docMk/>
            <pc:sldMk cId="902276586" sldId="262"/>
            <ac:spMk id="2" creationId="{6144DE30-61AE-42E9-93B8-05A4FD5726EC}"/>
          </ac:spMkLst>
        </pc:spChg>
        <pc:spChg chg="del">
          <ac:chgData name="Harendra Bikram Shah" userId="a00731c20e5a5af2" providerId="LiveId" clId="{056D7180-62C6-4CD6-9316-D5FC8218B82A}" dt="2021-08-08T17:05:21.085" v="1329" actId="478"/>
          <ac:spMkLst>
            <pc:docMk/>
            <pc:sldMk cId="902276586" sldId="262"/>
            <ac:spMk id="3" creationId="{32A80C4B-38C0-4F08-92ED-3C785BD276E4}"/>
          </ac:spMkLst>
        </pc:spChg>
        <pc:spChg chg="add del mod">
          <ac:chgData name="Harendra Bikram Shah" userId="a00731c20e5a5af2" providerId="LiveId" clId="{056D7180-62C6-4CD6-9316-D5FC8218B82A}" dt="2021-08-08T17:05:22.874" v="1330" actId="478"/>
          <ac:spMkLst>
            <pc:docMk/>
            <pc:sldMk cId="902276586" sldId="262"/>
            <ac:spMk id="5" creationId="{14A5F776-9563-4933-B0FA-A25A6FD14D04}"/>
          </ac:spMkLst>
        </pc:spChg>
        <pc:spChg chg="add del mod">
          <ac:chgData name="Harendra Bikram Shah" userId="a00731c20e5a5af2" providerId="LiveId" clId="{056D7180-62C6-4CD6-9316-D5FC8218B82A}" dt="2021-08-08T17:05:23.908" v="1331" actId="478"/>
          <ac:spMkLst>
            <pc:docMk/>
            <pc:sldMk cId="902276586" sldId="262"/>
            <ac:spMk id="7" creationId="{A8CD09AB-CF5F-4DF9-8A6E-C1A82DCEE540}"/>
          </ac:spMkLst>
        </pc:spChg>
        <pc:spChg chg="add mod">
          <ac:chgData name="Harendra Bikram Shah" userId="a00731c20e5a5af2" providerId="LiveId" clId="{056D7180-62C6-4CD6-9316-D5FC8218B82A}" dt="2021-08-08T17:28:42.497" v="1809" actId="14100"/>
          <ac:spMkLst>
            <pc:docMk/>
            <pc:sldMk cId="902276586" sldId="262"/>
            <ac:spMk id="8" creationId="{4A2BAD7D-2FCF-4024-BA77-B2BBF4593E9B}"/>
          </ac:spMkLst>
        </pc:spChg>
        <pc:spChg chg="add mod">
          <ac:chgData name="Harendra Bikram Shah" userId="a00731c20e5a5af2" providerId="LiveId" clId="{056D7180-62C6-4CD6-9316-D5FC8218B82A}" dt="2021-08-08T17:08:51.404" v="1561" actId="14100"/>
          <ac:spMkLst>
            <pc:docMk/>
            <pc:sldMk cId="902276586" sldId="262"/>
            <ac:spMk id="10" creationId="{41FB2784-6978-450B-B495-C3E310778A5E}"/>
          </ac:spMkLst>
        </pc:spChg>
        <pc:spChg chg="add del mod">
          <ac:chgData name="Harendra Bikram Shah" userId="a00731c20e5a5af2" providerId="LiveId" clId="{056D7180-62C6-4CD6-9316-D5FC8218B82A}" dt="2021-08-08T17:08:12.579" v="1546"/>
          <ac:spMkLst>
            <pc:docMk/>
            <pc:sldMk cId="902276586" sldId="262"/>
            <ac:spMk id="11" creationId="{0138B86D-20BB-4423-B917-E1F7A2F416AC}"/>
          </ac:spMkLst>
        </pc:spChg>
        <pc:spChg chg="add del mod">
          <ac:chgData name="Harendra Bikram Shah" userId="a00731c20e5a5af2" providerId="LiveId" clId="{056D7180-62C6-4CD6-9316-D5FC8218B82A}" dt="2021-08-08T17:08:33.623" v="1552" actId="478"/>
          <ac:spMkLst>
            <pc:docMk/>
            <pc:sldMk cId="902276586" sldId="262"/>
            <ac:spMk id="13" creationId="{568B37F9-B248-478D-86D9-F3A7C16EE2BA}"/>
          </ac:spMkLst>
        </pc:spChg>
        <pc:spChg chg="add mod">
          <ac:chgData name="Harendra Bikram Shah" userId="a00731c20e5a5af2" providerId="LiveId" clId="{056D7180-62C6-4CD6-9316-D5FC8218B82A}" dt="2021-08-08T17:08:43.075" v="1558" actId="403"/>
          <ac:spMkLst>
            <pc:docMk/>
            <pc:sldMk cId="902276586" sldId="262"/>
            <ac:spMk id="17" creationId="{976D965F-B0F9-41A6-84B8-54DD8B074C4E}"/>
          </ac:spMkLst>
        </pc:spChg>
        <pc:picChg chg="add del mod">
          <ac:chgData name="Harendra Bikram Shah" userId="a00731c20e5a5af2" providerId="LiveId" clId="{056D7180-62C6-4CD6-9316-D5FC8218B82A}" dt="2021-08-08T17:05:39.627" v="1336" actId="21"/>
          <ac:picMkLst>
            <pc:docMk/>
            <pc:sldMk cId="902276586" sldId="262"/>
            <ac:picMk id="4098" creationId="{75878A23-FF60-44FE-A863-F4DACEAD2C4E}"/>
          </ac:picMkLst>
        </pc:picChg>
        <pc:picChg chg="add del mod">
          <ac:chgData name="Harendra Bikram Shah" userId="a00731c20e5a5af2" providerId="LiveId" clId="{056D7180-62C6-4CD6-9316-D5FC8218B82A}" dt="2021-08-08T17:06:06.011" v="1386" actId="21"/>
          <ac:picMkLst>
            <pc:docMk/>
            <pc:sldMk cId="902276586" sldId="262"/>
            <ac:picMk id="4099" creationId="{157E3BD2-D836-465F-BEAE-9C14AB360F04}"/>
          </ac:picMkLst>
        </pc:picChg>
        <pc:picChg chg="add mod">
          <ac:chgData name="Harendra Bikram Shah" userId="a00731c20e5a5af2" providerId="LiveId" clId="{056D7180-62C6-4CD6-9316-D5FC8218B82A}" dt="2021-08-08T17:07:09.422" v="1442" actId="14100"/>
          <ac:picMkLst>
            <pc:docMk/>
            <pc:sldMk cId="902276586" sldId="262"/>
            <ac:picMk id="4100" creationId="{33197432-3165-4F92-B821-8CDBC1810B74}"/>
          </ac:picMkLst>
        </pc:picChg>
      </pc:sldChg>
      <pc:sldChg chg="addSp delSp modSp add mod">
        <pc:chgData name="Harendra Bikram Shah" userId="a00731c20e5a5af2" providerId="LiveId" clId="{056D7180-62C6-4CD6-9316-D5FC8218B82A}" dt="2021-08-11T17:55:32.557" v="2721" actId="478"/>
        <pc:sldMkLst>
          <pc:docMk/>
          <pc:sldMk cId="2707355248" sldId="263"/>
        </pc:sldMkLst>
        <pc:spChg chg="del">
          <ac:chgData name="Harendra Bikram Shah" userId="a00731c20e5a5af2" providerId="LiveId" clId="{056D7180-62C6-4CD6-9316-D5FC8218B82A}" dt="2021-08-11T17:55:29.097" v="2720" actId="478"/>
          <ac:spMkLst>
            <pc:docMk/>
            <pc:sldMk cId="2707355248" sldId="263"/>
            <ac:spMk id="2" creationId="{6144DE30-61AE-42E9-93B8-05A4FD5726EC}"/>
          </ac:spMkLst>
        </pc:spChg>
        <pc:spChg chg="del mod">
          <ac:chgData name="Harendra Bikram Shah" userId="a00731c20e5a5af2" providerId="LiveId" clId="{056D7180-62C6-4CD6-9316-D5FC8218B82A}" dt="2021-08-08T17:13:56.877" v="1577" actId="478"/>
          <ac:spMkLst>
            <pc:docMk/>
            <pc:sldMk cId="2707355248" sldId="263"/>
            <ac:spMk id="3" creationId="{32A80C4B-38C0-4F08-92ED-3C785BD276E4}"/>
          </ac:spMkLst>
        </pc:spChg>
        <pc:spChg chg="add del mod">
          <ac:chgData name="Harendra Bikram Shah" userId="a00731c20e5a5af2" providerId="LiveId" clId="{056D7180-62C6-4CD6-9316-D5FC8218B82A}" dt="2021-08-11T17:55:32.557" v="2721" actId="478"/>
          <ac:spMkLst>
            <pc:docMk/>
            <pc:sldMk cId="2707355248" sldId="263"/>
            <ac:spMk id="4" creationId="{5DE081E7-1E6E-4AEE-8606-E07F7E0B1402}"/>
          </ac:spMkLst>
        </pc:spChg>
        <pc:spChg chg="add del mod">
          <ac:chgData name="Harendra Bikram Shah" userId="a00731c20e5a5af2" providerId="LiveId" clId="{056D7180-62C6-4CD6-9316-D5FC8218B82A}" dt="2021-08-08T17:13:59.076" v="1578" actId="478"/>
          <ac:spMkLst>
            <pc:docMk/>
            <pc:sldMk cId="2707355248" sldId="263"/>
            <ac:spMk id="5" creationId="{E798E507-290E-4F84-8896-D56AF296BD8B}"/>
          </ac:spMkLst>
        </pc:spChg>
        <pc:spChg chg="add mod">
          <ac:chgData name="Harendra Bikram Shah" userId="a00731c20e5a5af2" providerId="LiveId" clId="{056D7180-62C6-4CD6-9316-D5FC8218B82A}" dt="2021-08-08T17:14:37.096" v="1591" actId="1076"/>
          <ac:spMkLst>
            <pc:docMk/>
            <pc:sldMk cId="2707355248" sldId="263"/>
            <ac:spMk id="6" creationId="{8800D1AB-7D58-4DA0-94B7-7C8CE0A1B6FA}"/>
          </ac:spMkLst>
        </pc:spChg>
        <pc:spChg chg="add mod">
          <ac:chgData name="Harendra Bikram Shah" userId="a00731c20e5a5af2" providerId="LiveId" clId="{056D7180-62C6-4CD6-9316-D5FC8218B82A}" dt="2021-08-08T17:15:15.416" v="1715" actId="14100"/>
          <ac:spMkLst>
            <pc:docMk/>
            <pc:sldMk cId="2707355248" sldId="263"/>
            <ac:spMk id="12" creationId="{BA95CBC0-4B68-432B-B5CA-EE97D5F47BF7}"/>
          </ac:spMkLst>
        </pc:spChg>
        <pc:picChg chg="del">
          <ac:chgData name="Harendra Bikram Shah" userId="a00731c20e5a5af2" providerId="LiveId" clId="{056D7180-62C6-4CD6-9316-D5FC8218B82A}" dt="2021-08-08T17:13:31.719" v="1565" actId="478"/>
          <ac:picMkLst>
            <pc:docMk/>
            <pc:sldMk cId="2707355248" sldId="263"/>
            <ac:picMk id="3074" creationId="{57E58922-F5A4-440C-95AC-FCB3A91BA188}"/>
          </ac:picMkLst>
        </pc:picChg>
        <pc:picChg chg="del">
          <ac:chgData name="Harendra Bikram Shah" userId="a00731c20e5a5af2" providerId="LiveId" clId="{056D7180-62C6-4CD6-9316-D5FC8218B82A}" dt="2021-08-08T17:13:30.916" v="1564" actId="478"/>
          <ac:picMkLst>
            <pc:docMk/>
            <pc:sldMk cId="2707355248" sldId="263"/>
            <ac:picMk id="3075" creationId="{B149449F-44D6-432B-8985-AD0DE0F71B0C}"/>
          </ac:picMkLst>
        </pc:picChg>
        <pc:picChg chg="del">
          <ac:chgData name="Harendra Bikram Shah" userId="a00731c20e5a5af2" providerId="LiveId" clId="{056D7180-62C6-4CD6-9316-D5FC8218B82A}" dt="2021-08-08T17:13:30.084" v="1563" actId="478"/>
          <ac:picMkLst>
            <pc:docMk/>
            <pc:sldMk cId="2707355248" sldId="263"/>
            <ac:picMk id="3076" creationId="{2BD8CB61-04B1-4BEA-AED1-F316118AC2E4}"/>
          </ac:picMkLst>
        </pc:picChg>
        <pc:picChg chg="add mod">
          <ac:chgData name="Harendra Bikram Shah" userId="a00731c20e5a5af2" providerId="LiveId" clId="{056D7180-62C6-4CD6-9316-D5FC8218B82A}" dt="2021-08-08T17:15:21.635" v="1716" actId="1076"/>
          <ac:picMkLst>
            <pc:docMk/>
            <pc:sldMk cId="2707355248" sldId="263"/>
            <ac:picMk id="6146" creationId="{D652C4DC-8F53-4A05-BC62-A1938B867B61}"/>
          </ac:picMkLst>
        </pc:picChg>
      </pc:sldChg>
      <pc:sldChg chg="addSp delSp modSp add mod">
        <pc:chgData name="Harendra Bikram Shah" userId="a00731c20e5a5af2" providerId="LiveId" clId="{056D7180-62C6-4CD6-9316-D5FC8218B82A}" dt="2021-08-08T17:21:37.332" v="1777" actId="1076"/>
        <pc:sldMkLst>
          <pc:docMk/>
          <pc:sldMk cId="58997744" sldId="264"/>
        </pc:sldMkLst>
        <pc:spChg chg="add mod">
          <ac:chgData name="Harendra Bikram Shah" userId="a00731c20e5a5af2" providerId="LiveId" clId="{056D7180-62C6-4CD6-9316-D5FC8218B82A}" dt="2021-08-08T17:20:02.184" v="1749" actId="1076"/>
          <ac:spMkLst>
            <pc:docMk/>
            <pc:sldMk cId="58997744" sldId="264"/>
            <ac:spMk id="2" creationId="{C896DC10-C6F5-46AC-8D46-C1D6F6E5AF9C}"/>
          </ac:spMkLst>
        </pc:spChg>
        <pc:spChg chg="del mod">
          <ac:chgData name="Harendra Bikram Shah" userId="a00731c20e5a5af2" providerId="LiveId" clId="{056D7180-62C6-4CD6-9316-D5FC8218B82A}" dt="2021-08-08T17:15:47.027" v="1723" actId="478"/>
          <ac:spMkLst>
            <pc:docMk/>
            <pc:sldMk cId="58997744" sldId="264"/>
            <ac:spMk id="8" creationId="{4A2BAD7D-2FCF-4024-BA77-B2BBF4593E9B}"/>
          </ac:spMkLst>
        </pc:spChg>
        <pc:spChg chg="del mod">
          <ac:chgData name="Harendra Bikram Shah" userId="a00731c20e5a5af2" providerId="LiveId" clId="{056D7180-62C6-4CD6-9316-D5FC8218B82A}" dt="2021-08-08T17:15:41.228" v="1719" actId="478"/>
          <ac:spMkLst>
            <pc:docMk/>
            <pc:sldMk cId="58997744" sldId="264"/>
            <ac:spMk id="10" creationId="{41FB2784-6978-450B-B495-C3E310778A5E}"/>
          </ac:spMkLst>
        </pc:spChg>
        <pc:spChg chg="add mod">
          <ac:chgData name="Harendra Bikram Shah" userId="a00731c20e5a5af2" providerId="LiveId" clId="{056D7180-62C6-4CD6-9316-D5FC8218B82A}" dt="2021-08-08T17:20:50.652" v="1775" actId="20577"/>
          <ac:spMkLst>
            <pc:docMk/>
            <pc:sldMk cId="58997744" sldId="264"/>
            <ac:spMk id="11" creationId="{C3F143FA-6E75-42F6-9BC4-62233977C1B3}"/>
          </ac:spMkLst>
        </pc:spChg>
        <pc:spChg chg="add mod">
          <ac:chgData name="Harendra Bikram Shah" userId="a00731c20e5a5af2" providerId="LiveId" clId="{056D7180-62C6-4CD6-9316-D5FC8218B82A}" dt="2021-08-08T17:21:37.332" v="1777" actId="1076"/>
          <ac:spMkLst>
            <pc:docMk/>
            <pc:sldMk cId="58997744" sldId="264"/>
            <ac:spMk id="12" creationId="{F55B37B6-AEDE-4AC5-8369-7D504D8F1CD6}"/>
          </ac:spMkLst>
        </pc:spChg>
        <pc:spChg chg="del">
          <ac:chgData name="Harendra Bikram Shah" userId="a00731c20e5a5af2" providerId="LiveId" clId="{056D7180-62C6-4CD6-9316-D5FC8218B82A}" dt="2021-08-08T17:15:42.763" v="1720" actId="478"/>
          <ac:spMkLst>
            <pc:docMk/>
            <pc:sldMk cId="58997744" sldId="264"/>
            <ac:spMk id="17" creationId="{976D965F-B0F9-41A6-84B8-54DD8B074C4E}"/>
          </ac:spMkLst>
        </pc:spChg>
        <pc:picChg chg="add mod">
          <ac:chgData name="Harendra Bikram Shah" userId="a00731c20e5a5af2" providerId="LiveId" clId="{056D7180-62C6-4CD6-9316-D5FC8218B82A}" dt="2021-08-08T17:19:52.934" v="1747" actId="14100"/>
          <ac:picMkLst>
            <pc:docMk/>
            <pc:sldMk cId="58997744" sldId="264"/>
            <ac:picMk id="4" creationId="{BD30C53E-57A6-4098-A098-CF96A8FE6F4B}"/>
          </ac:picMkLst>
        </pc:picChg>
        <pc:picChg chg="del">
          <ac:chgData name="Harendra Bikram Shah" userId="a00731c20e5a5af2" providerId="LiveId" clId="{056D7180-62C6-4CD6-9316-D5FC8218B82A}" dt="2021-08-08T17:15:43.650" v="1721" actId="478"/>
          <ac:picMkLst>
            <pc:docMk/>
            <pc:sldMk cId="58997744" sldId="264"/>
            <ac:picMk id="4100" creationId="{33197432-3165-4F92-B821-8CDBC1810B74}"/>
          </ac:picMkLst>
        </pc:picChg>
        <pc:picChg chg="add del mod">
          <ac:chgData name="Harendra Bikram Shah" userId="a00731c20e5a5af2" providerId="LiveId" clId="{056D7180-62C6-4CD6-9316-D5FC8218B82A}" dt="2021-08-08T17:19:40.876" v="1740" actId="478"/>
          <ac:picMkLst>
            <pc:docMk/>
            <pc:sldMk cId="58997744" sldId="264"/>
            <ac:picMk id="7170" creationId="{020F95CD-4389-4373-90D9-BD065C7521B3}"/>
          </ac:picMkLst>
        </pc:picChg>
      </pc:sldChg>
      <pc:sldChg chg="addSp delSp modSp new mod">
        <pc:chgData name="Harendra Bikram Shah" userId="a00731c20e5a5af2" providerId="LiveId" clId="{056D7180-62C6-4CD6-9316-D5FC8218B82A}" dt="2021-08-08T17:32:28.265" v="2063" actId="21"/>
        <pc:sldMkLst>
          <pc:docMk/>
          <pc:sldMk cId="3526096411" sldId="265"/>
        </pc:sldMkLst>
        <pc:spChg chg="mod">
          <ac:chgData name="Harendra Bikram Shah" userId="a00731c20e5a5af2" providerId="LiveId" clId="{056D7180-62C6-4CD6-9316-D5FC8218B82A}" dt="2021-08-08T17:30:14.679" v="2030" actId="1076"/>
          <ac:spMkLst>
            <pc:docMk/>
            <pc:sldMk cId="3526096411" sldId="265"/>
            <ac:spMk id="2" creationId="{55970CD8-60DB-4CE8-BC9B-7363FFF57BE0}"/>
          </ac:spMkLst>
        </pc:spChg>
        <pc:spChg chg="del">
          <ac:chgData name="Harendra Bikram Shah" userId="a00731c20e5a5af2" providerId="LiveId" clId="{056D7180-62C6-4CD6-9316-D5FC8218B82A}" dt="2021-08-08T17:30:16.371" v="2031" actId="478"/>
          <ac:spMkLst>
            <pc:docMk/>
            <pc:sldMk cId="3526096411" sldId="265"/>
            <ac:spMk id="3" creationId="{FC376198-3E1E-4F2C-B312-B1438ABE5D9C}"/>
          </ac:spMkLst>
        </pc:spChg>
        <pc:spChg chg="add mod">
          <ac:chgData name="Harendra Bikram Shah" userId="a00731c20e5a5af2" providerId="LiveId" clId="{056D7180-62C6-4CD6-9316-D5FC8218B82A}" dt="2021-08-08T17:32:17.185" v="2060" actId="1076"/>
          <ac:spMkLst>
            <pc:docMk/>
            <pc:sldMk cId="3526096411" sldId="265"/>
            <ac:spMk id="4" creationId="{BBD6F04D-729A-4CD6-8ED3-1796CB304926}"/>
          </ac:spMkLst>
        </pc:spChg>
        <pc:spChg chg="add mod">
          <ac:chgData name="Harendra Bikram Shah" userId="a00731c20e5a5af2" providerId="LiveId" clId="{056D7180-62C6-4CD6-9316-D5FC8218B82A}" dt="2021-08-08T17:31:28.248" v="2043" actId="1076"/>
          <ac:spMkLst>
            <pc:docMk/>
            <pc:sldMk cId="3526096411" sldId="265"/>
            <ac:spMk id="9" creationId="{AB4446C7-4EA1-437F-A72B-0E1E64DDE93A}"/>
          </ac:spMkLst>
        </pc:spChg>
        <pc:picChg chg="add mod">
          <ac:chgData name="Harendra Bikram Shah" userId="a00731c20e5a5af2" providerId="LiveId" clId="{056D7180-62C6-4CD6-9316-D5FC8218B82A}" dt="2021-08-08T17:31:31.844" v="2046" actId="14100"/>
          <ac:picMkLst>
            <pc:docMk/>
            <pc:sldMk cId="3526096411" sldId="265"/>
            <ac:picMk id="8194" creationId="{4E0B891E-5BDE-4793-80E8-8E6867366516}"/>
          </ac:picMkLst>
        </pc:picChg>
        <pc:picChg chg="add del mod">
          <ac:chgData name="Harendra Bikram Shah" userId="a00731c20e5a5af2" providerId="LiveId" clId="{056D7180-62C6-4CD6-9316-D5FC8218B82A}" dt="2021-08-08T17:31:59.887" v="2055" actId="21"/>
          <ac:picMkLst>
            <pc:docMk/>
            <pc:sldMk cId="3526096411" sldId="265"/>
            <ac:picMk id="8195" creationId="{7B3CF436-CEE8-447A-8E60-4E4EA47ECCEA}"/>
          </ac:picMkLst>
        </pc:picChg>
        <pc:picChg chg="add del mod">
          <ac:chgData name="Harendra Bikram Shah" userId="a00731c20e5a5af2" providerId="LiveId" clId="{056D7180-62C6-4CD6-9316-D5FC8218B82A}" dt="2021-08-08T17:32:28.265" v="2063" actId="21"/>
          <ac:picMkLst>
            <pc:docMk/>
            <pc:sldMk cId="3526096411" sldId="265"/>
            <ac:picMk id="8196" creationId="{89522B4B-E3CD-4844-AA17-C7D7659247F3}"/>
          </ac:picMkLst>
        </pc:picChg>
      </pc:sldChg>
      <pc:sldChg chg="addSp delSp modSp new mod">
        <pc:chgData name="Harendra Bikram Shah" userId="a00731c20e5a5af2" providerId="LiveId" clId="{056D7180-62C6-4CD6-9316-D5FC8218B82A}" dt="2021-08-08T17:32:55.797" v="2072" actId="478"/>
        <pc:sldMkLst>
          <pc:docMk/>
          <pc:sldMk cId="1305388670" sldId="266"/>
        </pc:sldMkLst>
        <pc:spChg chg="del">
          <ac:chgData name="Harendra Bikram Shah" userId="a00731c20e5a5af2" providerId="LiveId" clId="{056D7180-62C6-4CD6-9316-D5FC8218B82A}" dt="2021-08-08T17:31:52.270" v="2051" actId="478"/>
          <ac:spMkLst>
            <pc:docMk/>
            <pc:sldMk cId="1305388670" sldId="266"/>
            <ac:spMk id="2" creationId="{E6A3AADA-0894-4910-9EF2-95B6104714B0}"/>
          </ac:spMkLst>
        </pc:spChg>
        <pc:spChg chg="del">
          <ac:chgData name="Harendra Bikram Shah" userId="a00731c20e5a5af2" providerId="LiveId" clId="{056D7180-62C6-4CD6-9316-D5FC8218B82A}" dt="2021-08-08T17:31:53.286" v="2052" actId="478"/>
          <ac:spMkLst>
            <pc:docMk/>
            <pc:sldMk cId="1305388670" sldId="266"/>
            <ac:spMk id="3" creationId="{95DE1B50-FDDA-4119-8BCB-99B8F5D9A326}"/>
          </ac:spMkLst>
        </pc:spChg>
        <pc:spChg chg="add mod">
          <ac:chgData name="Harendra Bikram Shah" userId="a00731c20e5a5af2" providerId="LiveId" clId="{056D7180-62C6-4CD6-9316-D5FC8218B82A}" dt="2021-08-08T17:32:38.090" v="2067" actId="1076"/>
          <ac:spMkLst>
            <pc:docMk/>
            <pc:sldMk cId="1305388670" sldId="266"/>
            <ac:spMk id="5" creationId="{C7348BC0-E7D5-40C4-8BF1-47A8DF5BABD3}"/>
          </ac:spMkLst>
        </pc:spChg>
        <pc:picChg chg="add del mod">
          <ac:chgData name="Harendra Bikram Shah" userId="a00731c20e5a5af2" providerId="LiveId" clId="{056D7180-62C6-4CD6-9316-D5FC8218B82A}" dt="2021-08-08T17:32:55.797" v="2072" actId="478"/>
          <ac:picMkLst>
            <pc:docMk/>
            <pc:sldMk cId="1305388670" sldId="266"/>
            <ac:picMk id="6" creationId="{8725CB14-0F83-4F9F-82B2-C04D76CD93B6}"/>
          </ac:picMkLst>
        </pc:picChg>
      </pc:sldChg>
      <pc:sldChg chg="addSp delSp modSp add mod">
        <pc:chgData name="Harendra Bikram Shah" userId="a00731c20e5a5af2" providerId="LiveId" clId="{056D7180-62C6-4CD6-9316-D5FC8218B82A}" dt="2021-08-11T18:18:49.846" v="3152" actId="1076"/>
        <pc:sldMkLst>
          <pc:docMk/>
          <pc:sldMk cId="2668935520" sldId="267"/>
        </pc:sldMkLst>
        <pc:spChg chg="add del mod">
          <ac:chgData name="Harendra Bikram Shah" userId="a00731c20e5a5af2" providerId="LiveId" clId="{056D7180-62C6-4CD6-9316-D5FC8218B82A}" dt="2021-08-08T17:33:36.133" v="2079" actId="478"/>
          <ac:spMkLst>
            <pc:docMk/>
            <pc:sldMk cId="2668935520" sldId="267"/>
            <ac:spMk id="2" creationId="{8ABF9174-B1BC-4AB0-ABEC-D7B4C5B833E0}"/>
          </ac:spMkLst>
        </pc:spChg>
        <pc:spChg chg="del">
          <ac:chgData name="Harendra Bikram Shah" userId="a00731c20e5a5af2" providerId="LiveId" clId="{056D7180-62C6-4CD6-9316-D5FC8218B82A}" dt="2021-08-08T17:32:47.633" v="2069" actId="478"/>
          <ac:spMkLst>
            <pc:docMk/>
            <pc:sldMk cId="2668935520" sldId="267"/>
            <ac:spMk id="5" creationId="{C7348BC0-E7D5-40C4-8BF1-47A8DF5BABD3}"/>
          </ac:spMkLst>
        </pc:spChg>
        <pc:spChg chg="add mod">
          <ac:chgData name="Harendra Bikram Shah" userId="a00731c20e5a5af2" providerId="LiveId" clId="{056D7180-62C6-4CD6-9316-D5FC8218B82A}" dt="2021-08-08T17:34:07.011" v="2101" actId="113"/>
          <ac:spMkLst>
            <pc:docMk/>
            <pc:sldMk cId="2668935520" sldId="267"/>
            <ac:spMk id="7" creationId="{E53541AF-DA7F-4E7B-BA15-025B21F8A725}"/>
          </ac:spMkLst>
        </pc:spChg>
        <pc:spChg chg="add mod">
          <ac:chgData name="Harendra Bikram Shah" userId="a00731c20e5a5af2" providerId="LiveId" clId="{056D7180-62C6-4CD6-9316-D5FC8218B82A}" dt="2021-08-08T17:34:35.463" v="2140" actId="20577"/>
          <ac:spMkLst>
            <pc:docMk/>
            <pc:sldMk cId="2668935520" sldId="267"/>
            <ac:spMk id="8" creationId="{D19FE0FC-C5C2-49C3-9BA2-E022FCFADC7E}"/>
          </ac:spMkLst>
        </pc:spChg>
        <pc:picChg chg="add mod">
          <ac:chgData name="Harendra Bikram Shah" userId="a00731c20e5a5af2" providerId="LiveId" clId="{056D7180-62C6-4CD6-9316-D5FC8218B82A}" dt="2021-08-11T18:18:49.846" v="3152" actId="1076"/>
          <ac:picMkLst>
            <pc:docMk/>
            <pc:sldMk cId="2668935520" sldId="267"/>
            <ac:picMk id="3" creationId="{FA147F8D-CAC7-4C88-9F97-03202481FFCE}"/>
          </ac:picMkLst>
        </pc:picChg>
        <pc:picChg chg="del mod">
          <ac:chgData name="Harendra Bikram Shah" userId="a00731c20e5a5af2" providerId="LiveId" clId="{056D7180-62C6-4CD6-9316-D5FC8218B82A}" dt="2021-08-11T18:15:58.420" v="3137" actId="478"/>
          <ac:picMkLst>
            <pc:docMk/>
            <pc:sldMk cId="2668935520" sldId="267"/>
            <ac:picMk id="6" creationId="{8725CB14-0F83-4F9F-82B2-C04D76CD93B6}"/>
          </ac:picMkLst>
        </pc:picChg>
        <pc:picChg chg="add mod">
          <ac:chgData name="Harendra Bikram Shah" userId="a00731c20e5a5af2" providerId="LiveId" clId="{056D7180-62C6-4CD6-9316-D5FC8218B82A}" dt="2021-08-08T17:34:13.729" v="2105" actId="14100"/>
          <ac:picMkLst>
            <pc:docMk/>
            <pc:sldMk cId="2668935520" sldId="267"/>
            <ac:picMk id="9218" creationId="{2813E307-A8E4-4336-85FB-4550376A4738}"/>
          </ac:picMkLst>
        </pc:picChg>
        <pc:picChg chg="add del mod">
          <ac:chgData name="Harendra Bikram Shah" userId="a00731c20e5a5af2" providerId="LiveId" clId="{056D7180-62C6-4CD6-9316-D5FC8218B82A}" dt="2021-08-11T18:18:42.909" v="3148" actId="478"/>
          <ac:picMkLst>
            <pc:docMk/>
            <pc:sldMk cId="2668935520" sldId="267"/>
            <ac:picMk id="12290" creationId="{B8352AA1-D64F-44E5-AE2E-46E2701DE50E}"/>
          </ac:picMkLst>
        </pc:picChg>
      </pc:sldChg>
      <pc:sldChg chg="addSp delSp modSp new mod">
        <pc:chgData name="Harendra Bikram Shah" userId="a00731c20e5a5af2" providerId="LiveId" clId="{056D7180-62C6-4CD6-9316-D5FC8218B82A}" dt="2021-08-11T17:58:48.864" v="2767" actId="1076"/>
        <pc:sldMkLst>
          <pc:docMk/>
          <pc:sldMk cId="3347902485" sldId="268"/>
        </pc:sldMkLst>
        <pc:spChg chg="mod">
          <ac:chgData name="Harendra Bikram Shah" userId="a00731c20e5a5af2" providerId="LiveId" clId="{056D7180-62C6-4CD6-9316-D5FC8218B82A}" dt="2021-08-11T16:56:04.899" v="2324" actId="14100"/>
          <ac:spMkLst>
            <pc:docMk/>
            <pc:sldMk cId="3347902485" sldId="268"/>
            <ac:spMk id="2" creationId="{534BCFBE-5835-4420-BB0C-7BD8EC863B5E}"/>
          </ac:spMkLst>
        </pc:spChg>
        <pc:spChg chg="del">
          <ac:chgData name="Harendra Bikram Shah" userId="a00731c20e5a5af2" providerId="LiveId" clId="{056D7180-62C6-4CD6-9316-D5FC8218B82A}" dt="2021-08-11T15:30:50.374" v="2208" actId="478"/>
          <ac:spMkLst>
            <pc:docMk/>
            <pc:sldMk cId="3347902485" sldId="268"/>
            <ac:spMk id="3" creationId="{A0DA800E-89A9-4F4E-9D78-C2E14144556F}"/>
          </ac:spMkLst>
        </pc:spChg>
        <pc:spChg chg="add mod">
          <ac:chgData name="Harendra Bikram Shah" userId="a00731c20e5a5af2" providerId="LiveId" clId="{056D7180-62C6-4CD6-9316-D5FC8218B82A}" dt="2021-08-11T17:57:55.122" v="2748" actId="20577"/>
          <ac:spMkLst>
            <pc:docMk/>
            <pc:sldMk cId="3347902485" sldId="268"/>
            <ac:spMk id="5" creationId="{A9B080DA-0D22-48B0-B55A-C2E77443FF2F}"/>
          </ac:spMkLst>
        </pc:spChg>
        <pc:spChg chg="add del">
          <ac:chgData name="Harendra Bikram Shah" userId="a00731c20e5a5af2" providerId="LiveId" clId="{056D7180-62C6-4CD6-9316-D5FC8218B82A}" dt="2021-08-11T16:54:58.266" v="2233" actId="478"/>
          <ac:spMkLst>
            <pc:docMk/>
            <pc:sldMk cId="3347902485" sldId="268"/>
            <ac:spMk id="7" creationId="{9872D131-639A-4C0D-A46E-7FCFAF3D435B}"/>
          </ac:spMkLst>
        </pc:spChg>
        <pc:spChg chg="add del mod">
          <ac:chgData name="Harendra Bikram Shah" userId="a00731c20e5a5af2" providerId="LiveId" clId="{056D7180-62C6-4CD6-9316-D5FC8218B82A}" dt="2021-08-11T17:57:36.325" v="2735" actId="21"/>
          <ac:spMkLst>
            <pc:docMk/>
            <pc:sldMk cId="3347902485" sldId="268"/>
            <ac:spMk id="8" creationId="{6F2D5E1A-526F-4E9C-AA8F-2A0EDAD11711}"/>
          </ac:spMkLst>
        </pc:spChg>
        <pc:spChg chg="add del mod">
          <ac:chgData name="Harendra Bikram Shah" userId="a00731c20e5a5af2" providerId="LiveId" clId="{056D7180-62C6-4CD6-9316-D5FC8218B82A}" dt="2021-08-11T17:24:49.921" v="2408" actId="478"/>
          <ac:spMkLst>
            <pc:docMk/>
            <pc:sldMk cId="3347902485" sldId="268"/>
            <ac:spMk id="9" creationId="{21FAA99C-6EAD-455B-9690-D31DDDDEF716}"/>
          </ac:spMkLst>
        </pc:spChg>
        <pc:spChg chg="add mod">
          <ac:chgData name="Harendra Bikram Shah" userId="a00731c20e5a5af2" providerId="LiveId" clId="{056D7180-62C6-4CD6-9316-D5FC8218B82A}" dt="2021-08-11T17:24:57.634" v="2411" actId="1076"/>
          <ac:spMkLst>
            <pc:docMk/>
            <pc:sldMk cId="3347902485" sldId="268"/>
            <ac:spMk id="13" creationId="{302A7A97-AD37-400B-B0C4-B20B2C6BFD23}"/>
          </ac:spMkLst>
        </pc:spChg>
        <pc:spChg chg="add mod">
          <ac:chgData name="Harendra Bikram Shah" userId="a00731c20e5a5af2" providerId="LiveId" clId="{056D7180-62C6-4CD6-9316-D5FC8218B82A}" dt="2021-08-11T17:58:48.864" v="2767" actId="1076"/>
          <ac:spMkLst>
            <pc:docMk/>
            <pc:sldMk cId="3347902485" sldId="268"/>
            <ac:spMk id="14" creationId="{A31A35FF-D01D-461F-BF63-AC48CE2FEA77}"/>
          </ac:spMkLst>
        </pc:spChg>
        <pc:picChg chg="add mod">
          <ac:chgData name="Harendra Bikram Shah" userId="a00731c20e5a5af2" providerId="LiveId" clId="{056D7180-62C6-4CD6-9316-D5FC8218B82A}" dt="2021-08-11T17:58:45.407" v="2766" actId="1076"/>
          <ac:picMkLst>
            <pc:docMk/>
            <pc:sldMk cId="3347902485" sldId="268"/>
            <ac:picMk id="15" creationId="{9C202C4F-1082-42EC-A2EC-50471714DF0C}"/>
          </ac:picMkLst>
        </pc:picChg>
        <pc:picChg chg="add del mod">
          <ac:chgData name="Harendra Bikram Shah" userId="a00731c20e5a5af2" providerId="LiveId" clId="{056D7180-62C6-4CD6-9316-D5FC8218B82A}" dt="2021-08-11T17:24:33.052" v="2403" actId="478"/>
          <ac:picMkLst>
            <pc:docMk/>
            <pc:sldMk cId="3347902485" sldId="268"/>
            <ac:picMk id="1026" creationId="{F3C10F43-6D4E-495D-BF8B-6921EF662492}"/>
          </ac:picMkLst>
        </pc:picChg>
        <pc:picChg chg="add del mod">
          <ac:chgData name="Harendra Bikram Shah" userId="a00731c20e5a5af2" providerId="LiveId" clId="{056D7180-62C6-4CD6-9316-D5FC8218B82A}" dt="2021-08-11T17:58:19.988" v="2752" actId="21"/>
          <ac:picMkLst>
            <pc:docMk/>
            <pc:sldMk cId="3347902485" sldId="268"/>
            <ac:picMk id="1028" creationId="{79F5695B-A477-4247-BBB1-7A9A8CA9981D}"/>
          </ac:picMkLst>
        </pc:picChg>
      </pc:sldChg>
      <pc:sldChg chg="addSp delSp modSp add mod">
        <pc:chgData name="Harendra Bikram Shah" userId="a00731c20e5a5af2" providerId="LiveId" clId="{056D7180-62C6-4CD6-9316-D5FC8218B82A}" dt="2021-08-11T17:59:38.290" v="2777" actId="14100"/>
        <pc:sldMkLst>
          <pc:docMk/>
          <pc:sldMk cId="2110272240" sldId="269"/>
        </pc:sldMkLst>
        <pc:spChg chg="del">
          <ac:chgData name="Harendra Bikram Shah" userId="a00731c20e5a5af2" providerId="LiveId" clId="{056D7180-62C6-4CD6-9316-D5FC8218B82A}" dt="2021-08-11T16:57:49.155" v="2359" actId="478"/>
          <ac:spMkLst>
            <pc:docMk/>
            <pc:sldMk cId="2110272240" sldId="269"/>
            <ac:spMk id="2" creationId="{534BCFBE-5835-4420-BB0C-7BD8EC863B5E}"/>
          </ac:spMkLst>
        </pc:spChg>
        <pc:spChg chg="add del mod">
          <ac:chgData name="Harendra Bikram Shah" userId="a00731c20e5a5af2" providerId="LiveId" clId="{056D7180-62C6-4CD6-9316-D5FC8218B82A}" dt="2021-08-11T16:57:52.382" v="2360" actId="478"/>
          <ac:spMkLst>
            <pc:docMk/>
            <pc:sldMk cId="2110272240" sldId="269"/>
            <ac:spMk id="4" creationId="{73B451F9-862C-4729-9D42-78BE060FB20B}"/>
          </ac:spMkLst>
        </pc:spChg>
        <pc:spChg chg="mod">
          <ac:chgData name="Harendra Bikram Shah" userId="a00731c20e5a5af2" providerId="LiveId" clId="{056D7180-62C6-4CD6-9316-D5FC8218B82A}" dt="2021-08-11T16:58:01.747" v="2365" actId="20577"/>
          <ac:spMkLst>
            <pc:docMk/>
            <pc:sldMk cId="2110272240" sldId="269"/>
            <ac:spMk id="5" creationId="{A9B080DA-0D22-48B0-B55A-C2E77443FF2F}"/>
          </ac:spMkLst>
        </pc:spChg>
        <pc:spChg chg="add mod">
          <ac:chgData name="Harendra Bikram Shah" userId="a00731c20e5a5af2" providerId="LiveId" clId="{056D7180-62C6-4CD6-9316-D5FC8218B82A}" dt="2021-08-11T17:19:33.198" v="2383" actId="113"/>
          <ac:spMkLst>
            <pc:docMk/>
            <pc:sldMk cId="2110272240" sldId="269"/>
            <ac:spMk id="6" creationId="{4F122E20-B642-4984-8026-A2EC715CDAF8}"/>
          </ac:spMkLst>
        </pc:spChg>
        <pc:spChg chg="del">
          <ac:chgData name="Harendra Bikram Shah" userId="a00731c20e5a5af2" providerId="LiveId" clId="{056D7180-62C6-4CD6-9316-D5FC8218B82A}" dt="2021-08-11T16:57:44.319" v="2357" actId="478"/>
          <ac:spMkLst>
            <pc:docMk/>
            <pc:sldMk cId="2110272240" sldId="269"/>
            <ac:spMk id="8" creationId="{6F2D5E1A-526F-4E9C-AA8F-2A0EDAD11711}"/>
          </ac:spMkLst>
        </pc:spChg>
        <pc:spChg chg="add del mod">
          <ac:chgData name="Harendra Bikram Shah" userId="a00731c20e5a5af2" providerId="LiveId" clId="{056D7180-62C6-4CD6-9316-D5FC8218B82A}" dt="2021-08-11T17:25:58.979" v="2418" actId="478"/>
          <ac:spMkLst>
            <pc:docMk/>
            <pc:sldMk cId="2110272240" sldId="269"/>
            <ac:spMk id="9" creationId="{693E0FA0-9B6C-4EF3-9CEA-D750CD9B4D53}"/>
          </ac:spMkLst>
        </pc:spChg>
        <pc:spChg chg="add del mod">
          <ac:chgData name="Harendra Bikram Shah" userId="a00731c20e5a5af2" providerId="LiveId" clId="{056D7180-62C6-4CD6-9316-D5FC8218B82A}" dt="2021-08-11T17:30:37.289" v="2467" actId="21"/>
          <ac:spMkLst>
            <pc:docMk/>
            <pc:sldMk cId="2110272240" sldId="269"/>
            <ac:spMk id="12" creationId="{D657865F-EAC4-4979-9BAF-7A3C7EC90026}"/>
          </ac:spMkLst>
        </pc:spChg>
        <pc:spChg chg="add mod">
          <ac:chgData name="Harendra Bikram Shah" userId="a00731c20e5a5af2" providerId="LiveId" clId="{056D7180-62C6-4CD6-9316-D5FC8218B82A}" dt="2021-08-11T17:26:41.585" v="2430" actId="1076"/>
          <ac:spMkLst>
            <pc:docMk/>
            <pc:sldMk cId="2110272240" sldId="269"/>
            <ac:spMk id="16" creationId="{3884546B-FAAF-45F7-976F-F10AA1857C38}"/>
          </ac:spMkLst>
        </pc:spChg>
        <pc:picChg chg="del">
          <ac:chgData name="Harendra Bikram Shah" userId="a00731c20e5a5af2" providerId="LiveId" clId="{056D7180-62C6-4CD6-9316-D5FC8218B82A}" dt="2021-08-11T16:57:42.470" v="2356" actId="478"/>
          <ac:picMkLst>
            <pc:docMk/>
            <pc:sldMk cId="2110272240" sldId="269"/>
            <ac:picMk id="1026" creationId="{F3C10F43-6D4E-495D-BF8B-6921EF662492}"/>
          </ac:picMkLst>
        </pc:picChg>
        <pc:picChg chg="add del mod">
          <ac:chgData name="Harendra Bikram Shah" userId="a00731c20e5a5af2" providerId="LiveId" clId="{056D7180-62C6-4CD6-9316-D5FC8218B82A}" dt="2021-08-11T17:25:47.256" v="2415" actId="478"/>
          <ac:picMkLst>
            <pc:docMk/>
            <pc:sldMk cId="2110272240" sldId="269"/>
            <ac:picMk id="2050" creationId="{F457E0D3-FFF2-4176-AE4B-C11E062A4ECD}"/>
          </ac:picMkLst>
        </pc:picChg>
        <pc:picChg chg="add del mod">
          <ac:chgData name="Harendra Bikram Shah" userId="a00731c20e5a5af2" providerId="LiveId" clId="{056D7180-62C6-4CD6-9316-D5FC8218B82A}" dt="2021-08-11T17:26:09.512" v="2423" actId="478"/>
          <ac:picMkLst>
            <pc:docMk/>
            <pc:sldMk cId="2110272240" sldId="269"/>
            <ac:picMk id="2052" creationId="{B9C3BB13-6758-4847-8C74-683BA5C3477F}"/>
          </ac:picMkLst>
        </pc:picChg>
        <pc:picChg chg="add del mod">
          <ac:chgData name="Harendra Bikram Shah" userId="a00731c20e5a5af2" providerId="LiveId" clId="{056D7180-62C6-4CD6-9316-D5FC8218B82A}" dt="2021-08-11T17:59:38.290" v="2777" actId="14100"/>
          <ac:picMkLst>
            <pc:docMk/>
            <pc:sldMk cId="2110272240" sldId="269"/>
            <ac:picMk id="2054" creationId="{A677C9CC-EBB8-4865-8AD3-AE1BA6D234BF}"/>
          </ac:picMkLst>
        </pc:picChg>
        <pc:picChg chg="add del mod">
          <ac:chgData name="Harendra Bikram Shah" userId="a00731c20e5a5af2" providerId="LiveId" clId="{056D7180-62C6-4CD6-9316-D5FC8218B82A}" dt="2021-08-11T17:29:18.596" v="2444" actId="21"/>
          <ac:picMkLst>
            <pc:docMk/>
            <pc:sldMk cId="2110272240" sldId="269"/>
            <ac:picMk id="2056" creationId="{A83C156B-25A1-444D-8648-CC8132DFDF90}"/>
          </ac:picMkLst>
        </pc:picChg>
      </pc:sldChg>
      <pc:sldChg chg="addSp delSp modSp new mod">
        <pc:chgData name="Harendra Bikram Shah" userId="a00731c20e5a5af2" providerId="LiveId" clId="{056D7180-62C6-4CD6-9316-D5FC8218B82A}" dt="2021-08-11T17:59:28.919" v="2775" actId="1076"/>
        <pc:sldMkLst>
          <pc:docMk/>
          <pc:sldMk cId="1610638805" sldId="270"/>
        </pc:sldMkLst>
        <pc:spChg chg="del">
          <ac:chgData name="Harendra Bikram Shah" userId="a00731c20e5a5af2" providerId="LiveId" clId="{056D7180-62C6-4CD6-9316-D5FC8218B82A}" dt="2021-08-11T17:28:59.605" v="2439" actId="478"/>
          <ac:spMkLst>
            <pc:docMk/>
            <pc:sldMk cId="1610638805" sldId="270"/>
            <ac:spMk id="2" creationId="{750D4309-ADED-432B-A0BC-C7BD1AF9FBE0}"/>
          </ac:spMkLst>
        </pc:spChg>
        <pc:spChg chg="del">
          <ac:chgData name="Harendra Bikram Shah" userId="a00731c20e5a5af2" providerId="LiveId" clId="{056D7180-62C6-4CD6-9316-D5FC8218B82A}" dt="2021-08-11T17:29:00.665" v="2440" actId="478"/>
          <ac:spMkLst>
            <pc:docMk/>
            <pc:sldMk cId="1610638805" sldId="270"/>
            <ac:spMk id="3" creationId="{9420D005-E137-4D15-9BD9-385BB622844A}"/>
          </ac:spMkLst>
        </pc:spChg>
        <pc:spChg chg="add mod">
          <ac:chgData name="Harendra Bikram Shah" userId="a00731c20e5a5af2" providerId="LiveId" clId="{056D7180-62C6-4CD6-9316-D5FC8218B82A}" dt="2021-08-11T17:59:26.346" v="2774" actId="1076"/>
          <ac:spMkLst>
            <pc:docMk/>
            <pc:sldMk cId="1610638805" sldId="270"/>
            <ac:spMk id="4" creationId="{484322D1-71A4-42DD-BE03-44D1C9EB66E7}"/>
          </ac:spMkLst>
        </pc:spChg>
        <pc:spChg chg="add del mod">
          <ac:chgData name="Harendra Bikram Shah" userId="a00731c20e5a5af2" providerId="LiveId" clId="{056D7180-62C6-4CD6-9316-D5FC8218B82A}" dt="2021-08-11T17:32:03.053" v="2493"/>
          <ac:spMkLst>
            <pc:docMk/>
            <pc:sldMk cId="1610638805" sldId="270"/>
            <ac:spMk id="7" creationId="{DCC1D2DD-1D91-43BF-92D4-EA72BF4E7C18}"/>
          </ac:spMkLst>
        </pc:spChg>
        <pc:spChg chg="add del mod">
          <ac:chgData name="Harendra Bikram Shah" userId="a00731c20e5a5af2" providerId="LiveId" clId="{056D7180-62C6-4CD6-9316-D5FC8218B82A}" dt="2021-08-11T17:32:03.053" v="2493"/>
          <ac:spMkLst>
            <pc:docMk/>
            <pc:sldMk cId="1610638805" sldId="270"/>
            <ac:spMk id="8" creationId="{D529C06F-88D7-49CF-A29C-92EDCC4996F1}"/>
          </ac:spMkLst>
        </pc:spChg>
        <pc:spChg chg="add del mod">
          <ac:chgData name="Harendra Bikram Shah" userId="a00731c20e5a5af2" providerId="LiveId" clId="{056D7180-62C6-4CD6-9316-D5FC8218B82A}" dt="2021-08-11T17:32:03.053" v="2493"/>
          <ac:spMkLst>
            <pc:docMk/>
            <pc:sldMk cId="1610638805" sldId="270"/>
            <ac:spMk id="9" creationId="{217BB0CC-8C3B-4896-855A-34631ADF1947}"/>
          </ac:spMkLst>
        </pc:spChg>
        <pc:spChg chg="add del mod">
          <ac:chgData name="Harendra Bikram Shah" userId="a00731c20e5a5af2" providerId="LiveId" clId="{056D7180-62C6-4CD6-9316-D5FC8218B82A}" dt="2021-08-11T17:32:03.053" v="2493"/>
          <ac:spMkLst>
            <pc:docMk/>
            <pc:sldMk cId="1610638805" sldId="270"/>
            <ac:spMk id="10" creationId="{7C6DEF7B-384A-4E60-ACAE-82542F58EBDC}"/>
          </ac:spMkLst>
        </pc:spChg>
        <pc:spChg chg="add del mod">
          <ac:chgData name="Harendra Bikram Shah" userId="a00731c20e5a5af2" providerId="LiveId" clId="{056D7180-62C6-4CD6-9316-D5FC8218B82A}" dt="2021-08-11T17:32:03.053" v="2493"/>
          <ac:spMkLst>
            <pc:docMk/>
            <pc:sldMk cId="1610638805" sldId="270"/>
            <ac:spMk id="11" creationId="{6F7D4DCF-004B-46E8-B089-592042845892}"/>
          </ac:spMkLst>
        </pc:spChg>
        <pc:spChg chg="add del mod">
          <ac:chgData name="Harendra Bikram Shah" userId="a00731c20e5a5af2" providerId="LiveId" clId="{056D7180-62C6-4CD6-9316-D5FC8218B82A}" dt="2021-08-11T17:32:03.053" v="2493"/>
          <ac:spMkLst>
            <pc:docMk/>
            <pc:sldMk cId="1610638805" sldId="270"/>
            <ac:spMk id="12" creationId="{8208B16D-D427-43BA-91C9-C0E8B879654E}"/>
          </ac:spMkLst>
        </pc:spChg>
        <pc:spChg chg="add del mod">
          <ac:chgData name="Harendra Bikram Shah" userId="a00731c20e5a5af2" providerId="LiveId" clId="{056D7180-62C6-4CD6-9316-D5FC8218B82A}" dt="2021-08-11T17:32:03.053" v="2493"/>
          <ac:spMkLst>
            <pc:docMk/>
            <pc:sldMk cId="1610638805" sldId="270"/>
            <ac:spMk id="13" creationId="{59C3805D-8B76-4571-BC84-25DB78559137}"/>
          </ac:spMkLst>
        </pc:spChg>
        <pc:spChg chg="add del mod">
          <ac:chgData name="Harendra Bikram Shah" userId="a00731c20e5a5af2" providerId="LiveId" clId="{056D7180-62C6-4CD6-9316-D5FC8218B82A}" dt="2021-08-11T17:32:03.053" v="2493"/>
          <ac:spMkLst>
            <pc:docMk/>
            <pc:sldMk cId="1610638805" sldId="270"/>
            <ac:spMk id="14" creationId="{2C5B5CA2-ED56-47B5-A0E7-3097553158BB}"/>
          </ac:spMkLst>
        </pc:spChg>
        <pc:spChg chg="add del mod">
          <ac:chgData name="Harendra Bikram Shah" userId="a00731c20e5a5af2" providerId="LiveId" clId="{056D7180-62C6-4CD6-9316-D5FC8218B82A}" dt="2021-08-11T17:32:03.053" v="2493"/>
          <ac:spMkLst>
            <pc:docMk/>
            <pc:sldMk cId="1610638805" sldId="270"/>
            <ac:spMk id="15" creationId="{8A8CD21E-F051-4F87-9332-1D3F89E2921E}"/>
          </ac:spMkLst>
        </pc:spChg>
        <pc:spChg chg="add del mod">
          <ac:chgData name="Harendra Bikram Shah" userId="a00731c20e5a5af2" providerId="LiveId" clId="{056D7180-62C6-4CD6-9316-D5FC8218B82A}" dt="2021-08-11T17:32:03.053" v="2493"/>
          <ac:spMkLst>
            <pc:docMk/>
            <pc:sldMk cId="1610638805" sldId="270"/>
            <ac:spMk id="16" creationId="{D043EDCE-37B6-4B68-A1FC-BFF2FC5BC67E}"/>
          </ac:spMkLst>
        </pc:spChg>
        <pc:spChg chg="add del mod">
          <ac:chgData name="Harendra Bikram Shah" userId="a00731c20e5a5af2" providerId="LiveId" clId="{056D7180-62C6-4CD6-9316-D5FC8218B82A}" dt="2021-08-11T17:32:03.053" v="2493"/>
          <ac:spMkLst>
            <pc:docMk/>
            <pc:sldMk cId="1610638805" sldId="270"/>
            <ac:spMk id="17" creationId="{3F87DADA-BB34-497C-A6FF-89E901EE370E}"/>
          </ac:spMkLst>
        </pc:spChg>
        <pc:spChg chg="add del mod">
          <ac:chgData name="Harendra Bikram Shah" userId="a00731c20e5a5af2" providerId="LiveId" clId="{056D7180-62C6-4CD6-9316-D5FC8218B82A}" dt="2021-08-11T17:32:03.053" v="2493"/>
          <ac:spMkLst>
            <pc:docMk/>
            <pc:sldMk cId="1610638805" sldId="270"/>
            <ac:spMk id="18" creationId="{0D2AC750-32CA-49A1-862E-F73DD6A574C7}"/>
          </ac:spMkLst>
        </pc:spChg>
        <pc:spChg chg="add del mod">
          <ac:chgData name="Harendra Bikram Shah" userId="a00731c20e5a5af2" providerId="LiveId" clId="{056D7180-62C6-4CD6-9316-D5FC8218B82A}" dt="2021-08-11T17:32:03.053" v="2493"/>
          <ac:spMkLst>
            <pc:docMk/>
            <pc:sldMk cId="1610638805" sldId="270"/>
            <ac:spMk id="19" creationId="{6B567FFB-619B-4596-9EAF-08D549549490}"/>
          </ac:spMkLst>
        </pc:spChg>
        <pc:spChg chg="add del mod">
          <ac:chgData name="Harendra Bikram Shah" userId="a00731c20e5a5af2" providerId="LiveId" clId="{056D7180-62C6-4CD6-9316-D5FC8218B82A}" dt="2021-08-11T17:32:03.053" v="2493"/>
          <ac:spMkLst>
            <pc:docMk/>
            <pc:sldMk cId="1610638805" sldId="270"/>
            <ac:spMk id="20" creationId="{B8CB2054-9117-4D43-A1F1-90A0AA4A001E}"/>
          </ac:spMkLst>
        </pc:spChg>
        <pc:spChg chg="add del mod">
          <ac:chgData name="Harendra Bikram Shah" userId="a00731c20e5a5af2" providerId="LiveId" clId="{056D7180-62C6-4CD6-9316-D5FC8218B82A}" dt="2021-08-11T17:32:03.053" v="2493"/>
          <ac:spMkLst>
            <pc:docMk/>
            <pc:sldMk cId="1610638805" sldId="270"/>
            <ac:spMk id="21" creationId="{5056D27F-04E5-4566-963F-655F76E948E9}"/>
          </ac:spMkLst>
        </pc:spChg>
        <pc:spChg chg="add del mod">
          <ac:chgData name="Harendra Bikram Shah" userId="a00731c20e5a5af2" providerId="LiveId" clId="{056D7180-62C6-4CD6-9316-D5FC8218B82A}" dt="2021-08-11T17:32:03.053" v="2493"/>
          <ac:spMkLst>
            <pc:docMk/>
            <pc:sldMk cId="1610638805" sldId="270"/>
            <ac:spMk id="22" creationId="{AC736C9C-E3D0-465C-B53F-3CFC0B322A13}"/>
          </ac:spMkLst>
        </pc:spChg>
        <pc:spChg chg="add del mod">
          <ac:chgData name="Harendra Bikram Shah" userId="a00731c20e5a5af2" providerId="LiveId" clId="{056D7180-62C6-4CD6-9316-D5FC8218B82A}" dt="2021-08-11T17:32:03.053" v="2493"/>
          <ac:spMkLst>
            <pc:docMk/>
            <pc:sldMk cId="1610638805" sldId="270"/>
            <ac:spMk id="23" creationId="{02A1EF12-9734-47A9-9590-AF8C44DEB2B8}"/>
          </ac:spMkLst>
        </pc:spChg>
        <pc:spChg chg="add del mod">
          <ac:chgData name="Harendra Bikram Shah" userId="a00731c20e5a5af2" providerId="LiveId" clId="{056D7180-62C6-4CD6-9316-D5FC8218B82A}" dt="2021-08-11T17:32:03.053" v="2493"/>
          <ac:spMkLst>
            <pc:docMk/>
            <pc:sldMk cId="1610638805" sldId="270"/>
            <ac:spMk id="24" creationId="{54E4DEBA-6CF6-4A71-AEBE-F41466BA7196}"/>
          </ac:spMkLst>
        </pc:spChg>
        <pc:spChg chg="add del mod">
          <ac:chgData name="Harendra Bikram Shah" userId="a00731c20e5a5af2" providerId="LiveId" clId="{056D7180-62C6-4CD6-9316-D5FC8218B82A}" dt="2021-08-11T17:32:03.053" v="2493"/>
          <ac:spMkLst>
            <pc:docMk/>
            <pc:sldMk cId="1610638805" sldId="270"/>
            <ac:spMk id="25" creationId="{7347CA63-0723-42A3-ADB8-C83DA6144F64}"/>
          </ac:spMkLst>
        </pc:spChg>
        <pc:spChg chg="add del mod">
          <ac:chgData name="Harendra Bikram Shah" userId="a00731c20e5a5af2" providerId="LiveId" clId="{056D7180-62C6-4CD6-9316-D5FC8218B82A}" dt="2021-08-11T17:32:03.053" v="2493"/>
          <ac:spMkLst>
            <pc:docMk/>
            <pc:sldMk cId="1610638805" sldId="270"/>
            <ac:spMk id="26" creationId="{3F26824C-A05A-4936-BE56-9A005AB70A64}"/>
          </ac:spMkLst>
        </pc:spChg>
        <pc:spChg chg="add del mod">
          <ac:chgData name="Harendra Bikram Shah" userId="a00731c20e5a5af2" providerId="LiveId" clId="{056D7180-62C6-4CD6-9316-D5FC8218B82A}" dt="2021-08-11T17:32:03.053" v="2493"/>
          <ac:spMkLst>
            <pc:docMk/>
            <pc:sldMk cId="1610638805" sldId="270"/>
            <ac:spMk id="27" creationId="{5BE2F484-5AF2-4A5A-8725-2E38F78C3DA1}"/>
          </ac:spMkLst>
        </pc:spChg>
        <pc:spChg chg="add del mod">
          <ac:chgData name="Harendra Bikram Shah" userId="a00731c20e5a5af2" providerId="LiveId" clId="{056D7180-62C6-4CD6-9316-D5FC8218B82A}" dt="2021-08-11T17:32:03.053" v="2493"/>
          <ac:spMkLst>
            <pc:docMk/>
            <pc:sldMk cId="1610638805" sldId="270"/>
            <ac:spMk id="28" creationId="{7EEB5E82-43FD-4550-B478-9BD5BB6CEF6C}"/>
          </ac:spMkLst>
        </pc:spChg>
        <pc:spChg chg="add del mod">
          <ac:chgData name="Harendra Bikram Shah" userId="a00731c20e5a5af2" providerId="LiveId" clId="{056D7180-62C6-4CD6-9316-D5FC8218B82A}" dt="2021-08-11T17:32:03.053" v="2493"/>
          <ac:spMkLst>
            <pc:docMk/>
            <pc:sldMk cId="1610638805" sldId="270"/>
            <ac:spMk id="29" creationId="{ECF92DA6-8AB6-40EC-A14E-A6FAEBA9DAF8}"/>
          </ac:spMkLst>
        </pc:spChg>
        <pc:spChg chg="add del mod">
          <ac:chgData name="Harendra Bikram Shah" userId="a00731c20e5a5af2" providerId="LiveId" clId="{056D7180-62C6-4CD6-9316-D5FC8218B82A}" dt="2021-08-11T17:32:03.053" v="2493"/>
          <ac:spMkLst>
            <pc:docMk/>
            <pc:sldMk cId="1610638805" sldId="270"/>
            <ac:spMk id="30" creationId="{FC910E31-DDBD-4541-AC31-1FDC236D7A44}"/>
          </ac:spMkLst>
        </pc:spChg>
        <pc:spChg chg="add del mod">
          <ac:chgData name="Harendra Bikram Shah" userId="a00731c20e5a5af2" providerId="LiveId" clId="{056D7180-62C6-4CD6-9316-D5FC8218B82A}" dt="2021-08-11T17:32:03.053" v="2493"/>
          <ac:spMkLst>
            <pc:docMk/>
            <pc:sldMk cId="1610638805" sldId="270"/>
            <ac:spMk id="31" creationId="{2A301147-6B74-4DFF-AF72-501FFFF35023}"/>
          </ac:spMkLst>
        </pc:spChg>
        <pc:spChg chg="add del mod">
          <ac:chgData name="Harendra Bikram Shah" userId="a00731c20e5a5af2" providerId="LiveId" clId="{056D7180-62C6-4CD6-9316-D5FC8218B82A}" dt="2021-08-11T17:32:03.053" v="2493"/>
          <ac:spMkLst>
            <pc:docMk/>
            <pc:sldMk cId="1610638805" sldId="270"/>
            <ac:spMk id="32" creationId="{6C904563-F1A3-48BE-A1F1-4DE5225F3CD9}"/>
          </ac:spMkLst>
        </pc:spChg>
        <pc:spChg chg="add del mod">
          <ac:chgData name="Harendra Bikram Shah" userId="a00731c20e5a5af2" providerId="LiveId" clId="{056D7180-62C6-4CD6-9316-D5FC8218B82A}" dt="2021-08-11T17:32:03.053" v="2493"/>
          <ac:spMkLst>
            <pc:docMk/>
            <pc:sldMk cId="1610638805" sldId="270"/>
            <ac:spMk id="33" creationId="{93DE7F8D-B00F-44D6-92B1-C7645540D647}"/>
          </ac:spMkLst>
        </pc:spChg>
        <pc:spChg chg="add del mod">
          <ac:chgData name="Harendra Bikram Shah" userId="a00731c20e5a5af2" providerId="LiveId" clId="{056D7180-62C6-4CD6-9316-D5FC8218B82A}" dt="2021-08-11T17:32:03.053" v="2493"/>
          <ac:spMkLst>
            <pc:docMk/>
            <pc:sldMk cId="1610638805" sldId="270"/>
            <ac:spMk id="34" creationId="{FB8A180F-DBB3-4737-8FCA-B035638F04FE}"/>
          </ac:spMkLst>
        </pc:spChg>
        <pc:spChg chg="add del mod">
          <ac:chgData name="Harendra Bikram Shah" userId="a00731c20e5a5af2" providerId="LiveId" clId="{056D7180-62C6-4CD6-9316-D5FC8218B82A}" dt="2021-08-11T17:32:03.053" v="2493"/>
          <ac:spMkLst>
            <pc:docMk/>
            <pc:sldMk cId="1610638805" sldId="270"/>
            <ac:spMk id="35" creationId="{48DBC049-5618-4F22-858F-2ED66C111CB6}"/>
          </ac:spMkLst>
        </pc:spChg>
        <pc:spChg chg="add del mod">
          <ac:chgData name="Harendra Bikram Shah" userId="a00731c20e5a5af2" providerId="LiveId" clId="{056D7180-62C6-4CD6-9316-D5FC8218B82A}" dt="2021-08-11T17:32:03.053" v="2493"/>
          <ac:spMkLst>
            <pc:docMk/>
            <pc:sldMk cId="1610638805" sldId="270"/>
            <ac:spMk id="36" creationId="{1A91A017-4688-4966-AF5E-399DF4257FF1}"/>
          </ac:spMkLst>
        </pc:spChg>
        <pc:spChg chg="add del mod">
          <ac:chgData name="Harendra Bikram Shah" userId="a00731c20e5a5af2" providerId="LiveId" clId="{056D7180-62C6-4CD6-9316-D5FC8218B82A}" dt="2021-08-11T17:32:03.053" v="2493"/>
          <ac:spMkLst>
            <pc:docMk/>
            <pc:sldMk cId="1610638805" sldId="270"/>
            <ac:spMk id="37" creationId="{FD388012-453C-4220-BA01-D40C015AED98}"/>
          </ac:spMkLst>
        </pc:spChg>
        <pc:spChg chg="add del mod">
          <ac:chgData name="Harendra Bikram Shah" userId="a00731c20e5a5af2" providerId="LiveId" clId="{056D7180-62C6-4CD6-9316-D5FC8218B82A}" dt="2021-08-11T17:32:03.053" v="2493"/>
          <ac:spMkLst>
            <pc:docMk/>
            <pc:sldMk cId="1610638805" sldId="270"/>
            <ac:spMk id="38" creationId="{8FEC8C57-BD61-48E0-A343-6A234C60B181}"/>
          </ac:spMkLst>
        </pc:spChg>
        <pc:spChg chg="add del mod">
          <ac:chgData name="Harendra Bikram Shah" userId="a00731c20e5a5af2" providerId="LiveId" clId="{056D7180-62C6-4CD6-9316-D5FC8218B82A}" dt="2021-08-11T17:32:03.053" v="2493"/>
          <ac:spMkLst>
            <pc:docMk/>
            <pc:sldMk cId="1610638805" sldId="270"/>
            <ac:spMk id="39" creationId="{DC29D185-940C-455F-B0CE-AFED0447B094}"/>
          </ac:spMkLst>
        </pc:spChg>
        <pc:spChg chg="add del mod">
          <ac:chgData name="Harendra Bikram Shah" userId="a00731c20e5a5af2" providerId="LiveId" clId="{056D7180-62C6-4CD6-9316-D5FC8218B82A}" dt="2021-08-11T17:32:03.053" v="2493"/>
          <ac:spMkLst>
            <pc:docMk/>
            <pc:sldMk cId="1610638805" sldId="270"/>
            <ac:spMk id="40" creationId="{89F89ADF-4481-4CBB-A8E1-F029A00B20D5}"/>
          </ac:spMkLst>
        </pc:spChg>
        <pc:spChg chg="add del mod">
          <ac:chgData name="Harendra Bikram Shah" userId="a00731c20e5a5af2" providerId="LiveId" clId="{056D7180-62C6-4CD6-9316-D5FC8218B82A}" dt="2021-08-11T17:32:03.053" v="2493"/>
          <ac:spMkLst>
            <pc:docMk/>
            <pc:sldMk cId="1610638805" sldId="270"/>
            <ac:spMk id="41" creationId="{A3EE6CD5-73AC-43EA-ACD3-5222BA5C72E7}"/>
          </ac:spMkLst>
        </pc:spChg>
        <pc:spChg chg="add del mod">
          <ac:chgData name="Harendra Bikram Shah" userId="a00731c20e5a5af2" providerId="LiveId" clId="{056D7180-62C6-4CD6-9316-D5FC8218B82A}" dt="2021-08-11T17:32:03.053" v="2493"/>
          <ac:spMkLst>
            <pc:docMk/>
            <pc:sldMk cId="1610638805" sldId="270"/>
            <ac:spMk id="42" creationId="{EBC7F3F2-EF64-4291-BA33-6EB924867D60}"/>
          </ac:spMkLst>
        </pc:spChg>
        <pc:spChg chg="add del mod">
          <ac:chgData name="Harendra Bikram Shah" userId="a00731c20e5a5af2" providerId="LiveId" clId="{056D7180-62C6-4CD6-9316-D5FC8218B82A}" dt="2021-08-11T17:32:03.053" v="2493"/>
          <ac:spMkLst>
            <pc:docMk/>
            <pc:sldMk cId="1610638805" sldId="270"/>
            <ac:spMk id="43" creationId="{CABB106D-08AC-49CF-9C28-7AA2FC5C2915}"/>
          </ac:spMkLst>
        </pc:spChg>
        <pc:spChg chg="add del mod">
          <ac:chgData name="Harendra Bikram Shah" userId="a00731c20e5a5af2" providerId="LiveId" clId="{056D7180-62C6-4CD6-9316-D5FC8218B82A}" dt="2021-08-11T17:32:03.053" v="2493"/>
          <ac:spMkLst>
            <pc:docMk/>
            <pc:sldMk cId="1610638805" sldId="270"/>
            <ac:spMk id="44" creationId="{EB7E9141-99DB-47A5-B20A-418D2D38A126}"/>
          </ac:spMkLst>
        </pc:spChg>
        <pc:spChg chg="add del mod">
          <ac:chgData name="Harendra Bikram Shah" userId="a00731c20e5a5af2" providerId="LiveId" clId="{056D7180-62C6-4CD6-9316-D5FC8218B82A}" dt="2021-08-11T17:32:03.053" v="2493"/>
          <ac:spMkLst>
            <pc:docMk/>
            <pc:sldMk cId="1610638805" sldId="270"/>
            <ac:spMk id="45" creationId="{BC98068A-4969-4C1A-A597-DA4FA1FF72FC}"/>
          </ac:spMkLst>
        </pc:spChg>
        <pc:spChg chg="add del mod">
          <ac:chgData name="Harendra Bikram Shah" userId="a00731c20e5a5af2" providerId="LiveId" clId="{056D7180-62C6-4CD6-9316-D5FC8218B82A}" dt="2021-08-11T17:32:03.053" v="2493"/>
          <ac:spMkLst>
            <pc:docMk/>
            <pc:sldMk cId="1610638805" sldId="270"/>
            <ac:spMk id="46" creationId="{0B2C26B4-4E69-4F0A-B26C-5EBCF32BFCCB}"/>
          </ac:spMkLst>
        </pc:spChg>
        <pc:spChg chg="add del mod">
          <ac:chgData name="Harendra Bikram Shah" userId="a00731c20e5a5af2" providerId="LiveId" clId="{056D7180-62C6-4CD6-9316-D5FC8218B82A}" dt="2021-08-11T17:32:03.053" v="2493"/>
          <ac:spMkLst>
            <pc:docMk/>
            <pc:sldMk cId="1610638805" sldId="270"/>
            <ac:spMk id="47" creationId="{4C3286D9-2892-497C-9299-A4B5819F6AB3}"/>
          </ac:spMkLst>
        </pc:spChg>
        <pc:spChg chg="add del mod">
          <ac:chgData name="Harendra Bikram Shah" userId="a00731c20e5a5af2" providerId="LiveId" clId="{056D7180-62C6-4CD6-9316-D5FC8218B82A}" dt="2021-08-11T17:32:03.053" v="2493"/>
          <ac:spMkLst>
            <pc:docMk/>
            <pc:sldMk cId="1610638805" sldId="270"/>
            <ac:spMk id="48" creationId="{FCD5F0FD-EB05-4567-8459-B3069D2F4AF9}"/>
          </ac:spMkLst>
        </pc:spChg>
        <pc:spChg chg="add del mod">
          <ac:chgData name="Harendra Bikram Shah" userId="a00731c20e5a5af2" providerId="LiveId" clId="{056D7180-62C6-4CD6-9316-D5FC8218B82A}" dt="2021-08-11T17:32:03.053" v="2493"/>
          <ac:spMkLst>
            <pc:docMk/>
            <pc:sldMk cId="1610638805" sldId="270"/>
            <ac:spMk id="49" creationId="{C3C187F6-5E3F-4A73-8FDC-A3AF3BB3B8F7}"/>
          </ac:spMkLst>
        </pc:spChg>
        <pc:spChg chg="add del mod">
          <ac:chgData name="Harendra Bikram Shah" userId="a00731c20e5a5af2" providerId="LiveId" clId="{056D7180-62C6-4CD6-9316-D5FC8218B82A}" dt="2021-08-11T17:32:03.053" v="2493"/>
          <ac:spMkLst>
            <pc:docMk/>
            <pc:sldMk cId="1610638805" sldId="270"/>
            <ac:spMk id="50" creationId="{A03B9BDD-1FCA-49DD-9278-45B40700E0D0}"/>
          </ac:spMkLst>
        </pc:spChg>
        <pc:spChg chg="add del mod">
          <ac:chgData name="Harendra Bikram Shah" userId="a00731c20e5a5af2" providerId="LiveId" clId="{056D7180-62C6-4CD6-9316-D5FC8218B82A}" dt="2021-08-11T17:32:03.053" v="2493"/>
          <ac:spMkLst>
            <pc:docMk/>
            <pc:sldMk cId="1610638805" sldId="270"/>
            <ac:spMk id="51" creationId="{5481C354-8F11-4CD4-8D39-7D515D7EF9E2}"/>
          </ac:spMkLst>
        </pc:spChg>
        <pc:spChg chg="add del mod">
          <ac:chgData name="Harendra Bikram Shah" userId="a00731c20e5a5af2" providerId="LiveId" clId="{056D7180-62C6-4CD6-9316-D5FC8218B82A}" dt="2021-08-11T17:32:03.053" v="2493"/>
          <ac:spMkLst>
            <pc:docMk/>
            <pc:sldMk cId="1610638805" sldId="270"/>
            <ac:spMk id="52" creationId="{638BB82D-BEAD-4B36-9EB2-EB36741FFD82}"/>
          </ac:spMkLst>
        </pc:spChg>
        <pc:spChg chg="add del mod">
          <ac:chgData name="Harendra Bikram Shah" userId="a00731c20e5a5af2" providerId="LiveId" clId="{056D7180-62C6-4CD6-9316-D5FC8218B82A}" dt="2021-08-11T17:32:03.053" v="2493"/>
          <ac:spMkLst>
            <pc:docMk/>
            <pc:sldMk cId="1610638805" sldId="270"/>
            <ac:spMk id="53" creationId="{387C4E76-AF4E-43CD-8524-7C308626CAB9}"/>
          </ac:spMkLst>
        </pc:spChg>
        <pc:spChg chg="add del mod">
          <ac:chgData name="Harendra Bikram Shah" userId="a00731c20e5a5af2" providerId="LiveId" clId="{056D7180-62C6-4CD6-9316-D5FC8218B82A}" dt="2021-08-11T17:32:03.053" v="2493"/>
          <ac:spMkLst>
            <pc:docMk/>
            <pc:sldMk cId="1610638805" sldId="270"/>
            <ac:spMk id="54" creationId="{71CB6EF2-B4ED-424A-BEE4-767003C7D4EA}"/>
          </ac:spMkLst>
        </pc:spChg>
        <pc:spChg chg="add del mod">
          <ac:chgData name="Harendra Bikram Shah" userId="a00731c20e5a5af2" providerId="LiveId" clId="{056D7180-62C6-4CD6-9316-D5FC8218B82A}" dt="2021-08-11T17:32:03.053" v="2493"/>
          <ac:spMkLst>
            <pc:docMk/>
            <pc:sldMk cId="1610638805" sldId="270"/>
            <ac:spMk id="55" creationId="{B58113AD-105F-406D-9A16-198ABB9D1A44}"/>
          </ac:spMkLst>
        </pc:spChg>
        <pc:spChg chg="add del mod">
          <ac:chgData name="Harendra Bikram Shah" userId="a00731c20e5a5af2" providerId="LiveId" clId="{056D7180-62C6-4CD6-9316-D5FC8218B82A}" dt="2021-08-11T17:32:03.053" v="2493"/>
          <ac:spMkLst>
            <pc:docMk/>
            <pc:sldMk cId="1610638805" sldId="270"/>
            <ac:spMk id="56" creationId="{E8232A89-8552-40B3-AA6D-3552F553FEA3}"/>
          </ac:spMkLst>
        </pc:spChg>
        <pc:spChg chg="add del mod">
          <ac:chgData name="Harendra Bikram Shah" userId="a00731c20e5a5af2" providerId="LiveId" clId="{056D7180-62C6-4CD6-9316-D5FC8218B82A}" dt="2021-08-11T17:32:03.053" v="2493"/>
          <ac:spMkLst>
            <pc:docMk/>
            <pc:sldMk cId="1610638805" sldId="270"/>
            <ac:spMk id="57" creationId="{F0BBDEC7-1C88-484D-B4C9-54FF009D5629}"/>
          </ac:spMkLst>
        </pc:spChg>
        <pc:spChg chg="add del mod">
          <ac:chgData name="Harendra Bikram Shah" userId="a00731c20e5a5af2" providerId="LiveId" clId="{056D7180-62C6-4CD6-9316-D5FC8218B82A}" dt="2021-08-11T17:32:03.053" v="2493"/>
          <ac:spMkLst>
            <pc:docMk/>
            <pc:sldMk cId="1610638805" sldId="270"/>
            <ac:spMk id="58" creationId="{52B6A440-A1ED-43D1-9711-D49D4160F6DA}"/>
          </ac:spMkLst>
        </pc:spChg>
        <pc:spChg chg="add del mod">
          <ac:chgData name="Harendra Bikram Shah" userId="a00731c20e5a5af2" providerId="LiveId" clId="{056D7180-62C6-4CD6-9316-D5FC8218B82A}" dt="2021-08-11T17:32:03.053" v="2493"/>
          <ac:spMkLst>
            <pc:docMk/>
            <pc:sldMk cId="1610638805" sldId="270"/>
            <ac:spMk id="59" creationId="{447EE2F1-1AF1-4220-B4E9-28DFAD3B39FA}"/>
          </ac:spMkLst>
        </pc:spChg>
        <pc:spChg chg="add del mod">
          <ac:chgData name="Harendra Bikram Shah" userId="a00731c20e5a5af2" providerId="LiveId" clId="{056D7180-62C6-4CD6-9316-D5FC8218B82A}" dt="2021-08-11T17:32:03.053" v="2493"/>
          <ac:spMkLst>
            <pc:docMk/>
            <pc:sldMk cId="1610638805" sldId="270"/>
            <ac:spMk id="60" creationId="{9EA08DE5-DE04-4344-8881-9D78FD9F83B6}"/>
          </ac:spMkLst>
        </pc:spChg>
        <pc:spChg chg="add del mod">
          <ac:chgData name="Harendra Bikram Shah" userId="a00731c20e5a5af2" providerId="LiveId" clId="{056D7180-62C6-4CD6-9316-D5FC8218B82A}" dt="2021-08-11T17:32:03.053" v="2493"/>
          <ac:spMkLst>
            <pc:docMk/>
            <pc:sldMk cId="1610638805" sldId="270"/>
            <ac:spMk id="61" creationId="{C34CECE6-94B2-4E21-820F-D087CA65965C}"/>
          </ac:spMkLst>
        </pc:spChg>
        <pc:spChg chg="add del mod">
          <ac:chgData name="Harendra Bikram Shah" userId="a00731c20e5a5af2" providerId="LiveId" clId="{056D7180-62C6-4CD6-9316-D5FC8218B82A}" dt="2021-08-11T17:32:03.053" v="2493"/>
          <ac:spMkLst>
            <pc:docMk/>
            <pc:sldMk cId="1610638805" sldId="270"/>
            <ac:spMk id="62" creationId="{8F6F2B91-8C41-4623-BBF7-D4555DA4382E}"/>
          </ac:spMkLst>
        </pc:spChg>
        <pc:spChg chg="add del mod">
          <ac:chgData name="Harendra Bikram Shah" userId="a00731c20e5a5af2" providerId="LiveId" clId="{056D7180-62C6-4CD6-9316-D5FC8218B82A}" dt="2021-08-11T17:32:03.053" v="2493"/>
          <ac:spMkLst>
            <pc:docMk/>
            <pc:sldMk cId="1610638805" sldId="270"/>
            <ac:spMk id="63" creationId="{24B3C397-97F2-45B4-B174-CF02F8686D4A}"/>
          </ac:spMkLst>
        </pc:spChg>
        <pc:spChg chg="add del mod">
          <ac:chgData name="Harendra Bikram Shah" userId="a00731c20e5a5af2" providerId="LiveId" clId="{056D7180-62C6-4CD6-9316-D5FC8218B82A}" dt="2021-08-11T17:36:04.683" v="2533" actId="478"/>
          <ac:spMkLst>
            <pc:docMk/>
            <pc:sldMk cId="1610638805" sldId="270"/>
            <ac:spMk id="93" creationId="{2155D068-C21C-48DA-B49B-D3D71E40AA55}"/>
          </ac:spMkLst>
        </pc:spChg>
        <pc:spChg chg="add mod">
          <ac:chgData name="Harendra Bikram Shah" userId="a00731c20e5a5af2" providerId="LiveId" clId="{056D7180-62C6-4CD6-9316-D5FC8218B82A}" dt="2021-08-11T17:59:28.919" v="2775" actId="1076"/>
          <ac:spMkLst>
            <pc:docMk/>
            <pc:sldMk cId="1610638805" sldId="270"/>
            <ac:spMk id="95" creationId="{F9065C23-56FF-4917-8CBD-E3500FA873C1}"/>
          </ac:spMkLst>
        </pc:spChg>
        <pc:spChg chg="add del mod">
          <ac:chgData name="Harendra Bikram Shah" userId="a00731c20e5a5af2" providerId="LiveId" clId="{056D7180-62C6-4CD6-9316-D5FC8218B82A}" dt="2021-08-11T17:36:23.895" v="2542" actId="478"/>
          <ac:spMkLst>
            <pc:docMk/>
            <pc:sldMk cId="1610638805" sldId="270"/>
            <ac:spMk id="97" creationId="{D9E67216-4445-4C9A-BE38-568FE6575DF4}"/>
          </ac:spMkLst>
        </pc:spChg>
        <pc:spChg chg="add del mod">
          <ac:chgData name="Harendra Bikram Shah" userId="a00731c20e5a5af2" providerId="LiveId" clId="{056D7180-62C6-4CD6-9316-D5FC8218B82A}" dt="2021-08-11T17:32:03.053" v="2493"/>
          <ac:spMkLst>
            <pc:docMk/>
            <pc:sldMk cId="1610638805" sldId="270"/>
            <ac:spMk id="3136" creationId="{FCB95E5B-0F30-400E-B45A-56CB22907BE0}"/>
          </ac:spMkLst>
        </pc:spChg>
        <pc:spChg chg="add del mod">
          <ac:chgData name="Harendra Bikram Shah" userId="a00731c20e5a5af2" providerId="LiveId" clId="{056D7180-62C6-4CD6-9316-D5FC8218B82A}" dt="2021-08-11T17:32:03.053" v="2493"/>
          <ac:spMkLst>
            <pc:docMk/>
            <pc:sldMk cId="1610638805" sldId="270"/>
            <ac:spMk id="3137" creationId="{48804DA0-7F3D-446D-8767-69E3EC4726FD}"/>
          </ac:spMkLst>
        </pc:spChg>
        <pc:spChg chg="add del mod">
          <ac:chgData name="Harendra Bikram Shah" userId="a00731c20e5a5af2" providerId="LiveId" clId="{056D7180-62C6-4CD6-9316-D5FC8218B82A}" dt="2021-08-11T17:32:03.053" v="2493"/>
          <ac:spMkLst>
            <pc:docMk/>
            <pc:sldMk cId="1610638805" sldId="270"/>
            <ac:spMk id="3138" creationId="{3FF6F7B4-DC2D-4673-B0B9-8D3325AB8F06}"/>
          </ac:spMkLst>
        </pc:spChg>
        <pc:spChg chg="add del mod">
          <ac:chgData name="Harendra Bikram Shah" userId="a00731c20e5a5af2" providerId="LiveId" clId="{056D7180-62C6-4CD6-9316-D5FC8218B82A}" dt="2021-08-11T17:32:03.053" v="2493"/>
          <ac:spMkLst>
            <pc:docMk/>
            <pc:sldMk cId="1610638805" sldId="270"/>
            <ac:spMk id="3139" creationId="{C707B295-3EDC-44AC-9F38-0B99E3ACAA8E}"/>
          </ac:spMkLst>
        </pc:spChg>
        <pc:spChg chg="add del mod">
          <ac:chgData name="Harendra Bikram Shah" userId="a00731c20e5a5af2" providerId="LiveId" clId="{056D7180-62C6-4CD6-9316-D5FC8218B82A}" dt="2021-08-11T17:32:03.053" v="2493"/>
          <ac:spMkLst>
            <pc:docMk/>
            <pc:sldMk cId="1610638805" sldId="270"/>
            <ac:spMk id="3140" creationId="{D69125B9-8314-4590-85FB-A1DFC0EF6968}"/>
          </ac:spMkLst>
        </pc:spChg>
        <pc:spChg chg="add del mod">
          <ac:chgData name="Harendra Bikram Shah" userId="a00731c20e5a5af2" providerId="LiveId" clId="{056D7180-62C6-4CD6-9316-D5FC8218B82A}" dt="2021-08-11T17:32:03.053" v="2493"/>
          <ac:spMkLst>
            <pc:docMk/>
            <pc:sldMk cId="1610638805" sldId="270"/>
            <ac:spMk id="3141" creationId="{C679CD22-3367-43D2-B320-E70E9431DB9A}"/>
          </ac:spMkLst>
        </pc:spChg>
        <pc:spChg chg="add del mod">
          <ac:chgData name="Harendra Bikram Shah" userId="a00731c20e5a5af2" providerId="LiveId" clId="{056D7180-62C6-4CD6-9316-D5FC8218B82A}" dt="2021-08-11T17:32:03.053" v="2493"/>
          <ac:spMkLst>
            <pc:docMk/>
            <pc:sldMk cId="1610638805" sldId="270"/>
            <ac:spMk id="3142" creationId="{B24AD0C4-C3B7-4597-B5BC-4A776FAB6406}"/>
          </ac:spMkLst>
        </pc:spChg>
        <pc:spChg chg="add del mod">
          <ac:chgData name="Harendra Bikram Shah" userId="a00731c20e5a5af2" providerId="LiveId" clId="{056D7180-62C6-4CD6-9316-D5FC8218B82A}" dt="2021-08-11T17:32:03.053" v="2493"/>
          <ac:spMkLst>
            <pc:docMk/>
            <pc:sldMk cId="1610638805" sldId="270"/>
            <ac:spMk id="3143" creationId="{0D796FF4-60C4-454D-A9EB-C29D981DADBD}"/>
          </ac:spMkLst>
        </pc:spChg>
        <pc:spChg chg="add del mod">
          <ac:chgData name="Harendra Bikram Shah" userId="a00731c20e5a5af2" providerId="LiveId" clId="{056D7180-62C6-4CD6-9316-D5FC8218B82A}" dt="2021-08-11T17:32:03.053" v="2493"/>
          <ac:spMkLst>
            <pc:docMk/>
            <pc:sldMk cId="1610638805" sldId="270"/>
            <ac:spMk id="3144" creationId="{FDCD2BEB-AC25-446B-A7E3-77358984EA91}"/>
          </ac:spMkLst>
        </pc:spChg>
        <pc:graphicFrameChg chg="add del mod">
          <ac:chgData name="Harendra Bikram Shah" userId="a00731c20e5a5af2" providerId="LiveId" clId="{056D7180-62C6-4CD6-9316-D5FC8218B82A}" dt="2021-08-11T17:32:03.053" v="2493"/>
          <ac:graphicFrameMkLst>
            <pc:docMk/>
            <pc:sldMk cId="1610638805" sldId="270"/>
            <ac:graphicFrameMk id="5" creationId="{80F73C71-479B-44D1-B3EC-9151BBC97839}"/>
          </ac:graphicFrameMkLst>
        </pc:graphicFrameChg>
        <pc:picChg chg="add del mod">
          <ac:chgData name="Harendra Bikram Shah" userId="a00731c20e5a5af2" providerId="LiveId" clId="{056D7180-62C6-4CD6-9316-D5FC8218B82A}" dt="2021-08-11T17:30:29.242" v="2465" actId="478"/>
          <ac:picMkLst>
            <pc:docMk/>
            <pc:sldMk cId="1610638805" sldId="270"/>
            <ac:picMk id="6" creationId="{BE286FC1-51D9-4933-9D25-47D90FAFEF24}"/>
          </ac:picMkLst>
        </pc:picChg>
        <pc:picChg chg="add del mod">
          <ac:chgData name="Harendra Bikram Shah" userId="a00731c20e5a5af2" providerId="LiveId" clId="{056D7180-62C6-4CD6-9316-D5FC8218B82A}" dt="2021-08-11T17:35:55.357" v="2528" actId="478"/>
          <ac:picMkLst>
            <pc:docMk/>
            <pc:sldMk cId="1610638805" sldId="270"/>
            <ac:picMk id="3074" creationId="{7B3D0179-C27C-443B-9BAD-A21683403C2D}"/>
          </ac:picMkLst>
        </pc:picChg>
        <pc:picChg chg="add del mod">
          <ac:chgData name="Harendra Bikram Shah" userId="a00731c20e5a5af2" providerId="LiveId" clId="{056D7180-62C6-4CD6-9316-D5FC8218B82A}" dt="2021-08-11T17:32:03.053" v="2493"/>
          <ac:picMkLst>
            <pc:docMk/>
            <pc:sldMk cId="1610638805" sldId="270"/>
            <ac:picMk id="3075" creationId="{876DBCAE-5D95-46F0-A842-4C181CB5C935}"/>
          </ac:picMkLst>
        </pc:picChg>
        <pc:picChg chg="add del mod">
          <ac:chgData name="Harendra Bikram Shah" userId="a00731c20e5a5af2" providerId="LiveId" clId="{056D7180-62C6-4CD6-9316-D5FC8218B82A}" dt="2021-08-11T17:32:03.053" v="2493"/>
          <ac:picMkLst>
            <pc:docMk/>
            <pc:sldMk cId="1610638805" sldId="270"/>
            <ac:picMk id="3076" creationId="{366E2037-A9EE-481E-868E-3095B7A98AA5}"/>
          </ac:picMkLst>
        </pc:picChg>
        <pc:picChg chg="add del mod">
          <ac:chgData name="Harendra Bikram Shah" userId="a00731c20e5a5af2" providerId="LiveId" clId="{056D7180-62C6-4CD6-9316-D5FC8218B82A}" dt="2021-08-11T17:32:03.053" v="2493"/>
          <ac:picMkLst>
            <pc:docMk/>
            <pc:sldMk cId="1610638805" sldId="270"/>
            <ac:picMk id="3077" creationId="{9BFD590C-2352-4890-B478-4EE0B7475311}"/>
          </ac:picMkLst>
        </pc:picChg>
        <pc:picChg chg="add del mod">
          <ac:chgData name="Harendra Bikram Shah" userId="a00731c20e5a5af2" providerId="LiveId" clId="{056D7180-62C6-4CD6-9316-D5FC8218B82A}" dt="2021-08-11T17:32:03.053" v="2493"/>
          <ac:picMkLst>
            <pc:docMk/>
            <pc:sldMk cId="1610638805" sldId="270"/>
            <ac:picMk id="3080" creationId="{F4C6D5E9-AC10-4DCA-B0F0-27355DE3D933}"/>
          </ac:picMkLst>
        </pc:picChg>
        <pc:picChg chg="add del mod">
          <ac:chgData name="Harendra Bikram Shah" userId="a00731c20e5a5af2" providerId="LiveId" clId="{056D7180-62C6-4CD6-9316-D5FC8218B82A}" dt="2021-08-11T17:32:03.053" v="2493"/>
          <ac:picMkLst>
            <pc:docMk/>
            <pc:sldMk cId="1610638805" sldId="270"/>
            <ac:picMk id="3086" creationId="{5F0D5226-AD2B-4E5B-8324-A953D39643EF}"/>
          </ac:picMkLst>
        </pc:picChg>
        <pc:picChg chg="add del mod">
          <ac:chgData name="Harendra Bikram Shah" userId="a00731c20e5a5af2" providerId="LiveId" clId="{056D7180-62C6-4CD6-9316-D5FC8218B82A}" dt="2021-08-11T17:32:03.053" v="2493"/>
          <ac:picMkLst>
            <pc:docMk/>
            <pc:sldMk cId="1610638805" sldId="270"/>
            <ac:picMk id="3087" creationId="{2911FEC8-4854-4BBC-880A-1933F727ABFF}"/>
          </ac:picMkLst>
        </pc:picChg>
        <pc:picChg chg="add del mod">
          <ac:chgData name="Harendra Bikram Shah" userId="a00731c20e5a5af2" providerId="LiveId" clId="{056D7180-62C6-4CD6-9316-D5FC8218B82A}" dt="2021-08-11T17:32:03.053" v="2493"/>
          <ac:picMkLst>
            <pc:docMk/>
            <pc:sldMk cId="1610638805" sldId="270"/>
            <ac:picMk id="3088" creationId="{D4E00060-A08C-4278-923A-DDCB4FAB178E}"/>
          </ac:picMkLst>
        </pc:picChg>
        <pc:picChg chg="add del mod">
          <ac:chgData name="Harendra Bikram Shah" userId="a00731c20e5a5af2" providerId="LiveId" clId="{056D7180-62C6-4CD6-9316-D5FC8218B82A}" dt="2021-08-11T17:32:03.053" v="2493"/>
          <ac:picMkLst>
            <pc:docMk/>
            <pc:sldMk cId="1610638805" sldId="270"/>
            <ac:picMk id="3091" creationId="{DB1756AF-C08A-4B2F-8043-A76273BE471E}"/>
          </ac:picMkLst>
        </pc:picChg>
        <pc:picChg chg="add del mod">
          <ac:chgData name="Harendra Bikram Shah" userId="a00731c20e5a5af2" providerId="LiveId" clId="{056D7180-62C6-4CD6-9316-D5FC8218B82A}" dt="2021-08-11T17:32:03.053" v="2493"/>
          <ac:picMkLst>
            <pc:docMk/>
            <pc:sldMk cId="1610638805" sldId="270"/>
            <ac:picMk id="3092" creationId="{0B8BC26A-6AD7-422A-9297-75D4A88FC4B7}"/>
          </ac:picMkLst>
        </pc:picChg>
        <pc:picChg chg="add del mod">
          <ac:chgData name="Harendra Bikram Shah" userId="a00731c20e5a5af2" providerId="LiveId" clId="{056D7180-62C6-4CD6-9316-D5FC8218B82A}" dt="2021-08-11T17:32:03.053" v="2493"/>
          <ac:picMkLst>
            <pc:docMk/>
            <pc:sldMk cId="1610638805" sldId="270"/>
            <ac:picMk id="3093" creationId="{416C19C3-AF32-43F4-80A6-53B5FC9294C9}"/>
          </ac:picMkLst>
        </pc:picChg>
        <pc:picChg chg="add del mod">
          <ac:chgData name="Harendra Bikram Shah" userId="a00731c20e5a5af2" providerId="LiveId" clId="{056D7180-62C6-4CD6-9316-D5FC8218B82A}" dt="2021-08-11T17:32:03.053" v="2493"/>
          <ac:picMkLst>
            <pc:docMk/>
            <pc:sldMk cId="1610638805" sldId="270"/>
            <ac:picMk id="3094" creationId="{9DF86F70-A077-444E-8820-D3983B792909}"/>
          </ac:picMkLst>
        </pc:picChg>
        <pc:picChg chg="add del mod">
          <ac:chgData name="Harendra Bikram Shah" userId="a00731c20e5a5af2" providerId="LiveId" clId="{056D7180-62C6-4CD6-9316-D5FC8218B82A}" dt="2021-08-11T17:32:03.053" v="2493"/>
          <ac:picMkLst>
            <pc:docMk/>
            <pc:sldMk cId="1610638805" sldId="270"/>
            <ac:picMk id="3152" creationId="{D7AD49B5-2D34-48F9-8057-D54265504E7B}"/>
          </ac:picMkLst>
        </pc:picChg>
        <pc:picChg chg="add del mod">
          <ac:chgData name="Harendra Bikram Shah" userId="a00731c20e5a5af2" providerId="LiveId" clId="{056D7180-62C6-4CD6-9316-D5FC8218B82A}" dt="2021-08-11T17:32:03.053" v="2493"/>
          <ac:picMkLst>
            <pc:docMk/>
            <pc:sldMk cId="1610638805" sldId="270"/>
            <ac:picMk id="3153" creationId="{70CB4B31-1978-472B-AF4D-5DEC105F4793}"/>
          </ac:picMkLst>
        </pc:picChg>
        <pc:picChg chg="add del mod">
          <ac:chgData name="Harendra Bikram Shah" userId="a00731c20e5a5af2" providerId="LiveId" clId="{056D7180-62C6-4CD6-9316-D5FC8218B82A}" dt="2021-08-11T17:32:03.053" v="2493"/>
          <ac:picMkLst>
            <pc:docMk/>
            <pc:sldMk cId="1610638805" sldId="270"/>
            <ac:picMk id="3154" creationId="{17FA6E53-49C1-4FB5-BD55-9E2FAD505EA2}"/>
          </ac:picMkLst>
        </pc:picChg>
        <pc:picChg chg="add del mod">
          <ac:chgData name="Harendra Bikram Shah" userId="a00731c20e5a5af2" providerId="LiveId" clId="{056D7180-62C6-4CD6-9316-D5FC8218B82A}" dt="2021-08-11T17:32:03.053" v="2493"/>
          <ac:picMkLst>
            <pc:docMk/>
            <pc:sldMk cId="1610638805" sldId="270"/>
            <ac:picMk id="3155" creationId="{71715B68-250E-4EEE-85C5-0D8470FB65FC}"/>
          </ac:picMkLst>
        </pc:picChg>
        <pc:picChg chg="add del mod">
          <ac:chgData name="Harendra Bikram Shah" userId="a00731c20e5a5af2" providerId="LiveId" clId="{056D7180-62C6-4CD6-9316-D5FC8218B82A}" dt="2021-08-11T17:32:03.053" v="2493"/>
          <ac:picMkLst>
            <pc:docMk/>
            <pc:sldMk cId="1610638805" sldId="270"/>
            <ac:picMk id="3156" creationId="{E760D524-6066-4A37-B47B-728E507DE7E6}"/>
          </ac:picMkLst>
        </pc:picChg>
        <pc:picChg chg="add del mod">
          <ac:chgData name="Harendra Bikram Shah" userId="a00731c20e5a5af2" providerId="LiveId" clId="{056D7180-62C6-4CD6-9316-D5FC8218B82A}" dt="2021-08-11T17:32:03.053" v="2493"/>
          <ac:picMkLst>
            <pc:docMk/>
            <pc:sldMk cId="1610638805" sldId="270"/>
            <ac:picMk id="3157" creationId="{011FBE2D-0CD2-4594-81CB-CA8ADBB4EE25}"/>
          </ac:picMkLst>
        </pc:picChg>
        <pc:picChg chg="add del mod">
          <ac:chgData name="Harendra Bikram Shah" userId="a00731c20e5a5af2" providerId="LiveId" clId="{056D7180-62C6-4CD6-9316-D5FC8218B82A}" dt="2021-08-11T17:32:03.053" v="2493"/>
          <ac:picMkLst>
            <pc:docMk/>
            <pc:sldMk cId="1610638805" sldId="270"/>
            <ac:picMk id="3158" creationId="{CDAED8FB-6FED-4928-9C0E-9BC8C42DBF0D}"/>
          </ac:picMkLst>
        </pc:picChg>
        <pc:picChg chg="add del mod">
          <ac:chgData name="Harendra Bikram Shah" userId="a00731c20e5a5af2" providerId="LiveId" clId="{056D7180-62C6-4CD6-9316-D5FC8218B82A}" dt="2021-08-11T17:36:22.096" v="2541" actId="478"/>
          <ac:picMkLst>
            <pc:docMk/>
            <pc:sldMk cId="1610638805" sldId="270"/>
            <ac:picMk id="3160" creationId="{72730924-8502-4E2E-8AD1-CE9F75C40958}"/>
          </ac:picMkLst>
        </pc:picChg>
        <pc:picChg chg="add mod">
          <ac:chgData name="Harendra Bikram Shah" userId="a00731c20e5a5af2" providerId="LiveId" clId="{056D7180-62C6-4CD6-9316-D5FC8218B82A}" dt="2021-08-11T17:59:24.477" v="2773" actId="1076"/>
          <ac:picMkLst>
            <pc:docMk/>
            <pc:sldMk cId="1610638805" sldId="270"/>
            <ac:picMk id="3162" creationId="{34F498D1-3A93-4167-A246-992C15A06670}"/>
          </ac:picMkLst>
        </pc:picChg>
        <pc:picChg chg="add mod">
          <ac:chgData name="Harendra Bikram Shah" userId="a00731c20e5a5af2" providerId="LiveId" clId="{056D7180-62C6-4CD6-9316-D5FC8218B82A}" dt="2021-08-11T17:59:21.834" v="2772" actId="1076"/>
          <ac:picMkLst>
            <pc:docMk/>
            <pc:sldMk cId="1610638805" sldId="270"/>
            <ac:picMk id="3164" creationId="{9A800538-2209-45AE-AC55-FA12C7F70908}"/>
          </ac:picMkLst>
        </pc:picChg>
      </pc:sldChg>
      <pc:sldChg chg="addSp delSp modSp add mod">
        <pc:chgData name="Harendra Bikram Shah" userId="a00731c20e5a5af2" providerId="LiveId" clId="{056D7180-62C6-4CD6-9316-D5FC8218B82A}" dt="2021-08-13T02:56:59.997" v="3214" actId="14100"/>
        <pc:sldMkLst>
          <pc:docMk/>
          <pc:sldMk cId="3248163702" sldId="271"/>
        </pc:sldMkLst>
        <pc:spChg chg="del mod">
          <ac:chgData name="Harendra Bikram Shah" userId="a00731c20e5a5af2" providerId="LiveId" clId="{056D7180-62C6-4CD6-9316-D5FC8218B82A}" dt="2021-08-11T17:29:33.216" v="2450" actId="478"/>
          <ac:spMkLst>
            <pc:docMk/>
            <pc:sldMk cId="3248163702" sldId="271"/>
            <ac:spMk id="4" creationId="{484322D1-71A4-42DD-BE03-44D1C9EB66E7}"/>
          </ac:spMkLst>
        </pc:spChg>
        <pc:spChg chg="add del mod">
          <ac:chgData name="Harendra Bikram Shah" userId="a00731c20e5a5af2" providerId="LiveId" clId="{056D7180-62C6-4CD6-9316-D5FC8218B82A}" dt="2021-08-11T17:30:45.106" v="2470" actId="478"/>
          <ac:spMkLst>
            <pc:docMk/>
            <pc:sldMk cId="3248163702" sldId="271"/>
            <ac:spMk id="7" creationId="{113AAC30-E797-45BA-AB39-54E26A9261FA}"/>
          </ac:spMkLst>
        </pc:spChg>
        <pc:spChg chg="add mod">
          <ac:chgData name="Harendra Bikram Shah" userId="a00731c20e5a5af2" providerId="LiveId" clId="{056D7180-62C6-4CD6-9316-D5FC8218B82A}" dt="2021-08-11T17:30:51.311" v="2472" actId="1076"/>
          <ac:spMkLst>
            <pc:docMk/>
            <pc:sldMk cId="3248163702" sldId="271"/>
            <ac:spMk id="8" creationId="{8ABFDECF-E169-43B6-84D7-4E02D1C7C307}"/>
          </ac:spMkLst>
        </pc:spChg>
        <pc:picChg chg="add del mod">
          <ac:chgData name="Harendra Bikram Shah" userId="a00731c20e5a5af2" providerId="LiveId" clId="{056D7180-62C6-4CD6-9316-D5FC8218B82A}" dt="2021-08-13T02:56:45.688" v="3205" actId="478"/>
          <ac:picMkLst>
            <pc:docMk/>
            <pc:sldMk cId="3248163702" sldId="271"/>
            <ac:picMk id="3" creationId="{610EEAD5-A780-4321-960A-91D35311C18B}"/>
          </ac:picMkLst>
        </pc:picChg>
        <pc:picChg chg="add mod">
          <ac:chgData name="Harendra Bikram Shah" userId="a00731c20e5a5af2" providerId="LiveId" clId="{056D7180-62C6-4CD6-9316-D5FC8218B82A}" dt="2021-08-13T02:56:59.997" v="3214" actId="14100"/>
          <ac:picMkLst>
            <pc:docMk/>
            <pc:sldMk cId="3248163702" sldId="271"/>
            <ac:picMk id="5" creationId="{63FC9A9B-C4FC-4FAB-AFB0-9C3A1D32BCEF}"/>
          </ac:picMkLst>
        </pc:picChg>
        <pc:picChg chg="del mod">
          <ac:chgData name="Harendra Bikram Shah" userId="a00731c20e5a5af2" providerId="LiveId" clId="{056D7180-62C6-4CD6-9316-D5FC8218B82A}" dt="2021-08-11T18:11:23.423" v="3075" actId="21"/>
          <ac:picMkLst>
            <pc:docMk/>
            <pc:sldMk cId="3248163702" sldId="271"/>
            <ac:picMk id="6" creationId="{BE286FC1-51D9-4933-9D25-47D90FAFEF24}"/>
          </ac:picMkLst>
        </pc:picChg>
        <pc:picChg chg="add del mod">
          <ac:chgData name="Harendra Bikram Shah" userId="a00731c20e5a5af2" providerId="LiveId" clId="{056D7180-62C6-4CD6-9316-D5FC8218B82A}" dt="2021-08-13T02:55:15.336" v="3196" actId="478"/>
          <ac:picMkLst>
            <pc:docMk/>
            <pc:sldMk cId="3248163702" sldId="271"/>
            <ac:picMk id="9" creationId="{BB52AB91-2391-4F87-8C94-369E94C51B97}"/>
          </ac:picMkLst>
        </pc:picChg>
        <pc:picChg chg="del">
          <ac:chgData name="Harendra Bikram Shah" userId="a00731c20e5a5af2" providerId="LiveId" clId="{056D7180-62C6-4CD6-9316-D5FC8218B82A}" dt="2021-08-11T17:29:30.316" v="2448" actId="478"/>
          <ac:picMkLst>
            <pc:docMk/>
            <pc:sldMk cId="3248163702" sldId="271"/>
            <ac:picMk id="3074" creationId="{7B3D0179-C27C-443B-9BAD-A21683403C2D}"/>
          </ac:picMkLst>
        </pc:picChg>
        <pc:picChg chg="add del mod">
          <ac:chgData name="Harendra Bikram Shah" userId="a00731c20e5a5af2" providerId="LiveId" clId="{056D7180-62C6-4CD6-9316-D5FC8218B82A}" dt="2021-08-11T18:11:16.510" v="3073" actId="21"/>
          <ac:picMkLst>
            <pc:docMk/>
            <pc:sldMk cId="3248163702" sldId="271"/>
            <ac:picMk id="4098" creationId="{222BDFB7-E5EA-4B27-A96D-B0357DA0A2B8}"/>
          </ac:picMkLst>
        </pc:picChg>
      </pc:sldChg>
      <pc:sldChg chg="addSp delSp modSp add mod ord">
        <pc:chgData name="Harendra Bikram Shah" userId="a00731c20e5a5af2" providerId="LiveId" clId="{056D7180-62C6-4CD6-9316-D5FC8218B82A}" dt="2021-08-11T17:59:00.649" v="2769"/>
        <pc:sldMkLst>
          <pc:docMk/>
          <pc:sldMk cId="1114790742" sldId="272"/>
        </pc:sldMkLst>
        <pc:spChg chg="add del mod">
          <ac:chgData name="Harendra Bikram Shah" userId="a00731c20e5a5af2" providerId="LiveId" clId="{056D7180-62C6-4CD6-9316-D5FC8218B82A}" dt="2021-08-11T17:57:45.351" v="2738" actId="21"/>
          <ac:spMkLst>
            <pc:docMk/>
            <pc:sldMk cId="1114790742" sldId="272"/>
            <ac:spMk id="2" creationId="{B6856774-6004-444E-ABBC-4FFDACD139B8}"/>
          </ac:spMkLst>
        </pc:spChg>
        <pc:spChg chg="mod">
          <ac:chgData name="Harendra Bikram Shah" userId="a00731c20e5a5af2" providerId="LiveId" clId="{056D7180-62C6-4CD6-9316-D5FC8218B82A}" dt="2021-08-11T17:58:34.048" v="2763" actId="20577"/>
          <ac:spMkLst>
            <pc:docMk/>
            <pc:sldMk cId="1114790742" sldId="272"/>
            <ac:spMk id="8" creationId="{8ABFDECF-E169-43B6-84D7-4E02D1C7C307}"/>
          </ac:spMkLst>
        </pc:spChg>
        <pc:spChg chg="add mod">
          <ac:chgData name="Harendra Bikram Shah" userId="a00731c20e5a5af2" providerId="LiveId" clId="{056D7180-62C6-4CD6-9316-D5FC8218B82A}" dt="2021-08-11T17:46:49.812" v="2608" actId="1076"/>
          <ac:spMkLst>
            <pc:docMk/>
            <pc:sldMk cId="1114790742" sldId="272"/>
            <ac:spMk id="10" creationId="{C2B199B5-4896-4F82-A1A7-7E90A1BE0401}"/>
          </ac:spMkLst>
        </pc:spChg>
        <pc:spChg chg="add del mod">
          <ac:chgData name="Harendra Bikram Shah" userId="a00731c20e5a5af2" providerId="LiveId" clId="{056D7180-62C6-4CD6-9316-D5FC8218B82A}" dt="2021-08-11T17:47:54.675" v="2624" actId="21"/>
          <ac:spMkLst>
            <pc:docMk/>
            <pc:sldMk cId="1114790742" sldId="272"/>
            <ac:spMk id="11" creationId="{BF38AB64-7530-4277-B3E6-7403E75A712D}"/>
          </ac:spMkLst>
        </pc:spChg>
        <pc:spChg chg="add mod">
          <ac:chgData name="Harendra Bikram Shah" userId="a00731c20e5a5af2" providerId="LiveId" clId="{056D7180-62C6-4CD6-9316-D5FC8218B82A}" dt="2021-08-11T17:58:37.966" v="2764" actId="14100"/>
          <ac:spMkLst>
            <pc:docMk/>
            <pc:sldMk cId="1114790742" sldId="272"/>
            <ac:spMk id="12" creationId="{20DB4967-754D-4FC0-8C45-6A350CA108C8}"/>
          </ac:spMkLst>
        </pc:spChg>
        <pc:picChg chg="del">
          <ac:chgData name="Harendra Bikram Shah" userId="a00731c20e5a5af2" providerId="LiveId" clId="{056D7180-62C6-4CD6-9316-D5FC8218B82A}" dt="2021-08-11T17:37:13.784" v="2556" actId="478"/>
          <ac:picMkLst>
            <pc:docMk/>
            <pc:sldMk cId="1114790742" sldId="272"/>
            <ac:picMk id="6" creationId="{BE286FC1-51D9-4933-9D25-47D90FAFEF24}"/>
          </ac:picMkLst>
        </pc:picChg>
        <pc:picChg chg="add mod">
          <ac:chgData name="Harendra Bikram Shah" userId="a00731c20e5a5af2" providerId="LiveId" clId="{056D7180-62C6-4CD6-9316-D5FC8218B82A}" dt="2021-08-11T17:58:41.045" v="2765" actId="1076"/>
          <ac:picMkLst>
            <pc:docMk/>
            <pc:sldMk cId="1114790742" sldId="272"/>
            <ac:picMk id="13" creationId="{2FCC2D32-93CF-4F5D-B1E0-21D9E0CC5C87}"/>
          </ac:picMkLst>
        </pc:picChg>
        <pc:picChg chg="del">
          <ac:chgData name="Harendra Bikram Shah" userId="a00731c20e5a5af2" providerId="LiveId" clId="{056D7180-62C6-4CD6-9316-D5FC8218B82A}" dt="2021-08-11T17:37:14.834" v="2557" actId="478"/>
          <ac:picMkLst>
            <pc:docMk/>
            <pc:sldMk cId="1114790742" sldId="272"/>
            <ac:picMk id="4098" creationId="{222BDFB7-E5EA-4B27-A96D-B0357DA0A2B8}"/>
          </ac:picMkLst>
        </pc:picChg>
        <pc:picChg chg="add del mod">
          <ac:chgData name="Harendra Bikram Shah" userId="a00731c20e5a5af2" providerId="LiveId" clId="{056D7180-62C6-4CD6-9316-D5FC8218B82A}" dt="2021-08-11T17:45:35.851" v="2582" actId="478"/>
          <ac:picMkLst>
            <pc:docMk/>
            <pc:sldMk cId="1114790742" sldId="272"/>
            <ac:picMk id="5122" creationId="{C8179F96-87AA-4720-9A67-DCCF983870B5}"/>
          </ac:picMkLst>
        </pc:picChg>
        <pc:picChg chg="add del mod">
          <ac:chgData name="Harendra Bikram Shah" userId="a00731c20e5a5af2" providerId="LiveId" clId="{056D7180-62C6-4CD6-9316-D5FC8218B82A}" dt="2021-08-11T17:56:26.369" v="2722" actId="478"/>
          <ac:picMkLst>
            <pc:docMk/>
            <pc:sldMk cId="1114790742" sldId="272"/>
            <ac:picMk id="5124" creationId="{A6ACD1A9-4023-418D-A1A4-AF00B86EA158}"/>
          </ac:picMkLst>
        </pc:picChg>
        <pc:picChg chg="add del mod">
          <ac:chgData name="Harendra Bikram Shah" userId="a00731c20e5a5af2" providerId="LiveId" clId="{056D7180-62C6-4CD6-9316-D5FC8218B82A}" dt="2021-08-11T17:58:10.988" v="2749" actId="21"/>
          <ac:picMkLst>
            <pc:docMk/>
            <pc:sldMk cId="1114790742" sldId="272"/>
            <ac:picMk id="5126" creationId="{1CE7EFBB-8CF2-4169-9FEA-87CBC69E26CE}"/>
          </ac:picMkLst>
        </pc:picChg>
      </pc:sldChg>
      <pc:sldChg chg="addSp delSp modSp add mod ord">
        <pc:chgData name="Harendra Bikram Shah" userId="a00731c20e5a5af2" providerId="LiveId" clId="{056D7180-62C6-4CD6-9316-D5FC8218B82A}" dt="2021-08-13T02:54:20.189" v="3153" actId="478"/>
        <pc:sldMkLst>
          <pc:docMk/>
          <pc:sldMk cId="1404524494" sldId="273"/>
        </pc:sldMkLst>
        <pc:spChg chg="del">
          <ac:chgData name="Harendra Bikram Shah" userId="a00731c20e5a5af2" providerId="LiveId" clId="{056D7180-62C6-4CD6-9316-D5FC8218B82A}" dt="2021-08-11T17:47:11.189" v="2615" actId="478"/>
          <ac:spMkLst>
            <pc:docMk/>
            <pc:sldMk cId="1404524494" sldId="273"/>
            <ac:spMk id="2" creationId="{B6856774-6004-444E-ABBC-4FFDACD139B8}"/>
          </ac:spMkLst>
        </pc:spChg>
        <pc:spChg chg="add mod">
          <ac:chgData name="Harendra Bikram Shah" userId="a00731c20e5a5af2" providerId="LiveId" clId="{056D7180-62C6-4CD6-9316-D5FC8218B82A}" dt="2021-08-11T17:48:58.108" v="2650" actId="113"/>
          <ac:spMkLst>
            <pc:docMk/>
            <pc:sldMk cId="1404524494" sldId="273"/>
            <ac:spMk id="3" creationId="{E41B3E2F-57EC-44D5-AE29-0CADC812CF30}"/>
          </ac:spMkLst>
        </pc:spChg>
        <pc:spChg chg="add del mod">
          <ac:chgData name="Harendra Bikram Shah" userId="a00731c20e5a5af2" providerId="LiveId" clId="{056D7180-62C6-4CD6-9316-D5FC8218B82A}" dt="2021-08-11T17:48:37.628" v="2641" actId="478"/>
          <ac:spMkLst>
            <pc:docMk/>
            <pc:sldMk cId="1404524494" sldId="273"/>
            <ac:spMk id="7" creationId="{E7DF3571-1261-4773-8E61-142442BA1E77}"/>
          </ac:spMkLst>
        </pc:spChg>
        <pc:spChg chg="del">
          <ac:chgData name="Harendra Bikram Shah" userId="a00731c20e5a5af2" providerId="LiveId" clId="{056D7180-62C6-4CD6-9316-D5FC8218B82A}" dt="2021-08-11T17:47:08.264" v="2614" actId="478"/>
          <ac:spMkLst>
            <pc:docMk/>
            <pc:sldMk cId="1404524494" sldId="273"/>
            <ac:spMk id="10" creationId="{C2B199B5-4896-4F82-A1A7-7E90A1BE0401}"/>
          </ac:spMkLst>
        </pc:spChg>
        <pc:spChg chg="add mod">
          <ac:chgData name="Harendra Bikram Shah" userId="a00731c20e5a5af2" providerId="LiveId" clId="{056D7180-62C6-4CD6-9316-D5FC8218B82A}" dt="2021-08-11T17:51:18.327" v="2688" actId="14100"/>
          <ac:spMkLst>
            <pc:docMk/>
            <pc:sldMk cId="1404524494" sldId="273"/>
            <ac:spMk id="11" creationId="{38CC14B5-7227-445D-8865-5F13719EA188}"/>
          </ac:spMkLst>
        </pc:spChg>
        <pc:picChg chg="del mod">
          <ac:chgData name="Harendra Bikram Shah" userId="a00731c20e5a5af2" providerId="LiveId" clId="{056D7180-62C6-4CD6-9316-D5FC8218B82A}" dt="2021-08-11T17:48:35.153" v="2640" actId="478"/>
          <ac:picMkLst>
            <pc:docMk/>
            <pc:sldMk cId="1404524494" sldId="273"/>
            <ac:picMk id="5124" creationId="{A6ACD1A9-4023-418D-A1A4-AF00B86EA158}"/>
          </ac:picMkLst>
        </pc:picChg>
        <pc:picChg chg="del">
          <ac:chgData name="Harendra Bikram Shah" userId="a00731c20e5a5af2" providerId="LiveId" clId="{056D7180-62C6-4CD6-9316-D5FC8218B82A}" dt="2021-08-11T17:47:05.364" v="2613" actId="478"/>
          <ac:picMkLst>
            <pc:docMk/>
            <pc:sldMk cId="1404524494" sldId="273"/>
            <ac:picMk id="5126" creationId="{1CE7EFBB-8CF2-4169-9FEA-87CBC69E26CE}"/>
          </ac:picMkLst>
        </pc:picChg>
        <pc:picChg chg="add mod">
          <ac:chgData name="Harendra Bikram Shah" userId="a00731c20e5a5af2" providerId="LiveId" clId="{056D7180-62C6-4CD6-9316-D5FC8218B82A}" dt="2021-08-11T17:49:05.906" v="2656" actId="14100"/>
          <ac:picMkLst>
            <pc:docMk/>
            <pc:sldMk cId="1404524494" sldId="273"/>
            <ac:picMk id="6146" creationId="{8DC85FFB-7EE0-41F2-BDF0-4AB5B145D677}"/>
          </ac:picMkLst>
        </pc:picChg>
        <pc:picChg chg="add del mod">
          <ac:chgData name="Harendra Bikram Shah" userId="a00731c20e5a5af2" providerId="LiveId" clId="{056D7180-62C6-4CD6-9316-D5FC8218B82A}" dt="2021-08-13T02:54:20.189" v="3153" actId="478"/>
          <ac:picMkLst>
            <pc:docMk/>
            <pc:sldMk cId="1404524494" sldId="273"/>
            <ac:picMk id="6148" creationId="{AFAFFFB3-3007-42D7-B94A-293A731AAB6A}"/>
          </ac:picMkLst>
        </pc:picChg>
      </pc:sldChg>
      <pc:sldChg chg="addSp delSp modSp add mod ord">
        <pc:chgData name="Harendra Bikram Shah" userId="a00731c20e5a5af2" providerId="LiveId" clId="{056D7180-62C6-4CD6-9316-D5FC8218B82A}" dt="2021-08-11T17:57:23.635" v="2732"/>
        <pc:sldMkLst>
          <pc:docMk/>
          <pc:sldMk cId="4029786301" sldId="274"/>
        </pc:sldMkLst>
        <pc:spChg chg="add mod">
          <ac:chgData name="Harendra Bikram Shah" userId="a00731c20e5a5af2" providerId="LiveId" clId="{056D7180-62C6-4CD6-9316-D5FC8218B82A}" dt="2021-08-11T17:52:53.097" v="2716" actId="1076"/>
          <ac:spMkLst>
            <pc:docMk/>
            <pc:sldMk cId="4029786301" sldId="274"/>
            <ac:spMk id="2" creationId="{9B2294A5-830B-48A6-96FD-C825C95B37E3}"/>
          </ac:spMkLst>
        </pc:spChg>
        <pc:spChg chg="del mod">
          <ac:chgData name="Harendra Bikram Shah" userId="a00731c20e5a5af2" providerId="LiveId" clId="{056D7180-62C6-4CD6-9316-D5FC8218B82A}" dt="2021-08-11T17:51:45.968" v="2694" actId="478"/>
          <ac:spMkLst>
            <pc:docMk/>
            <pc:sldMk cId="4029786301" sldId="274"/>
            <ac:spMk id="3" creationId="{E41B3E2F-57EC-44D5-AE29-0CADC812CF30}"/>
          </ac:spMkLst>
        </pc:spChg>
        <pc:spChg chg="add mod">
          <ac:chgData name="Harendra Bikram Shah" userId="a00731c20e5a5af2" providerId="LiveId" clId="{056D7180-62C6-4CD6-9316-D5FC8218B82A}" dt="2021-08-11T17:51:59.696" v="2698" actId="1076"/>
          <ac:spMkLst>
            <pc:docMk/>
            <pc:sldMk cId="4029786301" sldId="274"/>
            <ac:spMk id="4" creationId="{05793550-ACAA-48FE-94D8-6A84976C1094}"/>
          </ac:spMkLst>
        </pc:spChg>
        <pc:spChg chg="del">
          <ac:chgData name="Harendra Bikram Shah" userId="a00731c20e5a5af2" providerId="LiveId" clId="{056D7180-62C6-4CD6-9316-D5FC8218B82A}" dt="2021-08-11T17:51:44.217" v="2692" actId="478"/>
          <ac:spMkLst>
            <pc:docMk/>
            <pc:sldMk cId="4029786301" sldId="274"/>
            <ac:spMk id="11" creationId="{38CC14B5-7227-445D-8865-5F13719EA188}"/>
          </ac:spMkLst>
        </pc:spChg>
        <pc:picChg chg="del">
          <ac:chgData name="Harendra Bikram Shah" userId="a00731c20e5a5af2" providerId="LiveId" clId="{056D7180-62C6-4CD6-9316-D5FC8218B82A}" dt="2021-08-11T17:51:42.917" v="2691" actId="478"/>
          <ac:picMkLst>
            <pc:docMk/>
            <pc:sldMk cId="4029786301" sldId="274"/>
            <ac:picMk id="6146" creationId="{8DC85FFB-7EE0-41F2-BDF0-4AB5B145D677}"/>
          </ac:picMkLst>
        </pc:picChg>
        <pc:picChg chg="mod">
          <ac:chgData name="Harendra Bikram Shah" userId="a00731c20e5a5af2" providerId="LiveId" clId="{056D7180-62C6-4CD6-9316-D5FC8218B82A}" dt="2021-08-11T17:52:51.105" v="2715" actId="1076"/>
          <ac:picMkLst>
            <pc:docMk/>
            <pc:sldMk cId="4029786301" sldId="274"/>
            <ac:picMk id="6148" creationId="{AFAFFFB3-3007-42D7-B94A-293A731AAB6A}"/>
          </ac:picMkLst>
        </pc:picChg>
      </pc:sldChg>
      <pc:sldChg chg="addSp delSp modSp add mod ord">
        <pc:chgData name="Harendra Bikram Shah" userId="a00731c20e5a5af2" providerId="LiveId" clId="{056D7180-62C6-4CD6-9316-D5FC8218B82A}" dt="2021-08-13T02:55:03.334" v="3195" actId="14100"/>
        <pc:sldMkLst>
          <pc:docMk/>
          <pc:sldMk cId="2241505981" sldId="275"/>
        </pc:sldMkLst>
        <pc:spChg chg="del">
          <ac:chgData name="Harendra Bikram Shah" userId="a00731c20e5a5af2" providerId="LiveId" clId="{056D7180-62C6-4CD6-9316-D5FC8218B82A}" dt="2021-08-11T17:52:59.306" v="2718" actId="478"/>
          <ac:spMkLst>
            <pc:docMk/>
            <pc:sldMk cId="2241505981" sldId="275"/>
            <ac:spMk id="2" creationId="{9B2294A5-830B-48A6-96FD-C825C95B37E3}"/>
          </ac:spMkLst>
        </pc:spChg>
        <pc:spChg chg="mod">
          <ac:chgData name="Harendra Bikram Shah" userId="a00731c20e5a5af2" providerId="LiveId" clId="{056D7180-62C6-4CD6-9316-D5FC8218B82A}" dt="2021-08-13T02:55:03.334" v="3195" actId="14100"/>
          <ac:spMkLst>
            <pc:docMk/>
            <pc:sldMk cId="2241505981" sldId="275"/>
            <ac:spMk id="8" creationId="{8ABFDECF-E169-43B6-84D7-4E02D1C7C307}"/>
          </ac:spMkLst>
        </pc:spChg>
        <pc:picChg chg="add mod">
          <ac:chgData name="Harendra Bikram Shah" userId="a00731c20e5a5af2" providerId="LiveId" clId="{056D7180-62C6-4CD6-9316-D5FC8218B82A}" dt="2021-08-13T02:54:38.426" v="3160" actId="1076"/>
          <ac:picMkLst>
            <pc:docMk/>
            <pc:sldMk cId="2241505981" sldId="275"/>
            <ac:picMk id="3" creationId="{B312010F-5C9E-4EB9-8892-1848F1EC7968}"/>
          </ac:picMkLst>
        </pc:picChg>
        <pc:picChg chg="del">
          <ac:chgData name="Harendra Bikram Shah" userId="a00731c20e5a5af2" providerId="LiveId" clId="{056D7180-62C6-4CD6-9316-D5FC8218B82A}" dt="2021-08-11T17:53:00.131" v="2719" actId="478"/>
          <ac:picMkLst>
            <pc:docMk/>
            <pc:sldMk cId="2241505981" sldId="275"/>
            <ac:picMk id="6148" creationId="{AFAFFFB3-3007-42D7-B94A-293A731AAB6A}"/>
          </ac:picMkLst>
        </pc:picChg>
        <pc:picChg chg="add del mod">
          <ac:chgData name="Harendra Bikram Shah" userId="a00731c20e5a5af2" providerId="LiveId" clId="{056D7180-62C6-4CD6-9316-D5FC8218B82A}" dt="2021-08-13T02:54:32.783" v="3156" actId="478"/>
          <ac:picMkLst>
            <pc:docMk/>
            <pc:sldMk cId="2241505981" sldId="275"/>
            <ac:picMk id="8194" creationId="{7016C9B2-071B-4E9A-A684-A4F042BB3E0F}"/>
          </ac:picMkLst>
        </pc:picChg>
      </pc:sldChg>
      <pc:sldChg chg="addSp delSp modSp new mod">
        <pc:chgData name="Harendra Bikram Shah" userId="a00731c20e5a5af2" providerId="LiveId" clId="{056D7180-62C6-4CD6-9316-D5FC8218B82A}" dt="2021-08-11T18:13:41.474" v="3130" actId="14100"/>
        <pc:sldMkLst>
          <pc:docMk/>
          <pc:sldMk cId="2002194007" sldId="276"/>
        </pc:sldMkLst>
        <pc:spChg chg="mod">
          <ac:chgData name="Harendra Bikram Shah" userId="a00731c20e5a5af2" providerId="LiveId" clId="{056D7180-62C6-4CD6-9316-D5FC8218B82A}" dt="2021-08-11T18:01:21.486" v="2837" actId="1076"/>
          <ac:spMkLst>
            <pc:docMk/>
            <pc:sldMk cId="2002194007" sldId="276"/>
            <ac:spMk id="2" creationId="{C028986B-F429-4484-A685-F0676CD49FBF}"/>
          </ac:spMkLst>
        </pc:spChg>
        <pc:spChg chg="del">
          <ac:chgData name="Harendra Bikram Shah" userId="a00731c20e5a5af2" providerId="LiveId" clId="{056D7180-62C6-4CD6-9316-D5FC8218B82A}" dt="2021-08-11T18:01:23.361" v="2838" actId="478"/>
          <ac:spMkLst>
            <pc:docMk/>
            <pc:sldMk cId="2002194007" sldId="276"/>
            <ac:spMk id="3" creationId="{03CA1841-7A3B-49C5-BCBA-90797C8AA1B3}"/>
          </ac:spMkLst>
        </pc:spChg>
        <pc:spChg chg="add mod">
          <ac:chgData name="Harendra Bikram Shah" userId="a00731c20e5a5af2" providerId="LiveId" clId="{056D7180-62C6-4CD6-9316-D5FC8218B82A}" dt="2021-08-11T18:03:08.772" v="2846" actId="113"/>
          <ac:spMkLst>
            <pc:docMk/>
            <pc:sldMk cId="2002194007" sldId="276"/>
            <ac:spMk id="4" creationId="{3625C6CF-7E22-477A-8F5E-FE27131C91E2}"/>
          </ac:spMkLst>
        </pc:spChg>
        <pc:spChg chg="add del mod">
          <ac:chgData name="Harendra Bikram Shah" userId="a00731c20e5a5af2" providerId="LiveId" clId="{056D7180-62C6-4CD6-9316-D5FC8218B82A}" dt="2021-08-11T18:12:46.555" v="3091" actId="478"/>
          <ac:spMkLst>
            <pc:docMk/>
            <pc:sldMk cId="2002194007" sldId="276"/>
            <ac:spMk id="5" creationId="{8327B735-ACB3-4B94-B16F-8F4603A73360}"/>
          </ac:spMkLst>
        </pc:spChg>
        <pc:spChg chg="add mod">
          <ac:chgData name="Harendra Bikram Shah" userId="a00731c20e5a5af2" providerId="LiveId" clId="{056D7180-62C6-4CD6-9316-D5FC8218B82A}" dt="2021-08-11T18:13:41.474" v="3130" actId="14100"/>
          <ac:spMkLst>
            <pc:docMk/>
            <pc:sldMk cId="2002194007" sldId="276"/>
            <ac:spMk id="6" creationId="{9CE0C64B-7B45-4198-AE0F-34475043DA7C}"/>
          </ac:spMkLst>
        </pc:spChg>
        <pc:spChg chg="add mod">
          <ac:chgData name="Harendra Bikram Shah" userId="a00731c20e5a5af2" providerId="LiveId" clId="{056D7180-62C6-4CD6-9316-D5FC8218B82A}" dt="2021-08-11T18:13:36.054" v="3127" actId="403"/>
          <ac:spMkLst>
            <pc:docMk/>
            <pc:sldMk cId="2002194007" sldId="276"/>
            <ac:spMk id="9" creationId="{2C3EC904-6771-4651-B398-7DB5B0BC70BE}"/>
          </ac:spMkLst>
        </pc:spChg>
        <pc:picChg chg="add mod">
          <ac:chgData name="Harendra Bikram Shah" userId="a00731c20e5a5af2" providerId="LiveId" clId="{056D7180-62C6-4CD6-9316-D5FC8218B82A}" dt="2021-08-11T18:03:11.566" v="2847" actId="1076"/>
          <ac:picMkLst>
            <pc:docMk/>
            <pc:sldMk cId="2002194007" sldId="276"/>
            <ac:picMk id="9218" creationId="{92388B99-EA6A-4B4D-ADAF-346BEA95AFD2}"/>
          </ac:picMkLst>
        </pc:picChg>
      </pc:sldChg>
      <pc:sldChg chg="addSp delSp modSp add mod">
        <pc:chgData name="Harendra Bikram Shah" userId="a00731c20e5a5af2" providerId="LiveId" clId="{056D7180-62C6-4CD6-9316-D5FC8218B82A}" dt="2021-08-11T18:12:08.679" v="3089" actId="14100"/>
        <pc:sldMkLst>
          <pc:docMk/>
          <pc:sldMk cId="1144465695" sldId="277"/>
        </pc:sldMkLst>
        <pc:spChg chg="del">
          <ac:chgData name="Harendra Bikram Shah" userId="a00731c20e5a5af2" providerId="LiveId" clId="{056D7180-62C6-4CD6-9316-D5FC8218B82A}" dt="2021-08-11T18:04:16.965" v="2851" actId="478"/>
          <ac:spMkLst>
            <pc:docMk/>
            <pc:sldMk cId="1144465695" sldId="277"/>
            <ac:spMk id="2" creationId="{C028986B-F429-4484-A685-F0676CD49FBF}"/>
          </ac:spMkLst>
        </pc:spChg>
        <pc:spChg chg="del">
          <ac:chgData name="Harendra Bikram Shah" userId="a00731c20e5a5af2" providerId="LiveId" clId="{056D7180-62C6-4CD6-9316-D5FC8218B82A}" dt="2021-08-11T18:04:15.725" v="2850" actId="478"/>
          <ac:spMkLst>
            <pc:docMk/>
            <pc:sldMk cId="1144465695" sldId="277"/>
            <ac:spMk id="4" creationId="{3625C6CF-7E22-477A-8F5E-FE27131C91E2}"/>
          </ac:spMkLst>
        </pc:spChg>
        <pc:spChg chg="add del mod">
          <ac:chgData name="Harendra Bikram Shah" userId="a00731c20e5a5af2" providerId="LiveId" clId="{056D7180-62C6-4CD6-9316-D5FC8218B82A}" dt="2021-08-11T18:04:18.850" v="2852" actId="478"/>
          <ac:spMkLst>
            <pc:docMk/>
            <pc:sldMk cId="1144465695" sldId="277"/>
            <ac:spMk id="5" creationId="{41B4998C-6E61-4698-8C99-49DE8D9FF56B}"/>
          </ac:spMkLst>
        </pc:spChg>
        <pc:spChg chg="add mod">
          <ac:chgData name="Harendra Bikram Shah" userId="a00731c20e5a5af2" providerId="LiveId" clId="{056D7180-62C6-4CD6-9316-D5FC8218B82A}" dt="2021-08-11T18:11:58.561" v="3087"/>
          <ac:spMkLst>
            <pc:docMk/>
            <pc:sldMk cId="1144465695" sldId="277"/>
            <ac:spMk id="11" creationId="{A2C84AD6-99E8-4566-B944-A81CAB8F5E8D}"/>
          </ac:spMkLst>
        </pc:spChg>
        <pc:picChg chg="add mod">
          <ac:chgData name="Harendra Bikram Shah" userId="a00731c20e5a5af2" providerId="LiveId" clId="{056D7180-62C6-4CD6-9316-D5FC8218B82A}" dt="2021-08-11T18:11:18.937" v="3074"/>
          <ac:picMkLst>
            <pc:docMk/>
            <pc:sldMk cId="1144465695" sldId="277"/>
            <ac:picMk id="8" creationId="{2FCE0435-CC85-4FB3-836E-C5CE0E4884C0}"/>
          </ac:picMkLst>
        </pc:picChg>
        <pc:picChg chg="add del mod">
          <ac:chgData name="Harendra Bikram Shah" userId="a00731c20e5a5af2" providerId="LiveId" clId="{056D7180-62C6-4CD6-9316-D5FC8218B82A}" dt="2021-08-11T18:11:40.317" v="3077" actId="478"/>
          <ac:picMkLst>
            <pc:docMk/>
            <pc:sldMk cId="1144465695" sldId="277"/>
            <ac:picMk id="9" creationId="{CED2B2EF-C79A-4ABB-8C32-FB5B19B02BD7}"/>
          </ac:picMkLst>
        </pc:picChg>
        <pc:picChg chg="del">
          <ac:chgData name="Harendra Bikram Shah" userId="a00731c20e5a5af2" providerId="LiveId" clId="{056D7180-62C6-4CD6-9316-D5FC8218B82A}" dt="2021-08-11T18:04:13.151" v="2849" actId="478"/>
          <ac:picMkLst>
            <pc:docMk/>
            <pc:sldMk cId="1144465695" sldId="277"/>
            <ac:picMk id="9218" creationId="{92388B99-EA6A-4B4D-ADAF-346BEA95AFD2}"/>
          </ac:picMkLst>
        </pc:picChg>
        <pc:picChg chg="add del">
          <ac:chgData name="Harendra Bikram Shah" userId="a00731c20e5a5af2" providerId="LiveId" clId="{056D7180-62C6-4CD6-9316-D5FC8218B82A}" dt="2021-08-11T18:11:07.748" v="3070" actId="21"/>
          <ac:picMkLst>
            <pc:docMk/>
            <pc:sldMk cId="1144465695" sldId="277"/>
            <ac:picMk id="10242" creationId="{E4CB8144-E723-46B2-A41A-BFABEDEAA669}"/>
          </ac:picMkLst>
        </pc:picChg>
        <pc:picChg chg="add mod">
          <ac:chgData name="Harendra Bikram Shah" userId="a00731c20e5a5af2" providerId="LiveId" clId="{056D7180-62C6-4CD6-9316-D5FC8218B82A}" dt="2021-08-11T18:12:08.679" v="3089" actId="14100"/>
          <ac:picMkLst>
            <pc:docMk/>
            <pc:sldMk cId="1144465695" sldId="277"/>
            <ac:picMk id="10244" creationId="{A0416A9F-821E-4B12-847F-5D61DDBFFBC3}"/>
          </ac:picMkLst>
        </pc:picChg>
      </pc:sldChg>
      <pc:sldChg chg="addSp delSp modSp add mod">
        <pc:chgData name="Harendra Bikram Shah" userId="a00731c20e5a5af2" providerId="LiveId" clId="{056D7180-62C6-4CD6-9316-D5FC8218B82A}" dt="2021-08-11T18:10:46.170" v="3069" actId="20577"/>
        <pc:sldMkLst>
          <pc:docMk/>
          <pc:sldMk cId="366932822" sldId="278"/>
        </pc:sldMkLst>
        <pc:spChg chg="add mod">
          <ac:chgData name="Harendra Bikram Shah" userId="a00731c20e5a5af2" providerId="LiveId" clId="{056D7180-62C6-4CD6-9316-D5FC8218B82A}" dt="2021-08-11T18:10:46.170" v="3069" actId="20577"/>
          <ac:spMkLst>
            <pc:docMk/>
            <pc:sldMk cId="366932822" sldId="278"/>
            <ac:spMk id="3" creationId="{18F380F9-1EF4-4696-A3FA-3B53D66CE45F}"/>
          </ac:spMkLst>
        </pc:spChg>
        <pc:spChg chg="del">
          <ac:chgData name="Harendra Bikram Shah" userId="a00731c20e5a5af2" providerId="LiveId" clId="{056D7180-62C6-4CD6-9316-D5FC8218B82A}" dt="2021-08-11T18:08:44.903" v="2933" actId="478"/>
          <ac:spMkLst>
            <pc:docMk/>
            <pc:sldMk cId="366932822" sldId="278"/>
            <ac:spMk id="4" creationId="{3625C6CF-7E22-477A-8F5E-FE27131C91E2}"/>
          </ac:spMkLst>
        </pc:spChg>
        <pc:spChg chg="del mod">
          <ac:chgData name="Harendra Bikram Shah" userId="a00731c20e5a5af2" providerId="LiveId" clId="{056D7180-62C6-4CD6-9316-D5FC8218B82A}" dt="2021-08-11T18:08:43.053" v="2932" actId="478"/>
          <ac:spMkLst>
            <pc:docMk/>
            <pc:sldMk cId="366932822" sldId="278"/>
            <ac:spMk id="5" creationId="{8327B735-ACB3-4B94-B16F-8F4603A73360}"/>
          </ac:spMkLst>
        </pc:spChg>
        <pc:spChg chg="add del">
          <ac:chgData name="Harendra Bikram Shah" userId="a00731c20e5a5af2" providerId="LiveId" clId="{056D7180-62C6-4CD6-9316-D5FC8218B82A}" dt="2021-08-11T18:09:36.207" v="3007"/>
          <ac:spMkLst>
            <pc:docMk/>
            <pc:sldMk cId="366932822" sldId="278"/>
            <ac:spMk id="6" creationId="{D014C28A-0AA6-4614-AAA1-10C97C3A63AA}"/>
          </ac:spMkLst>
        </pc:spChg>
        <pc:picChg chg="del">
          <ac:chgData name="Harendra Bikram Shah" userId="a00731c20e5a5af2" providerId="LiveId" clId="{056D7180-62C6-4CD6-9316-D5FC8218B82A}" dt="2021-08-11T18:08:39.628" v="2930" actId="478"/>
          <ac:picMkLst>
            <pc:docMk/>
            <pc:sldMk cId="366932822" sldId="278"/>
            <ac:picMk id="9218" creationId="{92388B99-EA6A-4B4D-ADAF-346BEA95AFD2}"/>
          </ac:picMkLst>
        </pc:picChg>
      </pc:sldChg>
      <pc:sldChg chg="addSp delSp modSp new mod">
        <pc:chgData name="Harendra Bikram Shah" userId="a00731c20e5a5af2" providerId="LiveId" clId="{056D7180-62C6-4CD6-9316-D5FC8218B82A}" dt="2021-08-14T16:56:58.552" v="3377" actId="1076"/>
        <pc:sldMkLst>
          <pc:docMk/>
          <pc:sldMk cId="3924576553" sldId="279"/>
        </pc:sldMkLst>
        <pc:spChg chg="mod">
          <ac:chgData name="Harendra Bikram Shah" userId="a00731c20e5a5af2" providerId="LiveId" clId="{056D7180-62C6-4CD6-9316-D5FC8218B82A}" dt="2021-08-14T16:43:07.341" v="3255" actId="14100"/>
          <ac:spMkLst>
            <pc:docMk/>
            <pc:sldMk cId="3924576553" sldId="279"/>
            <ac:spMk id="2" creationId="{4D40AF56-59EA-4C35-B68E-845ECCCB99D5}"/>
          </ac:spMkLst>
        </pc:spChg>
        <pc:spChg chg="del">
          <ac:chgData name="Harendra Bikram Shah" userId="a00731c20e5a5af2" providerId="LiveId" clId="{056D7180-62C6-4CD6-9316-D5FC8218B82A}" dt="2021-08-14T16:42:37.124" v="3243" actId="478"/>
          <ac:spMkLst>
            <pc:docMk/>
            <pc:sldMk cId="3924576553" sldId="279"/>
            <ac:spMk id="3" creationId="{1A4172C3-1527-4473-89DA-B83962495D2D}"/>
          </ac:spMkLst>
        </pc:spChg>
        <pc:spChg chg="add mod">
          <ac:chgData name="Harendra Bikram Shah" userId="a00731c20e5a5af2" providerId="LiveId" clId="{056D7180-62C6-4CD6-9316-D5FC8218B82A}" dt="2021-08-14T16:56:41.745" v="3371" actId="20577"/>
          <ac:spMkLst>
            <pc:docMk/>
            <pc:sldMk cId="3924576553" sldId="279"/>
            <ac:spMk id="5" creationId="{72CE26C3-C00A-4CFC-864C-0F08D96204CC}"/>
          </ac:spMkLst>
        </pc:spChg>
        <pc:spChg chg="add del mod">
          <ac:chgData name="Harendra Bikram Shah" userId="a00731c20e5a5af2" providerId="LiveId" clId="{056D7180-62C6-4CD6-9316-D5FC8218B82A}" dt="2021-08-14T16:55:39.485" v="3328" actId="21"/>
          <ac:spMkLst>
            <pc:docMk/>
            <pc:sldMk cId="3924576553" sldId="279"/>
            <ac:spMk id="7" creationId="{6E2E3869-8FA8-4A47-BAE0-E0FA2B3494A6}"/>
          </ac:spMkLst>
        </pc:spChg>
        <pc:picChg chg="add mod">
          <ac:chgData name="Harendra Bikram Shah" userId="a00731c20e5a5af2" providerId="LiveId" clId="{056D7180-62C6-4CD6-9316-D5FC8218B82A}" dt="2021-08-14T16:56:58.552" v="3377" actId="1076"/>
          <ac:picMkLst>
            <pc:docMk/>
            <pc:sldMk cId="3924576553" sldId="279"/>
            <ac:picMk id="9" creationId="{85601279-51A4-4E39-B4A0-EE855E3DD293}"/>
          </ac:picMkLst>
        </pc:picChg>
      </pc:sldChg>
      <pc:sldChg chg="addSp delSp modSp new mod">
        <pc:chgData name="Harendra Bikram Shah" userId="a00731c20e5a5af2" providerId="LiveId" clId="{056D7180-62C6-4CD6-9316-D5FC8218B82A}" dt="2021-08-14T16:58:33.321" v="3407" actId="113"/>
        <pc:sldMkLst>
          <pc:docMk/>
          <pc:sldMk cId="486283756" sldId="280"/>
        </pc:sldMkLst>
        <pc:spChg chg="mod">
          <ac:chgData name="Harendra Bikram Shah" userId="a00731c20e5a5af2" providerId="LiveId" clId="{056D7180-62C6-4CD6-9316-D5FC8218B82A}" dt="2021-08-14T16:56:06.306" v="3355" actId="1076"/>
          <ac:spMkLst>
            <pc:docMk/>
            <pc:sldMk cId="486283756" sldId="280"/>
            <ac:spMk id="2" creationId="{E6CE6774-C44A-4A8D-8C5E-798734C039CD}"/>
          </ac:spMkLst>
        </pc:spChg>
        <pc:spChg chg="del">
          <ac:chgData name="Harendra Bikram Shah" userId="a00731c20e5a5af2" providerId="LiveId" clId="{056D7180-62C6-4CD6-9316-D5FC8218B82A}" dt="2021-08-14T16:56:09.264" v="3356" actId="478"/>
          <ac:spMkLst>
            <pc:docMk/>
            <pc:sldMk cId="486283756" sldId="280"/>
            <ac:spMk id="3" creationId="{E53D1A0A-2592-40E3-805E-0A8CC4C92B9D}"/>
          </ac:spMkLst>
        </pc:spChg>
        <pc:spChg chg="add mod">
          <ac:chgData name="Harendra Bikram Shah" userId="a00731c20e5a5af2" providerId="LiveId" clId="{056D7180-62C6-4CD6-9316-D5FC8218B82A}" dt="2021-08-14T16:56:25.336" v="3361" actId="20577"/>
          <ac:spMkLst>
            <pc:docMk/>
            <pc:sldMk cId="486283756" sldId="280"/>
            <ac:spMk id="4" creationId="{49AE6F9A-D02B-40B0-A0BE-02D656682ECD}"/>
          </ac:spMkLst>
        </pc:spChg>
        <pc:spChg chg="add mod">
          <ac:chgData name="Harendra Bikram Shah" userId="a00731c20e5a5af2" providerId="LiveId" clId="{056D7180-62C6-4CD6-9316-D5FC8218B82A}" dt="2021-08-14T16:58:33.321" v="3407" actId="113"/>
          <ac:spMkLst>
            <pc:docMk/>
            <pc:sldMk cId="486283756" sldId="280"/>
            <ac:spMk id="5" creationId="{CFC4BC08-11D9-4131-B4E8-26BE0902C7FB}"/>
          </ac:spMkLst>
        </pc:spChg>
        <pc:spChg chg="add mod">
          <ac:chgData name="Harendra Bikram Shah" userId="a00731c20e5a5af2" providerId="LiveId" clId="{056D7180-62C6-4CD6-9316-D5FC8218B82A}" dt="2021-08-14T16:58:16.113" v="3399" actId="113"/>
          <ac:spMkLst>
            <pc:docMk/>
            <pc:sldMk cId="486283756" sldId="280"/>
            <ac:spMk id="9" creationId="{918F16BC-6926-49A3-96C2-EB43A4FA4EFD}"/>
          </ac:spMkLst>
        </pc:spChg>
        <pc:picChg chg="add mod">
          <ac:chgData name="Harendra Bikram Shah" userId="a00731c20e5a5af2" providerId="LiveId" clId="{056D7180-62C6-4CD6-9316-D5FC8218B82A}" dt="2021-08-14T16:58:05.154" v="3394" actId="1076"/>
          <ac:picMkLst>
            <pc:docMk/>
            <pc:sldMk cId="486283756" sldId="280"/>
            <ac:picMk id="1026" creationId="{14B02A39-F7CF-4E92-8A7D-C4C8B1550A6B}"/>
          </ac:picMkLst>
        </pc:picChg>
        <pc:picChg chg="add mod">
          <ac:chgData name="Harendra Bikram Shah" userId="a00731c20e5a5af2" providerId="LiveId" clId="{056D7180-62C6-4CD6-9316-D5FC8218B82A}" dt="2021-08-14T16:58:30.354" v="3406" actId="14100"/>
          <ac:picMkLst>
            <pc:docMk/>
            <pc:sldMk cId="486283756" sldId="280"/>
            <ac:picMk id="1027" creationId="{A707DC76-B19E-4FDD-B7A2-11B974BB4A35}"/>
          </ac:picMkLst>
        </pc:picChg>
      </pc:sldChg>
      <pc:sldChg chg="addSp delSp modSp new mod">
        <pc:chgData name="Harendra Bikram Shah" userId="a00731c20e5a5af2" providerId="LiveId" clId="{056D7180-62C6-4CD6-9316-D5FC8218B82A}" dt="2021-08-14T16:59:47.462" v="3421" actId="14100"/>
        <pc:sldMkLst>
          <pc:docMk/>
          <pc:sldMk cId="2051784839" sldId="281"/>
        </pc:sldMkLst>
        <pc:spChg chg="del">
          <ac:chgData name="Harendra Bikram Shah" userId="a00731c20e5a5af2" providerId="LiveId" clId="{056D7180-62C6-4CD6-9316-D5FC8218B82A}" dt="2021-08-14T16:59:23.049" v="3409" actId="478"/>
          <ac:spMkLst>
            <pc:docMk/>
            <pc:sldMk cId="2051784839" sldId="281"/>
            <ac:spMk id="2" creationId="{B018BF32-36A6-4C4E-A10D-C833BA810F0D}"/>
          </ac:spMkLst>
        </pc:spChg>
        <pc:spChg chg="del">
          <ac:chgData name="Harendra Bikram Shah" userId="a00731c20e5a5af2" providerId="LiveId" clId="{056D7180-62C6-4CD6-9316-D5FC8218B82A}" dt="2021-08-14T16:59:24.991" v="3410" actId="478"/>
          <ac:spMkLst>
            <pc:docMk/>
            <pc:sldMk cId="2051784839" sldId="281"/>
            <ac:spMk id="3" creationId="{2BA2519F-484D-40BD-89D5-48087FDEBC6E}"/>
          </ac:spMkLst>
        </pc:spChg>
        <pc:spChg chg="add mod">
          <ac:chgData name="Harendra Bikram Shah" userId="a00731c20e5a5af2" providerId="LiveId" clId="{056D7180-62C6-4CD6-9316-D5FC8218B82A}" dt="2021-08-14T16:59:41.281" v="3418" actId="113"/>
          <ac:spMkLst>
            <pc:docMk/>
            <pc:sldMk cId="2051784839" sldId="281"/>
            <ac:spMk id="4" creationId="{4B4B80ED-60AC-4538-A422-A3E02CFE582B}"/>
          </ac:spMkLst>
        </pc:spChg>
        <pc:picChg chg="add mod">
          <ac:chgData name="Harendra Bikram Shah" userId="a00731c20e5a5af2" providerId="LiveId" clId="{056D7180-62C6-4CD6-9316-D5FC8218B82A}" dt="2021-08-14T16:59:47.462" v="3421" actId="14100"/>
          <ac:picMkLst>
            <pc:docMk/>
            <pc:sldMk cId="2051784839" sldId="281"/>
            <ac:picMk id="2050" creationId="{6643A56E-BD55-4AF2-88B4-9AF03804E97B}"/>
          </ac:picMkLst>
        </pc:picChg>
      </pc:sldChg>
      <pc:sldChg chg="addSp delSp modSp new mod modAnim">
        <pc:chgData name="Harendra Bikram Shah" userId="a00731c20e5a5af2" providerId="LiveId" clId="{056D7180-62C6-4CD6-9316-D5FC8218B82A}" dt="2021-08-14T17:03:50.042" v="3496" actId="1076"/>
        <pc:sldMkLst>
          <pc:docMk/>
          <pc:sldMk cId="2313102112" sldId="282"/>
        </pc:sldMkLst>
        <pc:spChg chg="mod">
          <ac:chgData name="Harendra Bikram Shah" userId="a00731c20e5a5af2" providerId="LiveId" clId="{056D7180-62C6-4CD6-9316-D5FC8218B82A}" dt="2021-08-14T17:00:21.213" v="3445" actId="14100"/>
          <ac:spMkLst>
            <pc:docMk/>
            <pc:sldMk cId="2313102112" sldId="282"/>
            <ac:spMk id="2" creationId="{C8BA1F11-A347-4BBE-A2AC-384CA59193E0}"/>
          </ac:spMkLst>
        </pc:spChg>
        <pc:spChg chg="del">
          <ac:chgData name="Harendra Bikram Shah" userId="a00731c20e5a5af2" providerId="LiveId" clId="{056D7180-62C6-4CD6-9316-D5FC8218B82A}" dt="2021-08-14T17:00:23.460" v="3446" actId="478"/>
          <ac:spMkLst>
            <pc:docMk/>
            <pc:sldMk cId="2313102112" sldId="282"/>
            <ac:spMk id="3" creationId="{4BB474D1-FE28-4581-902B-3D5CFA1ABB55}"/>
          </ac:spMkLst>
        </pc:spChg>
        <pc:spChg chg="add mod">
          <ac:chgData name="Harendra Bikram Shah" userId="a00731c20e5a5af2" providerId="LiveId" clId="{056D7180-62C6-4CD6-9316-D5FC8218B82A}" dt="2021-08-14T17:01:55.040" v="3478" actId="1076"/>
          <ac:spMkLst>
            <pc:docMk/>
            <pc:sldMk cId="2313102112" sldId="282"/>
            <ac:spMk id="5" creationId="{2A1028DC-010A-449E-86F2-D8167253CFB6}"/>
          </ac:spMkLst>
        </pc:spChg>
        <pc:spChg chg="add mod">
          <ac:chgData name="Harendra Bikram Shah" userId="a00731c20e5a5af2" providerId="LiveId" clId="{056D7180-62C6-4CD6-9316-D5FC8218B82A}" dt="2021-08-14T17:03:50.042" v="3496" actId="1076"/>
          <ac:spMkLst>
            <pc:docMk/>
            <pc:sldMk cId="2313102112" sldId="282"/>
            <ac:spMk id="8" creationId="{990091D1-0535-4899-A8EF-A769689C7DA3}"/>
          </ac:spMkLst>
        </pc:spChg>
        <pc:spChg chg="add mod">
          <ac:chgData name="Harendra Bikram Shah" userId="a00731c20e5a5af2" providerId="LiveId" clId="{056D7180-62C6-4CD6-9316-D5FC8218B82A}" dt="2021-08-14T17:02:20.317" v="3487" actId="113"/>
          <ac:spMkLst>
            <pc:docMk/>
            <pc:sldMk cId="2313102112" sldId="282"/>
            <ac:spMk id="10" creationId="{78DFFB77-1673-418D-BFCF-F6418C6A972E}"/>
          </ac:spMkLst>
        </pc:spChg>
        <pc:spChg chg="add mod">
          <ac:chgData name="Harendra Bikram Shah" userId="a00731c20e5a5af2" providerId="LiveId" clId="{056D7180-62C6-4CD6-9316-D5FC8218B82A}" dt="2021-08-14T17:03:45.879" v="3495" actId="1076"/>
          <ac:spMkLst>
            <pc:docMk/>
            <pc:sldMk cId="2313102112" sldId="282"/>
            <ac:spMk id="11" creationId="{EDC7627A-3B35-4FA8-BB10-C05693AD8C25}"/>
          </ac:spMkLst>
        </pc:spChg>
        <pc:graphicFrameChg chg="add mod">
          <ac:chgData name="Harendra Bikram Shah" userId="a00731c20e5a5af2" providerId="LiveId" clId="{056D7180-62C6-4CD6-9316-D5FC8218B82A}" dt="2021-08-14T17:02:01.806" v="3480" actId="1076"/>
          <ac:graphicFrameMkLst>
            <pc:docMk/>
            <pc:sldMk cId="2313102112" sldId="282"/>
            <ac:graphicFrameMk id="4" creationId="{40C50D23-7BFC-4B81-8A6A-AD77C4A34DD0}"/>
          </ac:graphicFrameMkLst>
        </pc:graphicFrameChg>
        <pc:picChg chg="add mod">
          <ac:chgData name="Harendra Bikram Shah" userId="a00731c20e5a5af2" providerId="LiveId" clId="{056D7180-62C6-4CD6-9316-D5FC8218B82A}" dt="2021-08-14T17:02:04.574" v="3481" actId="1076"/>
          <ac:picMkLst>
            <pc:docMk/>
            <pc:sldMk cId="2313102112" sldId="282"/>
            <ac:picMk id="3074" creationId="{457BD2B2-BF83-4430-B4D4-21AAE0C39992}"/>
          </ac:picMkLst>
        </pc:picChg>
      </pc:sldChg>
      <pc:sldChg chg="addSp delSp modSp new mod">
        <pc:chgData name="Harendra Bikram Shah" userId="a00731c20e5a5af2" providerId="LiveId" clId="{056D7180-62C6-4CD6-9316-D5FC8218B82A}" dt="2021-08-14T17:04:48.294" v="3515" actId="1076"/>
        <pc:sldMkLst>
          <pc:docMk/>
          <pc:sldMk cId="1117752227" sldId="283"/>
        </pc:sldMkLst>
        <pc:spChg chg="del">
          <ac:chgData name="Harendra Bikram Shah" userId="a00731c20e5a5af2" providerId="LiveId" clId="{056D7180-62C6-4CD6-9316-D5FC8218B82A}" dt="2021-08-14T17:03:57.380" v="3498" actId="478"/>
          <ac:spMkLst>
            <pc:docMk/>
            <pc:sldMk cId="1117752227" sldId="283"/>
            <ac:spMk id="2" creationId="{9975A49F-7428-4F2F-A31B-FCADBC924350}"/>
          </ac:spMkLst>
        </pc:spChg>
        <pc:spChg chg="del">
          <ac:chgData name="Harendra Bikram Shah" userId="a00731c20e5a5af2" providerId="LiveId" clId="{056D7180-62C6-4CD6-9316-D5FC8218B82A}" dt="2021-08-14T17:03:58.355" v="3499" actId="478"/>
          <ac:spMkLst>
            <pc:docMk/>
            <pc:sldMk cId="1117752227" sldId="283"/>
            <ac:spMk id="3" creationId="{F63CF01C-3644-409A-A5EE-538F1343EFB2}"/>
          </ac:spMkLst>
        </pc:spChg>
        <pc:spChg chg="add mod">
          <ac:chgData name="Harendra Bikram Shah" userId="a00731c20e5a5af2" providerId="LiveId" clId="{056D7180-62C6-4CD6-9316-D5FC8218B82A}" dt="2021-08-14T17:04:38.131" v="3509" actId="1076"/>
          <ac:spMkLst>
            <pc:docMk/>
            <pc:sldMk cId="1117752227" sldId="283"/>
            <ac:spMk id="4" creationId="{E1655D9D-C57C-4BCC-9391-026DB66ECE2E}"/>
          </ac:spMkLst>
        </pc:spChg>
        <pc:picChg chg="add mod">
          <ac:chgData name="Harendra Bikram Shah" userId="a00731c20e5a5af2" providerId="LiveId" clId="{056D7180-62C6-4CD6-9316-D5FC8218B82A}" dt="2021-08-14T17:04:48.294" v="3515" actId="1076"/>
          <ac:picMkLst>
            <pc:docMk/>
            <pc:sldMk cId="1117752227" sldId="283"/>
            <ac:picMk id="4098" creationId="{841B4F36-7B7D-4E98-A20E-C1E621216203}"/>
          </ac:picMkLst>
        </pc:picChg>
      </pc:sldChg>
      <pc:sldChg chg="addSp delSp modSp new mod">
        <pc:chgData name="Harendra Bikram Shah" userId="a00731c20e5a5af2" providerId="LiveId" clId="{056D7180-62C6-4CD6-9316-D5FC8218B82A}" dt="2021-08-14T17:18:19.900" v="3649" actId="14100"/>
        <pc:sldMkLst>
          <pc:docMk/>
          <pc:sldMk cId="516200909" sldId="284"/>
        </pc:sldMkLst>
        <pc:spChg chg="mod">
          <ac:chgData name="Harendra Bikram Shah" userId="a00731c20e5a5af2" providerId="LiveId" clId="{056D7180-62C6-4CD6-9316-D5FC8218B82A}" dt="2021-08-14T17:05:22.599" v="3537" actId="1076"/>
          <ac:spMkLst>
            <pc:docMk/>
            <pc:sldMk cId="516200909" sldId="284"/>
            <ac:spMk id="2" creationId="{A0A1AF5A-B853-4C56-990E-6C63013AA114}"/>
          </ac:spMkLst>
        </pc:spChg>
        <pc:spChg chg="del">
          <ac:chgData name="Harendra Bikram Shah" userId="a00731c20e5a5af2" providerId="LiveId" clId="{056D7180-62C6-4CD6-9316-D5FC8218B82A}" dt="2021-08-14T17:05:24.943" v="3538" actId="478"/>
          <ac:spMkLst>
            <pc:docMk/>
            <pc:sldMk cId="516200909" sldId="284"/>
            <ac:spMk id="3" creationId="{C8BE8CE2-9F9A-4182-9A74-7AABE6017868}"/>
          </ac:spMkLst>
        </pc:spChg>
        <pc:spChg chg="add mod">
          <ac:chgData name="Harendra Bikram Shah" userId="a00731c20e5a5af2" providerId="LiveId" clId="{056D7180-62C6-4CD6-9316-D5FC8218B82A}" dt="2021-08-14T17:16:13.460" v="3627" actId="20577"/>
          <ac:spMkLst>
            <pc:docMk/>
            <pc:sldMk cId="516200909" sldId="284"/>
            <ac:spMk id="5" creationId="{50CF25BC-3717-48A6-917A-A8CB9F87E2E4}"/>
          </ac:spMkLst>
        </pc:spChg>
        <pc:spChg chg="add mod">
          <ac:chgData name="Harendra Bikram Shah" userId="a00731c20e5a5af2" providerId="LiveId" clId="{056D7180-62C6-4CD6-9316-D5FC8218B82A}" dt="2021-08-14T17:17:41.461" v="3641" actId="1076"/>
          <ac:spMkLst>
            <pc:docMk/>
            <pc:sldMk cId="516200909" sldId="284"/>
            <ac:spMk id="6" creationId="{6982167A-2E4A-496F-91DA-60CFDED150F6}"/>
          </ac:spMkLst>
        </pc:spChg>
        <pc:spChg chg="add mod">
          <ac:chgData name="Harendra Bikram Shah" userId="a00731c20e5a5af2" providerId="LiveId" clId="{056D7180-62C6-4CD6-9316-D5FC8218B82A}" dt="2021-08-14T17:17:25.565" v="3639" actId="1076"/>
          <ac:spMkLst>
            <pc:docMk/>
            <pc:sldMk cId="516200909" sldId="284"/>
            <ac:spMk id="9" creationId="{9B388626-62F6-49FF-B3EE-311FAAFEAA66}"/>
          </ac:spMkLst>
        </pc:spChg>
        <pc:spChg chg="add mod">
          <ac:chgData name="Harendra Bikram Shah" userId="a00731c20e5a5af2" providerId="LiveId" clId="{056D7180-62C6-4CD6-9316-D5FC8218B82A}" dt="2021-08-14T17:18:16.208" v="3648" actId="14100"/>
          <ac:spMkLst>
            <pc:docMk/>
            <pc:sldMk cId="516200909" sldId="284"/>
            <ac:spMk id="11" creationId="{3A48E589-A1F6-49A7-B4E6-CC604CFE35D2}"/>
          </ac:spMkLst>
        </pc:spChg>
        <pc:picChg chg="add mod">
          <ac:chgData name="Harendra Bikram Shah" userId="a00731c20e5a5af2" providerId="LiveId" clId="{056D7180-62C6-4CD6-9316-D5FC8218B82A}" dt="2021-08-14T17:17:27.434" v="3640" actId="1076"/>
          <ac:picMkLst>
            <pc:docMk/>
            <pc:sldMk cId="516200909" sldId="284"/>
            <ac:picMk id="5122" creationId="{7FC072C3-9CA2-45B8-834D-BEDC3E6CAAE6}"/>
          </ac:picMkLst>
        </pc:picChg>
        <pc:picChg chg="add mod">
          <ac:chgData name="Harendra Bikram Shah" userId="a00731c20e5a5af2" providerId="LiveId" clId="{056D7180-62C6-4CD6-9316-D5FC8218B82A}" dt="2021-08-14T17:18:19.900" v="3649" actId="14100"/>
          <ac:picMkLst>
            <pc:docMk/>
            <pc:sldMk cId="516200909" sldId="284"/>
            <ac:picMk id="5123" creationId="{035BFEB6-F996-482F-9322-457E98CB8EDA}"/>
          </ac:picMkLst>
        </pc:picChg>
      </pc:sldChg>
      <pc:sldChg chg="addSp delSp modSp new mod ord">
        <pc:chgData name="Harendra Bikram Shah" userId="a00731c20e5a5af2" providerId="LiveId" clId="{056D7180-62C6-4CD6-9316-D5FC8218B82A}" dt="2021-08-14T17:15:16.083" v="3621"/>
        <pc:sldMkLst>
          <pc:docMk/>
          <pc:sldMk cId="2074664451" sldId="285"/>
        </pc:sldMkLst>
        <pc:spChg chg="del">
          <ac:chgData name="Harendra Bikram Shah" userId="a00731c20e5a5af2" providerId="LiveId" clId="{056D7180-62C6-4CD6-9316-D5FC8218B82A}" dt="2021-08-14T17:07:58.332" v="3552" actId="478"/>
          <ac:spMkLst>
            <pc:docMk/>
            <pc:sldMk cId="2074664451" sldId="285"/>
            <ac:spMk id="2" creationId="{96DA70AD-0AAD-42F2-89D6-D2D5BC573084}"/>
          </ac:spMkLst>
        </pc:spChg>
        <pc:spChg chg="del">
          <ac:chgData name="Harendra Bikram Shah" userId="a00731c20e5a5af2" providerId="LiveId" clId="{056D7180-62C6-4CD6-9316-D5FC8218B82A}" dt="2021-08-14T17:07:59.382" v="3553" actId="478"/>
          <ac:spMkLst>
            <pc:docMk/>
            <pc:sldMk cId="2074664451" sldId="285"/>
            <ac:spMk id="3" creationId="{CBEF6034-D9D1-447E-A11E-65CF733D6F99}"/>
          </ac:spMkLst>
        </pc:spChg>
        <pc:spChg chg="add mod">
          <ac:chgData name="Harendra Bikram Shah" userId="a00731c20e5a5af2" providerId="LiveId" clId="{056D7180-62C6-4CD6-9316-D5FC8218B82A}" dt="2021-08-14T17:14:41.871" v="3611" actId="1076"/>
          <ac:spMkLst>
            <pc:docMk/>
            <pc:sldMk cId="2074664451" sldId="285"/>
            <ac:spMk id="5" creationId="{AD29874A-87A4-4953-A6DC-38CFB9A3C87C}"/>
          </ac:spMkLst>
        </pc:spChg>
        <pc:spChg chg="add mod">
          <ac:chgData name="Harendra Bikram Shah" userId="a00731c20e5a5af2" providerId="LiveId" clId="{056D7180-62C6-4CD6-9316-D5FC8218B82A}" dt="2021-08-14T17:14:54.977" v="3616" actId="20577"/>
          <ac:spMkLst>
            <pc:docMk/>
            <pc:sldMk cId="2074664451" sldId="285"/>
            <ac:spMk id="7" creationId="{7956F899-CAD4-4083-9BDA-81405420A1DE}"/>
          </ac:spMkLst>
        </pc:spChg>
        <pc:spChg chg="add mod">
          <ac:chgData name="Harendra Bikram Shah" userId="a00731c20e5a5af2" providerId="LiveId" clId="{056D7180-62C6-4CD6-9316-D5FC8218B82A}" dt="2021-08-14T17:14:57.363" v="3617" actId="1076"/>
          <ac:spMkLst>
            <pc:docMk/>
            <pc:sldMk cId="2074664451" sldId="285"/>
            <ac:spMk id="8" creationId="{01C2B828-0838-472D-BC02-5215A252B0CD}"/>
          </ac:spMkLst>
        </pc:spChg>
      </pc:sldChg>
      <pc:sldChg chg="addSp delSp modSp new mod">
        <pc:chgData name="Harendra Bikram Shah" userId="a00731c20e5a5af2" providerId="LiveId" clId="{056D7180-62C6-4CD6-9316-D5FC8218B82A}" dt="2021-08-14T17:18:53.901" v="3661" actId="14100"/>
        <pc:sldMkLst>
          <pc:docMk/>
          <pc:sldMk cId="3694493815" sldId="286"/>
        </pc:sldMkLst>
        <pc:spChg chg="del">
          <ac:chgData name="Harendra Bikram Shah" userId="a00731c20e5a5af2" providerId="LiveId" clId="{056D7180-62C6-4CD6-9316-D5FC8218B82A}" dt="2021-08-14T17:13:17.284" v="3584" actId="478"/>
          <ac:spMkLst>
            <pc:docMk/>
            <pc:sldMk cId="3694493815" sldId="286"/>
            <ac:spMk id="2" creationId="{5C251AF3-84B6-4182-9C37-B364369686F0}"/>
          </ac:spMkLst>
        </pc:spChg>
        <pc:spChg chg="del">
          <ac:chgData name="Harendra Bikram Shah" userId="a00731c20e5a5af2" providerId="LiveId" clId="{056D7180-62C6-4CD6-9316-D5FC8218B82A}" dt="2021-08-14T17:13:19.158" v="3585" actId="478"/>
          <ac:spMkLst>
            <pc:docMk/>
            <pc:sldMk cId="3694493815" sldId="286"/>
            <ac:spMk id="3" creationId="{943D8F5D-4B03-467B-B222-0CE29A9330A7}"/>
          </ac:spMkLst>
        </pc:spChg>
        <pc:spChg chg="add del mod">
          <ac:chgData name="Harendra Bikram Shah" userId="a00731c20e5a5af2" providerId="LiveId" clId="{056D7180-62C6-4CD6-9316-D5FC8218B82A}" dt="2021-08-14T17:14:36.877" v="3610" actId="21"/>
          <ac:spMkLst>
            <pc:docMk/>
            <pc:sldMk cId="3694493815" sldId="286"/>
            <ac:spMk id="5" creationId="{3EAFF048-294D-42EC-96A1-2E291B282B8E}"/>
          </ac:spMkLst>
        </pc:spChg>
        <pc:spChg chg="add mod">
          <ac:chgData name="Harendra Bikram Shah" userId="a00731c20e5a5af2" providerId="LiveId" clId="{056D7180-62C6-4CD6-9316-D5FC8218B82A}" dt="2021-08-14T17:18:45.039" v="3657" actId="123"/>
          <ac:spMkLst>
            <pc:docMk/>
            <pc:sldMk cId="3694493815" sldId="286"/>
            <ac:spMk id="6" creationId="{E3475138-3742-4470-B024-7CF98046AB60}"/>
          </ac:spMkLst>
        </pc:spChg>
        <pc:picChg chg="add mod">
          <ac:chgData name="Harendra Bikram Shah" userId="a00731c20e5a5af2" providerId="LiveId" clId="{056D7180-62C6-4CD6-9316-D5FC8218B82A}" dt="2021-08-14T17:18:53.901" v="3661" actId="14100"/>
          <ac:picMkLst>
            <pc:docMk/>
            <pc:sldMk cId="3694493815" sldId="286"/>
            <ac:picMk id="6146" creationId="{6D0633AA-5EE3-42DA-A230-CDA54E3E6516}"/>
          </ac:picMkLst>
        </pc:picChg>
      </pc:sldChg>
      <pc:sldChg chg="addSp delSp modSp new mod">
        <pc:chgData name="Harendra Bikram Shah" userId="a00731c20e5a5af2" providerId="LiveId" clId="{056D7180-62C6-4CD6-9316-D5FC8218B82A}" dt="2021-08-14T17:22:39.087" v="3749" actId="1076"/>
        <pc:sldMkLst>
          <pc:docMk/>
          <pc:sldMk cId="3167475851" sldId="287"/>
        </pc:sldMkLst>
        <pc:spChg chg="mod">
          <ac:chgData name="Harendra Bikram Shah" userId="a00731c20e5a5af2" providerId="LiveId" clId="{056D7180-62C6-4CD6-9316-D5FC8218B82A}" dt="2021-08-14T17:20:00.098" v="3689" actId="1076"/>
          <ac:spMkLst>
            <pc:docMk/>
            <pc:sldMk cId="3167475851" sldId="287"/>
            <ac:spMk id="2" creationId="{5B7C4D5F-504C-41ED-BC43-B62A471F2B82}"/>
          </ac:spMkLst>
        </pc:spChg>
        <pc:spChg chg="del">
          <ac:chgData name="Harendra Bikram Shah" userId="a00731c20e5a5af2" providerId="LiveId" clId="{056D7180-62C6-4CD6-9316-D5FC8218B82A}" dt="2021-08-14T17:20:01.912" v="3690" actId="478"/>
          <ac:spMkLst>
            <pc:docMk/>
            <pc:sldMk cId="3167475851" sldId="287"/>
            <ac:spMk id="3" creationId="{BFB8B93E-E1D8-4660-9E3C-B29BC097BAF7}"/>
          </ac:spMkLst>
        </pc:spChg>
        <pc:spChg chg="add mod">
          <ac:chgData name="Harendra Bikram Shah" userId="a00731c20e5a5af2" providerId="LiveId" clId="{056D7180-62C6-4CD6-9316-D5FC8218B82A}" dt="2021-08-14T17:22:32.336" v="3747" actId="6549"/>
          <ac:spMkLst>
            <pc:docMk/>
            <pc:sldMk cId="3167475851" sldId="287"/>
            <ac:spMk id="4" creationId="{1B7EF026-A671-4B83-B906-8EE1981A52E0}"/>
          </ac:spMkLst>
        </pc:spChg>
        <pc:spChg chg="add mod">
          <ac:chgData name="Harendra Bikram Shah" userId="a00731c20e5a5af2" providerId="LiveId" clId="{056D7180-62C6-4CD6-9316-D5FC8218B82A}" dt="2021-08-14T17:22:39.087" v="3749" actId="1076"/>
          <ac:spMkLst>
            <pc:docMk/>
            <pc:sldMk cId="3167475851" sldId="287"/>
            <ac:spMk id="7" creationId="{95F92325-2E08-4B6A-A934-3748FA60D84F}"/>
          </ac:spMkLst>
        </pc:spChg>
        <pc:picChg chg="add mod">
          <ac:chgData name="Harendra Bikram Shah" userId="a00731c20e5a5af2" providerId="LiveId" clId="{056D7180-62C6-4CD6-9316-D5FC8218B82A}" dt="2021-08-14T17:22:36.686" v="3748" actId="1076"/>
          <ac:picMkLst>
            <pc:docMk/>
            <pc:sldMk cId="3167475851" sldId="287"/>
            <ac:picMk id="7170" creationId="{2DA160E2-E065-4311-8BFA-436FC3180941}"/>
          </ac:picMkLst>
        </pc:picChg>
      </pc:sldChg>
      <pc:sldChg chg="addSp delSp modSp new mod">
        <pc:chgData name="Harendra Bikram Shah" userId="a00731c20e5a5af2" providerId="LiveId" clId="{056D7180-62C6-4CD6-9316-D5FC8218B82A}" dt="2021-08-14T17:24:24.381" v="3783" actId="14100"/>
        <pc:sldMkLst>
          <pc:docMk/>
          <pc:sldMk cId="1936219613" sldId="288"/>
        </pc:sldMkLst>
        <pc:spChg chg="del">
          <ac:chgData name="Harendra Bikram Shah" userId="a00731c20e5a5af2" providerId="LiveId" clId="{056D7180-62C6-4CD6-9316-D5FC8218B82A}" dt="2021-08-14T17:22:44.838" v="3751" actId="478"/>
          <ac:spMkLst>
            <pc:docMk/>
            <pc:sldMk cId="1936219613" sldId="288"/>
            <ac:spMk id="2" creationId="{2376B43A-1E30-43FC-AF3B-C2B043266A79}"/>
          </ac:spMkLst>
        </pc:spChg>
        <pc:spChg chg="del">
          <ac:chgData name="Harendra Bikram Shah" userId="a00731c20e5a5af2" providerId="LiveId" clId="{056D7180-62C6-4CD6-9316-D5FC8218B82A}" dt="2021-08-14T17:22:45.888" v="3752" actId="478"/>
          <ac:spMkLst>
            <pc:docMk/>
            <pc:sldMk cId="1936219613" sldId="288"/>
            <ac:spMk id="3" creationId="{392F1B3A-416A-43FA-B2ED-A537D3797E51}"/>
          </ac:spMkLst>
        </pc:spChg>
        <pc:spChg chg="add mod">
          <ac:chgData name="Harendra Bikram Shah" userId="a00731c20e5a5af2" providerId="LiveId" clId="{056D7180-62C6-4CD6-9316-D5FC8218B82A}" dt="2021-08-14T17:23:10.698" v="3759" actId="1076"/>
          <ac:spMkLst>
            <pc:docMk/>
            <pc:sldMk cId="1936219613" sldId="288"/>
            <ac:spMk id="4" creationId="{C3B5A6F0-5AF7-4D34-BEE1-77AEEB55E523}"/>
          </ac:spMkLst>
        </pc:spChg>
        <pc:spChg chg="add mod">
          <ac:chgData name="Harendra Bikram Shah" userId="a00731c20e5a5af2" providerId="LiveId" clId="{056D7180-62C6-4CD6-9316-D5FC8218B82A}" dt="2021-08-14T17:24:18.431" v="3781" actId="1076"/>
          <ac:spMkLst>
            <pc:docMk/>
            <pc:sldMk cId="1936219613" sldId="288"/>
            <ac:spMk id="7" creationId="{2EE91F1E-D678-4B46-94AC-B99138C572BB}"/>
          </ac:spMkLst>
        </pc:spChg>
        <pc:picChg chg="add mod">
          <ac:chgData name="Harendra Bikram Shah" userId="a00731c20e5a5af2" providerId="LiveId" clId="{056D7180-62C6-4CD6-9316-D5FC8218B82A}" dt="2021-08-14T17:24:24.381" v="3783" actId="14100"/>
          <ac:picMkLst>
            <pc:docMk/>
            <pc:sldMk cId="1936219613" sldId="288"/>
            <ac:picMk id="8194" creationId="{4FF83D9A-1FA9-411A-A86F-4EE60FD69B73}"/>
          </ac:picMkLst>
        </pc:picChg>
      </pc:sldChg>
      <pc:sldChg chg="addSp delSp modSp add mod">
        <pc:chgData name="Harendra Bikram Shah" userId="a00731c20e5a5af2" providerId="LiveId" clId="{056D7180-62C6-4CD6-9316-D5FC8218B82A}" dt="2021-08-14T17:25:09.712" v="3798" actId="1076"/>
        <pc:sldMkLst>
          <pc:docMk/>
          <pc:sldMk cId="2438397781" sldId="289"/>
        </pc:sldMkLst>
        <pc:spChg chg="add mod">
          <ac:chgData name="Harendra Bikram Shah" userId="a00731c20e5a5af2" providerId="LiveId" clId="{056D7180-62C6-4CD6-9316-D5FC8218B82A}" dt="2021-08-14T17:25:09.712" v="3798" actId="1076"/>
          <ac:spMkLst>
            <pc:docMk/>
            <pc:sldMk cId="2438397781" sldId="289"/>
            <ac:spMk id="2" creationId="{8BC6996C-23DE-4BD2-AE55-7A20C495621B}"/>
          </ac:spMkLst>
        </pc:spChg>
        <pc:spChg chg="del">
          <ac:chgData name="Harendra Bikram Shah" userId="a00731c20e5a5af2" providerId="LiveId" clId="{056D7180-62C6-4CD6-9316-D5FC8218B82A}" dt="2021-08-14T17:24:34.814" v="3786" actId="478"/>
          <ac:spMkLst>
            <pc:docMk/>
            <pc:sldMk cId="2438397781" sldId="289"/>
            <ac:spMk id="4" creationId="{C3B5A6F0-5AF7-4D34-BEE1-77AEEB55E523}"/>
          </ac:spMkLst>
        </pc:spChg>
        <pc:spChg chg="del">
          <ac:chgData name="Harendra Bikram Shah" userId="a00731c20e5a5af2" providerId="LiveId" clId="{056D7180-62C6-4CD6-9316-D5FC8218B82A}" dt="2021-08-14T17:24:36.189" v="3787" actId="478"/>
          <ac:spMkLst>
            <pc:docMk/>
            <pc:sldMk cId="2438397781" sldId="289"/>
            <ac:spMk id="7" creationId="{2EE91F1E-D678-4B46-94AC-B99138C572BB}"/>
          </ac:spMkLst>
        </pc:spChg>
        <pc:picChg chg="del">
          <ac:chgData name="Harendra Bikram Shah" userId="a00731c20e5a5af2" providerId="LiveId" clId="{056D7180-62C6-4CD6-9316-D5FC8218B82A}" dt="2021-08-14T17:24:33.268" v="3785" actId="478"/>
          <ac:picMkLst>
            <pc:docMk/>
            <pc:sldMk cId="2438397781" sldId="289"/>
            <ac:picMk id="8194" creationId="{4FF83D9A-1FA9-411A-A86F-4EE60FD69B73}"/>
          </ac:picMkLst>
        </pc:picChg>
        <pc:picChg chg="add mod">
          <ac:chgData name="Harendra Bikram Shah" userId="a00731c20e5a5af2" providerId="LiveId" clId="{056D7180-62C6-4CD6-9316-D5FC8218B82A}" dt="2021-08-14T17:25:03.567" v="3796" actId="14100"/>
          <ac:picMkLst>
            <pc:docMk/>
            <pc:sldMk cId="2438397781" sldId="289"/>
            <ac:picMk id="9218" creationId="{4ECCD2D2-8BB7-41E8-893C-B5E00BA95B3E}"/>
          </ac:picMkLst>
        </pc:picChg>
      </pc:sldChg>
      <pc:sldChg chg="addSp delSp modSp new mod">
        <pc:chgData name="Harendra Bikram Shah" userId="a00731c20e5a5af2" providerId="LiveId" clId="{056D7180-62C6-4CD6-9316-D5FC8218B82A}" dt="2021-08-14T17:28:03.971" v="3886" actId="2711"/>
        <pc:sldMkLst>
          <pc:docMk/>
          <pc:sldMk cId="4122490940" sldId="290"/>
        </pc:sldMkLst>
        <pc:spChg chg="del mod">
          <ac:chgData name="Harendra Bikram Shah" userId="a00731c20e5a5af2" providerId="LiveId" clId="{056D7180-62C6-4CD6-9316-D5FC8218B82A}" dt="2021-08-14T17:27:41.290" v="3876" actId="478"/>
          <ac:spMkLst>
            <pc:docMk/>
            <pc:sldMk cId="4122490940" sldId="290"/>
            <ac:spMk id="2" creationId="{4EEF9436-259F-416E-A052-961F7DCEBCFB}"/>
          </ac:spMkLst>
        </pc:spChg>
        <pc:spChg chg="del">
          <ac:chgData name="Harendra Bikram Shah" userId="a00731c20e5a5af2" providerId="LiveId" clId="{056D7180-62C6-4CD6-9316-D5FC8218B82A}" dt="2021-08-14T17:26:52.427" v="3860" actId="478"/>
          <ac:spMkLst>
            <pc:docMk/>
            <pc:sldMk cId="4122490940" sldId="290"/>
            <ac:spMk id="3" creationId="{CA1D7711-B1E2-4BB5-ACC8-CA317CFB46DB}"/>
          </ac:spMkLst>
        </pc:spChg>
        <pc:spChg chg="add mod">
          <ac:chgData name="Harendra Bikram Shah" userId="a00731c20e5a5af2" providerId="LiveId" clId="{056D7180-62C6-4CD6-9316-D5FC8218B82A}" dt="2021-08-14T17:28:03.971" v="3886" actId="2711"/>
          <ac:spMkLst>
            <pc:docMk/>
            <pc:sldMk cId="4122490940" sldId="290"/>
            <ac:spMk id="5" creationId="{DCEBB26B-2EDA-4723-BB49-1342B2CF68E0}"/>
          </ac:spMkLst>
        </pc:spChg>
        <pc:spChg chg="add del mod">
          <ac:chgData name="Harendra Bikram Shah" userId="a00731c20e5a5af2" providerId="LiveId" clId="{056D7180-62C6-4CD6-9316-D5FC8218B82A}" dt="2021-08-14T17:27:43.316" v="3877" actId="478"/>
          <ac:spMkLst>
            <pc:docMk/>
            <pc:sldMk cId="4122490940" sldId="290"/>
            <ac:spMk id="7" creationId="{CFD1862F-11E2-4F35-8BAD-2C727D0FEE24}"/>
          </ac:spMkLst>
        </pc:spChg>
        <pc:picChg chg="add mod">
          <ac:chgData name="Harendra Bikram Shah" userId="a00731c20e5a5af2" providerId="LiveId" clId="{056D7180-62C6-4CD6-9316-D5FC8218B82A}" dt="2021-08-14T17:27:51.112" v="3881" actId="14100"/>
          <ac:picMkLst>
            <pc:docMk/>
            <pc:sldMk cId="4122490940" sldId="290"/>
            <ac:picMk id="10242" creationId="{36DCB3B0-A155-4C81-A79F-B2DDC018F190}"/>
          </ac:picMkLst>
        </pc:picChg>
      </pc:sldChg>
      <pc:sldChg chg="addSp delSp modSp add mod">
        <pc:chgData name="Harendra Bikram Shah" userId="a00731c20e5a5af2" providerId="LiveId" clId="{056D7180-62C6-4CD6-9316-D5FC8218B82A}" dt="2021-08-14T17:29:53.070" v="3923" actId="14100"/>
        <pc:sldMkLst>
          <pc:docMk/>
          <pc:sldMk cId="1429085938" sldId="291"/>
        </pc:sldMkLst>
        <pc:spChg chg="add mod">
          <ac:chgData name="Harendra Bikram Shah" userId="a00731c20e5a5af2" providerId="LiveId" clId="{056D7180-62C6-4CD6-9316-D5FC8218B82A}" dt="2021-08-14T17:29:49.122" v="3921" actId="1076"/>
          <ac:spMkLst>
            <pc:docMk/>
            <pc:sldMk cId="1429085938" sldId="291"/>
            <ac:spMk id="2" creationId="{A269956A-0935-4349-98A1-1A82743406E7}"/>
          </ac:spMkLst>
        </pc:spChg>
        <pc:spChg chg="del">
          <ac:chgData name="Harendra Bikram Shah" userId="a00731c20e5a5af2" providerId="LiveId" clId="{056D7180-62C6-4CD6-9316-D5FC8218B82A}" dt="2021-08-14T17:28:18.554" v="3889" actId="478"/>
          <ac:spMkLst>
            <pc:docMk/>
            <pc:sldMk cId="1429085938" sldId="291"/>
            <ac:spMk id="5" creationId="{DCEBB26B-2EDA-4723-BB49-1342B2CF68E0}"/>
          </ac:spMkLst>
        </pc:spChg>
        <pc:picChg chg="del">
          <ac:chgData name="Harendra Bikram Shah" userId="a00731c20e5a5af2" providerId="LiveId" clId="{056D7180-62C6-4CD6-9316-D5FC8218B82A}" dt="2021-08-14T17:28:16.853" v="3888" actId="478"/>
          <ac:picMkLst>
            <pc:docMk/>
            <pc:sldMk cId="1429085938" sldId="291"/>
            <ac:picMk id="10242" creationId="{36DCB3B0-A155-4C81-A79F-B2DDC018F190}"/>
          </ac:picMkLst>
        </pc:picChg>
        <pc:picChg chg="add mod">
          <ac:chgData name="Harendra Bikram Shah" userId="a00731c20e5a5af2" providerId="LiveId" clId="{056D7180-62C6-4CD6-9316-D5FC8218B82A}" dt="2021-08-14T17:29:53.070" v="3923" actId="14100"/>
          <ac:picMkLst>
            <pc:docMk/>
            <pc:sldMk cId="1429085938" sldId="291"/>
            <ac:picMk id="11266" creationId="{2C6946CF-72DA-4D3A-BD97-6353A75B6261}"/>
          </ac:picMkLst>
        </pc:picChg>
      </pc:sldChg>
      <pc:sldChg chg="addSp delSp modSp new mod">
        <pc:chgData name="Harendra Bikram Shah" userId="a00731c20e5a5af2" providerId="LiveId" clId="{056D7180-62C6-4CD6-9316-D5FC8218B82A}" dt="2021-08-18T15:37:35.611" v="4038"/>
        <pc:sldMkLst>
          <pc:docMk/>
          <pc:sldMk cId="3020619030" sldId="292"/>
        </pc:sldMkLst>
        <pc:spChg chg="mod">
          <ac:chgData name="Harendra Bikram Shah" userId="a00731c20e5a5af2" providerId="LiveId" clId="{056D7180-62C6-4CD6-9316-D5FC8218B82A}" dt="2021-08-14T17:30:25.684" v="3941" actId="113"/>
          <ac:spMkLst>
            <pc:docMk/>
            <pc:sldMk cId="3020619030" sldId="292"/>
            <ac:spMk id="2" creationId="{50648714-5744-4D73-A9EA-A1D4E18C0518}"/>
          </ac:spMkLst>
        </pc:spChg>
        <pc:spChg chg="del">
          <ac:chgData name="Harendra Bikram Shah" userId="a00731c20e5a5af2" providerId="LiveId" clId="{056D7180-62C6-4CD6-9316-D5FC8218B82A}" dt="2021-08-14T17:30:18.316" v="3939" actId="478"/>
          <ac:spMkLst>
            <pc:docMk/>
            <pc:sldMk cId="3020619030" sldId="292"/>
            <ac:spMk id="3" creationId="{21E3122E-D878-4CCD-ABA4-ECBC92623B9D}"/>
          </ac:spMkLst>
        </pc:spChg>
        <pc:spChg chg="add mod">
          <ac:chgData name="Harendra Bikram Shah" userId="a00731c20e5a5af2" providerId="LiveId" clId="{056D7180-62C6-4CD6-9316-D5FC8218B82A}" dt="2021-08-18T15:37:02.660" v="4032" actId="20577"/>
          <ac:spMkLst>
            <pc:docMk/>
            <pc:sldMk cId="3020619030" sldId="292"/>
            <ac:spMk id="4" creationId="{4318E840-4376-4C28-9CD1-EBC68194DBB5}"/>
          </ac:spMkLst>
        </pc:spChg>
        <pc:spChg chg="add mod">
          <ac:chgData name="Harendra Bikram Shah" userId="a00731c20e5a5af2" providerId="LiveId" clId="{056D7180-62C6-4CD6-9316-D5FC8218B82A}" dt="2021-08-18T15:37:35.611" v="4038"/>
          <ac:spMkLst>
            <pc:docMk/>
            <pc:sldMk cId="3020619030" sldId="292"/>
            <ac:spMk id="6" creationId="{B178CD11-3B5E-435A-AE18-715F8A90BE78}"/>
          </ac:spMkLst>
        </pc:spChg>
      </pc:sldChg>
      <pc:sldChg chg="addSp delSp modSp add mod">
        <pc:chgData name="Harendra Bikram Shah" userId="a00731c20e5a5af2" providerId="LiveId" clId="{056D7180-62C6-4CD6-9316-D5FC8218B82A}" dt="2021-08-18T16:00:16.498" v="4146" actId="20577"/>
        <pc:sldMkLst>
          <pc:docMk/>
          <pc:sldMk cId="3784669454" sldId="293"/>
        </pc:sldMkLst>
        <pc:spChg chg="del">
          <ac:chgData name="Harendra Bikram Shah" userId="a00731c20e5a5af2" providerId="LiveId" clId="{056D7180-62C6-4CD6-9316-D5FC8218B82A}" dt="2021-08-18T15:38:03.597" v="4042" actId="478"/>
          <ac:spMkLst>
            <pc:docMk/>
            <pc:sldMk cId="3784669454" sldId="293"/>
            <ac:spMk id="2" creationId="{50648714-5744-4D73-A9EA-A1D4E18C0518}"/>
          </ac:spMkLst>
        </pc:spChg>
        <pc:spChg chg="del">
          <ac:chgData name="Harendra Bikram Shah" userId="a00731c20e5a5af2" providerId="LiveId" clId="{056D7180-62C6-4CD6-9316-D5FC8218B82A}" dt="2021-08-18T15:38:02.218" v="4041" actId="478"/>
          <ac:spMkLst>
            <pc:docMk/>
            <pc:sldMk cId="3784669454" sldId="293"/>
            <ac:spMk id="4" creationId="{4318E840-4376-4C28-9CD1-EBC68194DBB5}"/>
          </ac:spMkLst>
        </pc:spChg>
        <pc:spChg chg="add del mod">
          <ac:chgData name="Harendra Bikram Shah" userId="a00731c20e5a5af2" providerId="LiveId" clId="{056D7180-62C6-4CD6-9316-D5FC8218B82A}" dt="2021-08-18T15:38:04.892" v="4043" actId="478"/>
          <ac:spMkLst>
            <pc:docMk/>
            <pc:sldMk cId="3784669454" sldId="293"/>
            <ac:spMk id="5" creationId="{721E87AB-67E4-4565-9583-829622A745ED}"/>
          </ac:spMkLst>
        </pc:spChg>
        <pc:spChg chg="del">
          <ac:chgData name="Harendra Bikram Shah" userId="a00731c20e5a5af2" providerId="LiveId" clId="{056D7180-62C6-4CD6-9316-D5FC8218B82A}" dt="2021-08-18T15:37:59.236" v="4040" actId="478"/>
          <ac:spMkLst>
            <pc:docMk/>
            <pc:sldMk cId="3784669454" sldId="293"/>
            <ac:spMk id="6" creationId="{B178CD11-3B5E-435A-AE18-715F8A90BE78}"/>
          </ac:spMkLst>
        </pc:spChg>
        <pc:spChg chg="add mod">
          <ac:chgData name="Harendra Bikram Shah" userId="a00731c20e5a5af2" providerId="LiveId" clId="{056D7180-62C6-4CD6-9316-D5FC8218B82A}" dt="2021-08-18T16:00:16.498" v="4146" actId="20577"/>
          <ac:spMkLst>
            <pc:docMk/>
            <pc:sldMk cId="3784669454" sldId="293"/>
            <ac:spMk id="8" creationId="{4E482EAE-0475-4DD8-B2C4-57529333C81F}"/>
          </ac:spMkLst>
        </pc:spChg>
      </pc:sldChg>
      <pc:sldChg chg="addSp delSp modSp add mod">
        <pc:chgData name="Harendra Bikram Shah" userId="a00731c20e5a5af2" providerId="LiveId" clId="{056D7180-62C6-4CD6-9316-D5FC8218B82A}" dt="2021-08-18T16:21:06.721" v="4259" actId="20577"/>
        <pc:sldMkLst>
          <pc:docMk/>
          <pc:sldMk cId="484999633" sldId="294"/>
        </pc:sldMkLst>
        <pc:spChg chg="add del mod">
          <ac:chgData name="Harendra Bikram Shah" userId="a00731c20e5a5af2" providerId="LiveId" clId="{056D7180-62C6-4CD6-9316-D5FC8218B82A}" dt="2021-08-18T16:18:26.890" v="4162" actId="478"/>
          <ac:spMkLst>
            <pc:docMk/>
            <pc:sldMk cId="484999633" sldId="294"/>
            <ac:spMk id="4" creationId="{86743AA3-13A4-48B1-9137-91B0CB8D1621}"/>
          </ac:spMkLst>
        </pc:spChg>
        <pc:spChg chg="add mod">
          <ac:chgData name="Harendra Bikram Shah" userId="a00731c20e5a5af2" providerId="LiveId" clId="{056D7180-62C6-4CD6-9316-D5FC8218B82A}" dt="2021-08-18T16:21:06.721" v="4259" actId="20577"/>
          <ac:spMkLst>
            <pc:docMk/>
            <pc:sldMk cId="484999633" sldId="294"/>
            <ac:spMk id="5" creationId="{B2629588-19ED-4FAF-A200-7E9B1F565FB1}"/>
          </ac:spMkLst>
        </pc:spChg>
        <pc:spChg chg="add mod">
          <ac:chgData name="Harendra Bikram Shah" userId="a00731c20e5a5af2" providerId="LiveId" clId="{056D7180-62C6-4CD6-9316-D5FC8218B82A}" dt="2021-08-18T16:18:59.625" v="4173" actId="20577"/>
          <ac:spMkLst>
            <pc:docMk/>
            <pc:sldMk cId="484999633" sldId="294"/>
            <ac:spMk id="6" creationId="{C6CCE696-62A3-4CE8-BBAB-442F5106F7B2}"/>
          </ac:spMkLst>
        </pc:spChg>
        <pc:spChg chg="del">
          <ac:chgData name="Harendra Bikram Shah" userId="a00731c20e5a5af2" providerId="LiveId" clId="{056D7180-62C6-4CD6-9316-D5FC8218B82A}" dt="2021-08-18T16:17:30.851" v="4148" actId="478"/>
          <ac:spMkLst>
            <pc:docMk/>
            <pc:sldMk cId="484999633" sldId="294"/>
            <ac:spMk id="8" creationId="{4E482EAE-0475-4DD8-B2C4-57529333C81F}"/>
          </ac:spMkLst>
        </pc:spChg>
        <pc:spChg chg="add mod">
          <ac:chgData name="Harendra Bikram Shah" userId="a00731c20e5a5af2" providerId="LiveId" clId="{056D7180-62C6-4CD6-9316-D5FC8218B82A}" dt="2021-08-18T16:20:18.702" v="4207" actId="1076"/>
          <ac:spMkLst>
            <pc:docMk/>
            <pc:sldMk cId="484999633" sldId="294"/>
            <ac:spMk id="11" creationId="{93938769-E089-4EC7-B4C4-20CC8EB8C263}"/>
          </ac:spMkLst>
        </pc:spChg>
        <pc:picChg chg="add mod">
          <ac:chgData name="Harendra Bikram Shah" userId="a00731c20e5a5af2" providerId="LiveId" clId="{056D7180-62C6-4CD6-9316-D5FC8218B82A}" dt="2021-08-18T16:20:16.157" v="4206" actId="1076"/>
          <ac:picMkLst>
            <pc:docMk/>
            <pc:sldMk cId="484999633" sldId="294"/>
            <ac:picMk id="1026" creationId="{1949E4DF-4AE1-4DC4-AA42-65567D9B1F82}"/>
          </ac:picMkLst>
        </pc:picChg>
        <pc:picChg chg="add mod">
          <ac:chgData name="Harendra Bikram Shah" userId="a00731c20e5a5af2" providerId="LiveId" clId="{056D7180-62C6-4CD6-9316-D5FC8218B82A}" dt="2021-08-18T16:20:02.845" v="4201" actId="14100"/>
          <ac:picMkLst>
            <pc:docMk/>
            <pc:sldMk cId="484999633" sldId="294"/>
            <ac:picMk id="1027" creationId="{1F5FE240-8F0B-4D98-8B8C-5AA3ED0BBB8E}"/>
          </ac:picMkLst>
        </pc:picChg>
      </pc:sldChg>
      <pc:sldChg chg="addSp delSp modSp new mod">
        <pc:chgData name="Harendra Bikram Shah" userId="a00731c20e5a5af2" providerId="LiveId" clId="{056D7180-62C6-4CD6-9316-D5FC8218B82A}" dt="2021-08-18T16:22:03.926" v="4272" actId="1076"/>
        <pc:sldMkLst>
          <pc:docMk/>
          <pc:sldMk cId="4227305059" sldId="295"/>
        </pc:sldMkLst>
        <pc:spChg chg="del">
          <ac:chgData name="Harendra Bikram Shah" userId="a00731c20e5a5af2" providerId="LiveId" clId="{056D7180-62C6-4CD6-9316-D5FC8218B82A}" dt="2021-08-18T16:21:32.170" v="4261" actId="478"/>
          <ac:spMkLst>
            <pc:docMk/>
            <pc:sldMk cId="4227305059" sldId="295"/>
            <ac:spMk id="2" creationId="{6122579C-12C1-41C1-9C0D-E6ADC4945225}"/>
          </ac:spMkLst>
        </pc:spChg>
        <pc:spChg chg="del">
          <ac:chgData name="Harendra Bikram Shah" userId="a00731c20e5a5af2" providerId="LiveId" clId="{056D7180-62C6-4CD6-9316-D5FC8218B82A}" dt="2021-08-18T16:21:33.396" v="4262" actId="478"/>
          <ac:spMkLst>
            <pc:docMk/>
            <pc:sldMk cId="4227305059" sldId="295"/>
            <ac:spMk id="3" creationId="{BB3357E2-9519-43D9-BBC2-4615B84B78B6}"/>
          </ac:spMkLst>
        </pc:spChg>
        <pc:spChg chg="add mod">
          <ac:chgData name="Harendra Bikram Shah" userId="a00731c20e5a5af2" providerId="LiveId" clId="{056D7180-62C6-4CD6-9316-D5FC8218B82A}" dt="2021-08-18T16:21:55.609" v="4268" actId="1076"/>
          <ac:spMkLst>
            <pc:docMk/>
            <pc:sldMk cId="4227305059" sldId="295"/>
            <ac:spMk id="4" creationId="{8A1E81B4-63BE-4067-A1B4-0130EC788787}"/>
          </ac:spMkLst>
        </pc:spChg>
        <pc:picChg chg="add mod">
          <ac:chgData name="Harendra Bikram Shah" userId="a00731c20e5a5af2" providerId="LiveId" clId="{056D7180-62C6-4CD6-9316-D5FC8218B82A}" dt="2021-08-18T16:22:03.926" v="4272" actId="1076"/>
          <ac:picMkLst>
            <pc:docMk/>
            <pc:sldMk cId="4227305059" sldId="295"/>
            <ac:picMk id="2050" creationId="{7A1F1E47-BF6E-4C01-98CE-225E07D3D319}"/>
          </ac:picMkLst>
        </pc:picChg>
      </pc:sldChg>
      <pc:sldChg chg="addSp delSp modSp add mod">
        <pc:chgData name="Harendra Bikram Shah" userId="a00731c20e5a5af2" providerId="LiveId" clId="{056D7180-62C6-4CD6-9316-D5FC8218B82A}" dt="2021-08-18T16:26:42.226" v="4354" actId="1076"/>
        <pc:sldMkLst>
          <pc:docMk/>
          <pc:sldMk cId="561791043" sldId="296"/>
        </pc:sldMkLst>
        <pc:spChg chg="add mod">
          <ac:chgData name="Harendra Bikram Shah" userId="a00731c20e5a5af2" providerId="LiveId" clId="{056D7180-62C6-4CD6-9316-D5FC8218B82A}" dt="2021-08-18T16:23:48.852" v="4309" actId="113"/>
          <ac:spMkLst>
            <pc:docMk/>
            <pc:sldMk cId="561791043" sldId="296"/>
            <ac:spMk id="3" creationId="{52F1A56E-06C6-4B4B-BC1B-7F2EC98A62D5}"/>
          </ac:spMkLst>
        </pc:spChg>
        <pc:spChg chg="del">
          <ac:chgData name="Harendra Bikram Shah" userId="a00731c20e5a5af2" providerId="LiveId" clId="{056D7180-62C6-4CD6-9316-D5FC8218B82A}" dt="2021-08-18T16:22:31.747" v="4275" actId="478"/>
          <ac:spMkLst>
            <pc:docMk/>
            <pc:sldMk cId="561791043" sldId="296"/>
            <ac:spMk id="4" creationId="{8A1E81B4-63BE-4067-A1B4-0130EC788787}"/>
          </ac:spMkLst>
        </pc:spChg>
        <pc:spChg chg="add mod">
          <ac:chgData name="Harendra Bikram Shah" userId="a00731c20e5a5af2" providerId="LiveId" clId="{056D7180-62C6-4CD6-9316-D5FC8218B82A}" dt="2021-08-18T16:22:58.430" v="4287" actId="20577"/>
          <ac:spMkLst>
            <pc:docMk/>
            <pc:sldMk cId="561791043" sldId="296"/>
            <ac:spMk id="5" creationId="{B0C21124-FFEA-458A-80A8-67BE235AB81C}"/>
          </ac:spMkLst>
        </pc:spChg>
        <pc:spChg chg="add mod">
          <ac:chgData name="Harendra Bikram Shah" userId="a00731c20e5a5af2" providerId="LiveId" clId="{056D7180-62C6-4CD6-9316-D5FC8218B82A}" dt="2021-08-18T16:26:42.226" v="4354" actId="1076"/>
          <ac:spMkLst>
            <pc:docMk/>
            <pc:sldMk cId="561791043" sldId="296"/>
            <ac:spMk id="9" creationId="{9C39224F-6942-4F9C-8194-36346E8ED271}"/>
          </ac:spMkLst>
        </pc:spChg>
        <pc:picChg chg="del">
          <ac:chgData name="Harendra Bikram Shah" userId="a00731c20e5a5af2" providerId="LiveId" clId="{056D7180-62C6-4CD6-9316-D5FC8218B82A}" dt="2021-08-18T16:22:29.951" v="4274" actId="478"/>
          <ac:picMkLst>
            <pc:docMk/>
            <pc:sldMk cId="561791043" sldId="296"/>
            <ac:picMk id="2050" creationId="{7A1F1E47-BF6E-4C01-98CE-225E07D3D319}"/>
          </ac:picMkLst>
        </pc:picChg>
        <pc:picChg chg="add mod">
          <ac:chgData name="Harendra Bikram Shah" userId="a00731c20e5a5af2" providerId="LiveId" clId="{056D7180-62C6-4CD6-9316-D5FC8218B82A}" dt="2021-08-18T16:24:09.937" v="4315" actId="14100"/>
          <ac:picMkLst>
            <pc:docMk/>
            <pc:sldMk cId="561791043" sldId="296"/>
            <ac:picMk id="3074" creationId="{9255373C-E634-4199-8967-90B74A5F9B71}"/>
          </ac:picMkLst>
        </pc:picChg>
        <pc:picChg chg="add mod">
          <ac:chgData name="Harendra Bikram Shah" userId="a00731c20e5a5af2" providerId="LiveId" clId="{056D7180-62C6-4CD6-9316-D5FC8218B82A}" dt="2021-08-18T16:23:44.646" v="4308" actId="14100"/>
          <ac:picMkLst>
            <pc:docMk/>
            <pc:sldMk cId="561791043" sldId="296"/>
            <ac:picMk id="3075" creationId="{0ED6D5A4-8495-41C7-A1CF-3E3CF51C5EDD}"/>
          </ac:picMkLst>
        </pc:picChg>
      </pc:sldChg>
      <pc:sldChg chg="addSp delSp modSp add mod">
        <pc:chgData name="Harendra Bikram Shah" userId="a00731c20e5a5af2" providerId="LiveId" clId="{056D7180-62C6-4CD6-9316-D5FC8218B82A}" dt="2021-08-18T16:24:52.608" v="4330" actId="113"/>
        <pc:sldMkLst>
          <pc:docMk/>
          <pc:sldMk cId="3507498177" sldId="297"/>
        </pc:sldMkLst>
        <pc:spChg chg="add mod">
          <ac:chgData name="Harendra Bikram Shah" userId="a00731c20e5a5af2" providerId="LiveId" clId="{056D7180-62C6-4CD6-9316-D5FC8218B82A}" dt="2021-08-18T16:24:52.608" v="4330" actId="113"/>
          <ac:spMkLst>
            <pc:docMk/>
            <pc:sldMk cId="3507498177" sldId="297"/>
            <ac:spMk id="2" creationId="{955A4199-E063-4BD4-AE1C-6B00F7076CBE}"/>
          </ac:spMkLst>
        </pc:spChg>
        <pc:spChg chg="del">
          <ac:chgData name="Harendra Bikram Shah" userId="a00731c20e5a5af2" providerId="LiveId" clId="{056D7180-62C6-4CD6-9316-D5FC8218B82A}" dt="2021-08-18T16:24:21.011" v="4319" actId="478"/>
          <ac:spMkLst>
            <pc:docMk/>
            <pc:sldMk cId="3507498177" sldId="297"/>
            <ac:spMk id="3" creationId="{52F1A56E-06C6-4B4B-BC1B-7F2EC98A62D5}"/>
          </ac:spMkLst>
        </pc:spChg>
        <pc:spChg chg="del">
          <ac:chgData name="Harendra Bikram Shah" userId="a00731c20e5a5af2" providerId="LiveId" clId="{056D7180-62C6-4CD6-9316-D5FC8218B82A}" dt="2021-08-18T16:24:22.786" v="4320" actId="478"/>
          <ac:spMkLst>
            <pc:docMk/>
            <pc:sldMk cId="3507498177" sldId="297"/>
            <ac:spMk id="5" creationId="{B0C21124-FFEA-458A-80A8-67BE235AB81C}"/>
          </ac:spMkLst>
        </pc:spChg>
        <pc:spChg chg="del">
          <ac:chgData name="Harendra Bikram Shah" userId="a00731c20e5a5af2" providerId="LiveId" clId="{056D7180-62C6-4CD6-9316-D5FC8218B82A}" dt="2021-08-18T16:24:24.561" v="4321" actId="478"/>
          <ac:spMkLst>
            <pc:docMk/>
            <pc:sldMk cId="3507498177" sldId="297"/>
            <ac:spMk id="9" creationId="{9C39224F-6942-4F9C-8194-36346E8ED271}"/>
          </ac:spMkLst>
        </pc:spChg>
        <pc:picChg chg="del">
          <ac:chgData name="Harendra Bikram Shah" userId="a00731c20e5a5af2" providerId="LiveId" clId="{056D7180-62C6-4CD6-9316-D5FC8218B82A}" dt="2021-08-18T16:24:17.610" v="4317" actId="478"/>
          <ac:picMkLst>
            <pc:docMk/>
            <pc:sldMk cId="3507498177" sldId="297"/>
            <ac:picMk id="3074" creationId="{9255373C-E634-4199-8967-90B74A5F9B71}"/>
          </ac:picMkLst>
        </pc:picChg>
        <pc:picChg chg="del">
          <ac:chgData name="Harendra Bikram Shah" userId="a00731c20e5a5af2" providerId="LiveId" clId="{056D7180-62C6-4CD6-9316-D5FC8218B82A}" dt="2021-08-18T16:24:19.388" v="4318" actId="478"/>
          <ac:picMkLst>
            <pc:docMk/>
            <pc:sldMk cId="3507498177" sldId="297"/>
            <ac:picMk id="3075" creationId="{0ED6D5A4-8495-41C7-A1CF-3E3CF51C5EDD}"/>
          </ac:picMkLst>
        </pc:picChg>
        <pc:picChg chg="add mod">
          <ac:chgData name="Harendra Bikram Shah" userId="a00731c20e5a5af2" providerId="LiveId" clId="{056D7180-62C6-4CD6-9316-D5FC8218B82A}" dt="2021-08-18T16:24:49.501" v="4329" actId="14100"/>
          <ac:picMkLst>
            <pc:docMk/>
            <pc:sldMk cId="3507498177" sldId="297"/>
            <ac:picMk id="4098" creationId="{4D1F389F-426D-4B2A-B727-336773FB8E6B}"/>
          </ac:picMkLst>
        </pc:picChg>
      </pc:sldChg>
      <pc:sldChg chg="addSp delSp modSp add mod">
        <pc:chgData name="Harendra Bikram Shah" userId="a00731c20e5a5af2" providerId="LiveId" clId="{056D7180-62C6-4CD6-9316-D5FC8218B82A}" dt="2021-08-18T16:26:55.535" v="4359" actId="14100"/>
        <pc:sldMkLst>
          <pc:docMk/>
          <pc:sldMk cId="3552910691" sldId="298"/>
        </pc:sldMkLst>
        <pc:spChg chg="del">
          <ac:chgData name="Harendra Bikram Shah" userId="a00731c20e5a5af2" providerId="LiveId" clId="{056D7180-62C6-4CD6-9316-D5FC8218B82A}" dt="2021-08-18T16:25:32.086" v="4333" actId="478"/>
          <ac:spMkLst>
            <pc:docMk/>
            <pc:sldMk cId="3552910691" sldId="298"/>
            <ac:spMk id="2" creationId="{955A4199-E063-4BD4-AE1C-6B00F7076CBE}"/>
          </ac:spMkLst>
        </pc:spChg>
        <pc:spChg chg="add del mod">
          <ac:chgData name="Harendra Bikram Shah" userId="a00731c20e5a5af2" providerId="LiveId" clId="{056D7180-62C6-4CD6-9316-D5FC8218B82A}" dt="2021-08-18T16:26:38.498" v="4353" actId="478"/>
          <ac:spMkLst>
            <pc:docMk/>
            <pc:sldMk cId="3552910691" sldId="298"/>
            <ac:spMk id="4" creationId="{F0350D00-63CA-4B60-BD36-EC835DA138D1}"/>
          </ac:spMkLst>
        </pc:spChg>
        <pc:spChg chg="add mod">
          <ac:chgData name="Harendra Bikram Shah" userId="a00731c20e5a5af2" providerId="LiveId" clId="{056D7180-62C6-4CD6-9316-D5FC8218B82A}" dt="2021-08-18T16:26:11.282" v="4349" actId="20577"/>
          <ac:spMkLst>
            <pc:docMk/>
            <pc:sldMk cId="3552910691" sldId="298"/>
            <ac:spMk id="5" creationId="{8FDDEDA4-440B-410C-83A2-6805A906105E}"/>
          </ac:spMkLst>
        </pc:spChg>
        <pc:spChg chg="add mod">
          <ac:chgData name="Harendra Bikram Shah" userId="a00731c20e5a5af2" providerId="LiveId" clId="{056D7180-62C6-4CD6-9316-D5FC8218B82A}" dt="2021-08-18T16:26:53.835" v="4358" actId="1076"/>
          <ac:spMkLst>
            <pc:docMk/>
            <pc:sldMk cId="3552910691" sldId="298"/>
            <ac:spMk id="8" creationId="{AD2086DA-498E-4C7F-9B7F-6C2E016C94ED}"/>
          </ac:spMkLst>
        </pc:spChg>
        <pc:picChg chg="del">
          <ac:chgData name="Harendra Bikram Shah" userId="a00731c20e5a5af2" providerId="LiveId" clId="{056D7180-62C6-4CD6-9316-D5FC8218B82A}" dt="2021-08-18T16:25:30.675" v="4332" actId="478"/>
          <ac:picMkLst>
            <pc:docMk/>
            <pc:sldMk cId="3552910691" sldId="298"/>
            <ac:picMk id="4098" creationId="{4D1F389F-426D-4B2A-B727-336773FB8E6B}"/>
          </ac:picMkLst>
        </pc:picChg>
        <pc:picChg chg="add mod">
          <ac:chgData name="Harendra Bikram Shah" userId="a00731c20e5a5af2" providerId="LiveId" clId="{056D7180-62C6-4CD6-9316-D5FC8218B82A}" dt="2021-08-18T16:26:55.535" v="4359" actId="14100"/>
          <ac:picMkLst>
            <pc:docMk/>
            <pc:sldMk cId="3552910691" sldId="298"/>
            <ac:picMk id="5122" creationId="{B3EB4EAF-5F5F-4921-BAEF-AE94D1E995D0}"/>
          </ac:picMkLst>
        </pc:picChg>
      </pc:sldChg>
      <pc:sldChg chg="addSp delSp modSp new mod">
        <pc:chgData name="Harendra Bikram Shah" userId="a00731c20e5a5af2" providerId="LiveId" clId="{056D7180-62C6-4CD6-9316-D5FC8218B82A}" dt="2021-08-18T16:28:23.102" v="4383" actId="113"/>
        <pc:sldMkLst>
          <pc:docMk/>
          <pc:sldMk cId="2060820635" sldId="299"/>
        </pc:sldMkLst>
        <pc:spChg chg="del">
          <ac:chgData name="Harendra Bikram Shah" userId="a00731c20e5a5af2" providerId="LiveId" clId="{056D7180-62C6-4CD6-9316-D5FC8218B82A}" dt="2021-08-18T16:27:01.986" v="4361" actId="478"/>
          <ac:spMkLst>
            <pc:docMk/>
            <pc:sldMk cId="2060820635" sldId="299"/>
            <ac:spMk id="2" creationId="{17F93179-22EB-481E-A6E2-A5CE906FBFEE}"/>
          </ac:spMkLst>
        </pc:spChg>
        <pc:spChg chg="del">
          <ac:chgData name="Harendra Bikram Shah" userId="a00731c20e5a5af2" providerId="LiveId" clId="{056D7180-62C6-4CD6-9316-D5FC8218B82A}" dt="2021-08-18T16:27:03.700" v="4362" actId="478"/>
          <ac:spMkLst>
            <pc:docMk/>
            <pc:sldMk cId="2060820635" sldId="299"/>
            <ac:spMk id="3" creationId="{9A1A3A53-AD14-4FFB-AC75-F9C7CDA0F3E8}"/>
          </ac:spMkLst>
        </pc:spChg>
        <pc:spChg chg="add mod">
          <ac:chgData name="Harendra Bikram Shah" userId="a00731c20e5a5af2" providerId="LiveId" clId="{056D7180-62C6-4CD6-9316-D5FC8218B82A}" dt="2021-08-18T16:27:49.081" v="4378" actId="113"/>
          <ac:spMkLst>
            <pc:docMk/>
            <pc:sldMk cId="2060820635" sldId="299"/>
            <ac:spMk id="4" creationId="{EE951A61-AE84-4ADE-8B5A-0AEDD5DED94A}"/>
          </ac:spMkLst>
        </pc:spChg>
        <pc:spChg chg="add mod">
          <ac:chgData name="Harendra Bikram Shah" userId="a00731c20e5a5af2" providerId="LiveId" clId="{056D7180-62C6-4CD6-9316-D5FC8218B82A}" dt="2021-08-18T16:28:23.102" v="4383" actId="113"/>
          <ac:spMkLst>
            <pc:docMk/>
            <pc:sldMk cId="2060820635" sldId="299"/>
            <ac:spMk id="7" creationId="{240CEA63-2608-4070-BD8F-AE88E4642A54}"/>
          </ac:spMkLst>
        </pc:spChg>
        <pc:picChg chg="add mod">
          <ac:chgData name="Harendra Bikram Shah" userId="a00731c20e5a5af2" providerId="LiveId" clId="{056D7180-62C6-4CD6-9316-D5FC8218B82A}" dt="2021-08-18T16:27:44.121" v="4376" actId="14100"/>
          <ac:picMkLst>
            <pc:docMk/>
            <pc:sldMk cId="2060820635" sldId="299"/>
            <ac:picMk id="6146" creationId="{A1D2EA52-DA0C-48BC-AEA8-7101B8B458B7}"/>
          </ac:picMkLst>
        </pc:picChg>
      </pc:sldChg>
      <pc:sldChg chg="addSp delSp modSp add mod">
        <pc:chgData name="Harendra Bikram Shah" userId="a00731c20e5a5af2" providerId="LiveId" clId="{056D7180-62C6-4CD6-9316-D5FC8218B82A}" dt="2021-08-18T16:28:58.429" v="4395" actId="14100"/>
        <pc:sldMkLst>
          <pc:docMk/>
          <pc:sldMk cId="3999196182" sldId="300"/>
        </pc:sldMkLst>
        <pc:spChg chg="add mod">
          <ac:chgData name="Harendra Bikram Shah" userId="a00731c20e5a5af2" providerId="LiveId" clId="{056D7180-62C6-4CD6-9316-D5FC8218B82A}" dt="2021-08-18T16:28:52.877" v="4392" actId="113"/>
          <ac:spMkLst>
            <pc:docMk/>
            <pc:sldMk cId="3999196182" sldId="300"/>
            <ac:spMk id="2" creationId="{4FF34C37-8DB0-4060-98E8-1ABF9D5C5099}"/>
          </ac:spMkLst>
        </pc:spChg>
        <pc:spChg chg="del">
          <ac:chgData name="Harendra Bikram Shah" userId="a00731c20e5a5af2" providerId="LiveId" clId="{056D7180-62C6-4CD6-9316-D5FC8218B82A}" dt="2021-08-18T16:28:20.203" v="4382" actId="478"/>
          <ac:spMkLst>
            <pc:docMk/>
            <pc:sldMk cId="3999196182" sldId="300"/>
            <ac:spMk id="4" creationId="{EE951A61-AE84-4ADE-8B5A-0AEDD5DED94A}"/>
          </ac:spMkLst>
        </pc:spChg>
        <pc:spChg chg="del">
          <ac:chgData name="Harendra Bikram Shah" userId="a00731c20e5a5af2" providerId="LiveId" clId="{056D7180-62C6-4CD6-9316-D5FC8218B82A}" dt="2021-08-18T16:28:18.951" v="4381" actId="478"/>
          <ac:spMkLst>
            <pc:docMk/>
            <pc:sldMk cId="3999196182" sldId="300"/>
            <ac:spMk id="7" creationId="{240CEA63-2608-4070-BD8F-AE88E4642A54}"/>
          </ac:spMkLst>
        </pc:spChg>
        <pc:picChg chg="del">
          <ac:chgData name="Harendra Bikram Shah" userId="a00731c20e5a5af2" providerId="LiveId" clId="{056D7180-62C6-4CD6-9316-D5FC8218B82A}" dt="2021-08-18T16:28:17.337" v="4380" actId="478"/>
          <ac:picMkLst>
            <pc:docMk/>
            <pc:sldMk cId="3999196182" sldId="300"/>
            <ac:picMk id="6146" creationId="{A1D2EA52-DA0C-48BC-AEA8-7101B8B458B7}"/>
          </ac:picMkLst>
        </pc:picChg>
        <pc:picChg chg="add mod">
          <ac:chgData name="Harendra Bikram Shah" userId="a00731c20e5a5af2" providerId="LiveId" clId="{056D7180-62C6-4CD6-9316-D5FC8218B82A}" dt="2021-08-18T16:28:58.429" v="4395" actId="14100"/>
          <ac:picMkLst>
            <pc:docMk/>
            <pc:sldMk cId="3999196182" sldId="300"/>
            <ac:picMk id="7170" creationId="{29665F24-CDCD-4DEA-96A0-E58C20791CCC}"/>
          </ac:picMkLst>
        </pc:picChg>
      </pc:sldChg>
      <pc:sldChg chg="addSp delSp modSp add mod">
        <pc:chgData name="Harendra Bikram Shah" userId="a00731c20e5a5af2" providerId="LiveId" clId="{056D7180-62C6-4CD6-9316-D5FC8218B82A}" dt="2021-08-18T16:30:42.064" v="4425" actId="113"/>
        <pc:sldMkLst>
          <pc:docMk/>
          <pc:sldMk cId="1073983503" sldId="301"/>
        </pc:sldMkLst>
        <pc:spChg chg="del">
          <ac:chgData name="Harendra Bikram Shah" userId="a00731c20e5a5af2" providerId="LiveId" clId="{056D7180-62C6-4CD6-9316-D5FC8218B82A}" dt="2021-08-18T16:29:36.202" v="4398" actId="478"/>
          <ac:spMkLst>
            <pc:docMk/>
            <pc:sldMk cId="1073983503" sldId="301"/>
            <ac:spMk id="2" creationId="{4FF34C37-8DB0-4060-98E8-1ABF9D5C5099}"/>
          </ac:spMkLst>
        </pc:spChg>
        <pc:spChg chg="add mod">
          <ac:chgData name="Harendra Bikram Shah" userId="a00731c20e5a5af2" providerId="LiveId" clId="{056D7180-62C6-4CD6-9316-D5FC8218B82A}" dt="2021-08-18T16:30:42.064" v="4425" actId="113"/>
          <ac:spMkLst>
            <pc:docMk/>
            <pc:sldMk cId="1073983503" sldId="301"/>
            <ac:spMk id="4" creationId="{A6C6C048-4B31-4104-8073-CCD5E9FD358D}"/>
          </ac:spMkLst>
        </pc:spChg>
        <pc:spChg chg="add mod">
          <ac:chgData name="Harendra Bikram Shah" userId="a00731c20e5a5af2" providerId="LiveId" clId="{056D7180-62C6-4CD6-9316-D5FC8218B82A}" dt="2021-08-18T16:30:02.784" v="4413" actId="20577"/>
          <ac:spMkLst>
            <pc:docMk/>
            <pc:sldMk cId="1073983503" sldId="301"/>
            <ac:spMk id="5" creationId="{51B3D465-659B-4A1E-B405-F32A26CA6BF2}"/>
          </ac:spMkLst>
        </pc:spChg>
        <pc:picChg chg="del">
          <ac:chgData name="Harendra Bikram Shah" userId="a00731c20e5a5af2" providerId="LiveId" clId="{056D7180-62C6-4CD6-9316-D5FC8218B82A}" dt="2021-08-18T16:29:34.697" v="4397" actId="478"/>
          <ac:picMkLst>
            <pc:docMk/>
            <pc:sldMk cId="1073983503" sldId="301"/>
            <ac:picMk id="7170" creationId="{29665F24-CDCD-4DEA-96A0-E58C20791CCC}"/>
          </ac:picMkLst>
        </pc:picChg>
        <pc:picChg chg="add mod">
          <ac:chgData name="Harendra Bikram Shah" userId="a00731c20e5a5af2" providerId="LiveId" clId="{056D7180-62C6-4CD6-9316-D5FC8218B82A}" dt="2021-08-18T16:30:37.420" v="4423" actId="14100"/>
          <ac:picMkLst>
            <pc:docMk/>
            <pc:sldMk cId="1073983503" sldId="301"/>
            <ac:picMk id="8194" creationId="{AE9CB181-5F1A-4261-A699-435845D39F76}"/>
          </ac:picMkLst>
        </pc:picChg>
      </pc:sldChg>
      <pc:sldChg chg="addSp delSp modSp add mod">
        <pc:chgData name="Harendra Bikram Shah" userId="a00731c20e5a5af2" providerId="LiveId" clId="{056D7180-62C6-4CD6-9316-D5FC8218B82A}" dt="2021-08-18T16:31:40.741" v="4438" actId="14100"/>
        <pc:sldMkLst>
          <pc:docMk/>
          <pc:sldMk cId="913805490" sldId="302"/>
        </pc:sldMkLst>
        <pc:spChg chg="add mod">
          <ac:chgData name="Harendra Bikram Shah" userId="a00731c20e5a5af2" providerId="LiveId" clId="{056D7180-62C6-4CD6-9316-D5FC8218B82A}" dt="2021-08-18T16:31:29.721" v="4435" actId="113"/>
          <ac:spMkLst>
            <pc:docMk/>
            <pc:sldMk cId="913805490" sldId="302"/>
            <ac:spMk id="2" creationId="{69CDA320-AD3A-42AD-9C91-2191968CAC8C}"/>
          </ac:spMkLst>
        </pc:spChg>
        <pc:spChg chg="del">
          <ac:chgData name="Harendra Bikram Shah" userId="a00731c20e5a5af2" providerId="LiveId" clId="{056D7180-62C6-4CD6-9316-D5FC8218B82A}" dt="2021-08-18T16:30:54.802" v="4428" actId="478"/>
          <ac:spMkLst>
            <pc:docMk/>
            <pc:sldMk cId="913805490" sldId="302"/>
            <ac:spMk id="4" creationId="{A6C6C048-4B31-4104-8073-CCD5E9FD358D}"/>
          </ac:spMkLst>
        </pc:spChg>
        <pc:spChg chg="del">
          <ac:chgData name="Harendra Bikram Shah" userId="a00731c20e5a5af2" providerId="LiveId" clId="{056D7180-62C6-4CD6-9316-D5FC8218B82A}" dt="2021-08-18T16:30:56.591" v="4429" actId="478"/>
          <ac:spMkLst>
            <pc:docMk/>
            <pc:sldMk cId="913805490" sldId="302"/>
            <ac:spMk id="5" creationId="{51B3D465-659B-4A1E-B405-F32A26CA6BF2}"/>
          </ac:spMkLst>
        </pc:spChg>
        <pc:picChg chg="del">
          <ac:chgData name="Harendra Bikram Shah" userId="a00731c20e5a5af2" providerId="LiveId" clId="{056D7180-62C6-4CD6-9316-D5FC8218B82A}" dt="2021-08-18T16:30:53.087" v="4427" actId="478"/>
          <ac:picMkLst>
            <pc:docMk/>
            <pc:sldMk cId="913805490" sldId="302"/>
            <ac:picMk id="8194" creationId="{AE9CB181-5F1A-4261-A699-435845D39F76}"/>
          </ac:picMkLst>
        </pc:picChg>
        <pc:picChg chg="add mod">
          <ac:chgData name="Harendra Bikram Shah" userId="a00731c20e5a5af2" providerId="LiveId" clId="{056D7180-62C6-4CD6-9316-D5FC8218B82A}" dt="2021-08-18T16:31:40.741" v="4438" actId="14100"/>
          <ac:picMkLst>
            <pc:docMk/>
            <pc:sldMk cId="913805490" sldId="302"/>
            <ac:picMk id="9218" creationId="{62C14D6D-7F41-451B-9E0B-5C52E475C9DE}"/>
          </ac:picMkLst>
        </pc:picChg>
      </pc:sldChg>
      <pc:sldChg chg="addSp delSp modSp add del mod">
        <pc:chgData name="Harendra Bikram Shah" userId="a00731c20e5a5af2" providerId="LiveId" clId="{056D7180-62C6-4CD6-9316-D5FC8218B82A}" dt="2021-08-18T16:32:50.313" v="4504" actId="2696"/>
        <pc:sldMkLst>
          <pc:docMk/>
          <pc:sldMk cId="2645222355" sldId="303"/>
        </pc:sldMkLst>
        <pc:spChg chg="del">
          <ac:chgData name="Harendra Bikram Shah" userId="a00731c20e5a5af2" providerId="LiveId" clId="{056D7180-62C6-4CD6-9316-D5FC8218B82A}" dt="2021-08-18T16:31:48.778" v="4441" actId="478"/>
          <ac:spMkLst>
            <pc:docMk/>
            <pc:sldMk cId="2645222355" sldId="303"/>
            <ac:spMk id="2" creationId="{69CDA320-AD3A-42AD-9C91-2191968CAC8C}"/>
          </ac:spMkLst>
        </pc:spChg>
        <pc:spChg chg="add mod">
          <ac:chgData name="Harendra Bikram Shah" userId="a00731c20e5a5af2" providerId="LiveId" clId="{056D7180-62C6-4CD6-9316-D5FC8218B82A}" dt="2021-08-18T16:32:24.161" v="4502" actId="1076"/>
          <ac:spMkLst>
            <pc:docMk/>
            <pc:sldMk cId="2645222355" sldId="303"/>
            <ac:spMk id="5" creationId="{8CB5964E-8ECA-4D99-99D2-ECD15B06F409}"/>
          </ac:spMkLst>
        </pc:spChg>
        <pc:picChg chg="del">
          <ac:chgData name="Harendra Bikram Shah" userId="a00731c20e5a5af2" providerId="LiveId" clId="{056D7180-62C6-4CD6-9316-D5FC8218B82A}" dt="2021-08-18T16:31:47.151" v="4440" actId="478"/>
          <ac:picMkLst>
            <pc:docMk/>
            <pc:sldMk cId="2645222355" sldId="303"/>
            <ac:picMk id="9218" creationId="{62C14D6D-7F41-451B-9E0B-5C52E475C9DE}"/>
          </ac:picMkLst>
        </pc:picChg>
      </pc:sldChg>
      <pc:sldChg chg="addSp delSp modSp add mod">
        <pc:chgData name="Harendra Bikram Shah" userId="a00731c20e5a5af2" providerId="LiveId" clId="{056D7180-62C6-4CD6-9316-D5FC8218B82A}" dt="2021-08-18T16:33:16.029" v="4514" actId="113"/>
        <pc:sldMkLst>
          <pc:docMk/>
          <pc:sldMk cId="1339584346" sldId="304"/>
        </pc:sldMkLst>
        <pc:spChg chg="add mod">
          <ac:chgData name="Harendra Bikram Shah" userId="a00731c20e5a5af2" providerId="LiveId" clId="{056D7180-62C6-4CD6-9316-D5FC8218B82A}" dt="2021-08-18T16:33:16.029" v="4514" actId="113"/>
          <ac:spMkLst>
            <pc:docMk/>
            <pc:sldMk cId="1339584346" sldId="304"/>
            <ac:spMk id="2" creationId="{D003D744-0FC5-4668-9C23-E7F09ACB8FB3}"/>
          </ac:spMkLst>
        </pc:spChg>
        <pc:spChg chg="del">
          <ac:chgData name="Harendra Bikram Shah" userId="a00731c20e5a5af2" providerId="LiveId" clId="{056D7180-62C6-4CD6-9316-D5FC8218B82A}" dt="2021-08-18T16:32:56.462" v="4506" actId="478"/>
          <ac:spMkLst>
            <pc:docMk/>
            <pc:sldMk cId="1339584346" sldId="304"/>
            <ac:spMk id="5" creationId="{8CB5964E-8ECA-4D99-99D2-ECD15B06F409}"/>
          </ac:spMkLst>
        </pc:spChg>
        <pc:picChg chg="add mod">
          <ac:chgData name="Harendra Bikram Shah" userId="a00731c20e5a5af2" providerId="LiveId" clId="{056D7180-62C6-4CD6-9316-D5FC8218B82A}" dt="2021-08-18T16:33:11.826" v="4513" actId="1076"/>
          <ac:picMkLst>
            <pc:docMk/>
            <pc:sldMk cId="1339584346" sldId="304"/>
            <ac:picMk id="10242" creationId="{65D46AD9-211A-4C3D-B0E8-A0224684E526}"/>
          </ac:picMkLst>
        </pc:picChg>
      </pc:sldChg>
      <pc:sldChg chg="addSp delSp modSp add mod">
        <pc:chgData name="Harendra Bikram Shah" userId="a00731c20e5a5af2" providerId="LiveId" clId="{056D7180-62C6-4CD6-9316-D5FC8218B82A}" dt="2021-08-21T14:57:49.722" v="4844" actId="14100"/>
        <pc:sldMkLst>
          <pc:docMk/>
          <pc:sldMk cId="3914431131" sldId="305"/>
        </pc:sldMkLst>
        <pc:spChg chg="del">
          <ac:chgData name="Harendra Bikram Shah" userId="a00731c20e5a5af2" providerId="LiveId" clId="{056D7180-62C6-4CD6-9316-D5FC8218B82A}" dt="2021-08-18T16:33:37.341" v="4517" actId="478"/>
          <ac:spMkLst>
            <pc:docMk/>
            <pc:sldMk cId="3914431131" sldId="305"/>
            <ac:spMk id="2" creationId="{D003D744-0FC5-4668-9C23-E7F09ACB8FB3}"/>
          </ac:spMkLst>
        </pc:spChg>
        <pc:spChg chg="add del mod">
          <ac:chgData name="Harendra Bikram Shah" userId="a00731c20e5a5af2" providerId="LiveId" clId="{056D7180-62C6-4CD6-9316-D5FC8218B82A}" dt="2021-08-21T14:37:20.274" v="4551" actId="478"/>
          <ac:spMkLst>
            <pc:docMk/>
            <pc:sldMk cId="3914431131" sldId="305"/>
            <ac:spMk id="4" creationId="{D45D46E0-31D1-480D-B6A4-EA2083AE2E02}"/>
          </ac:spMkLst>
        </pc:spChg>
        <pc:spChg chg="add mod">
          <ac:chgData name="Harendra Bikram Shah" userId="a00731c20e5a5af2" providerId="LiveId" clId="{056D7180-62C6-4CD6-9316-D5FC8218B82A}" dt="2021-08-21T14:39:25.246" v="4563" actId="5793"/>
          <ac:spMkLst>
            <pc:docMk/>
            <pc:sldMk cId="3914431131" sldId="305"/>
            <ac:spMk id="5" creationId="{FD33FE62-5457-4B16-9D1F-70045BF0B262}"/>
          </ac:spMkLst>
        </pc:spChg>
        <pc:spChg chg="add mod">
          <ac:chgData name="Harendra Bikram Shah" userId="a00731c20e5a5af2" providerId="LiveId" clId="{056D7180-62C6-4CD6-9316-D5FC8218B82A}" dt="2021-08-21T14:40:37.751" v="4582" actId="1076"/>
          <ac:spMkLst>
            <pc:docMk/>
            <pc:sldMk cId="3914431131" sldId="305"/>
            <ac:spMk id="6" creationId="{F36C94B8-524F-4B7C-AD22-99D4E87E2110}"/>
          </ac:spMkLst>
        </pc:spChg>
        <pc:spChg chg="add mod">
          <ac:chgData name="Harendra Bikram Shah" userId="a00731c20e5a5af2" providerId="LiveId" clId="{056D7180-62C6-4CD6-9316-D5FC8218B82A}" dt="2021-08-21T14:57:49.722" v="4844" actId="14100"/>
          <ac:spMkLst>
            <pc:docMk/>
            <pc:sldMk cId="3914431131" sldId="305"/>
            <ac:spMk id="8" creationId="{959DBB45-7048-4855-96B9-F626DBC200F7}"/>
          </ac:spMkLst>
        </pc:spChg>
        <pc:picChg chg="del">
          <ac:chgData name="Harendra Bikram Shah" userId="a00731c20e5a5af2" providerId="LiveId" clId="{056D7180-62C6-4CD6-9316-D5FC8218B82A}" dt="2021-08-18T16:33:35.402" v="4516" actId="478"/>
          <ac:picMkLst>
            <pc:docMk/>
            <pc:sldMk cId="3914431131" sldId="305"/>
            <ac:picMk id="10242" creationId="{65D46AD9-211A-4C3D-B0E8-A0224684E526}"/>
          </ac:picMkLst>
        </pc:picChg>
      </pc:sldChg>
      <pc:sldChg chg="addSp delSp modSp add mod">
        <pc:chgData name="Harendra Bikram Shah" userId="a00731c20e5a5af2" providerId="LiveId" clId="{056D7180-62C6-4CD6-9316-D5FC8218B82A}" dt="2021-08-21T14:43:17.267" v="4647" actId="1076"/>
        <pc:sldMkLst>
          <pc:docMk/>
          <pc:sldMk cId="2282387687" sldId="306"/>
        </pc:sldMkLst>
        <pc:spChg chg="add mod">
          <ac:chgData name="Harendra Bikram Shah" userId="a00731c20e5a5af2" providerId="LiveId" clId="{056D7180-62C6-4CD6-9316-D5FC8218B82A}" dt="2021-08-21T14:42:38.630" v="4634" actId="113"/>
          <ac:spMkLst>
            <pc:docMk/>
            <pc:sldMk cId="2282387687" sldId="306"/>
            <ac:spMk id="3" creationId="{3795FABB-C2E0-4286-8084-15DE3EF6C182}"/>
          </ac:spMkLst>
        </pc:spChg>
        <pc:spChg chg="del">
          <ac:chgData name="Harendra Bikram Shah" userId="a00731c20e5a5af2" providerId="LiveId" clId="{056D7180-62C6-4CD6-9316-D5FC8218B82A}" dt="2021-08-21T14:41:01.409" v="4594" actId="478"/>
          <ac:spMkLst>
            <pc:docMk/>
            <pc:sldMk cId="2282387687" sldId="306"/>
            <ac:spMk id="5" creationId="{FD33FE62-5457-4B16-9D1F-70045BF0B262}"/>
          </ac:spMkLst>
        </pc:spChg>
        <pc:spChg chg="del">
          <ac:chgData name="Harendra Bikram Shah" userId="a00731c20e5a5af2" providerId="LiveId" clId="{056D7180-62C6-4CD6-9316-D5FC8218B82A}" dt="2021-08-21T14:40:58.234" v="4592" actId="478"/>
          <ac:spMkLst>
            <pc:docMk/>
            <pc:sldMk cId="2282387687" sldId="306"/>
            <ac:spMk id="6" creationId="{F36C94B8-524F-4B7C-AD22-99D4E87E2110}"/>
          </ac:spMkLst>
        </pc:spChg>
        <pc:spChg chg="add mod">
          <ac:chgData name="Harendra Bikram Shah" userId="a00731c20e5a5af2" providerId="LiveId" clId="{056D7180-62C6-4CD6-9316-D5FC8218B82A}" dt="2021-08-21T14:43:17.267" v="4647" actId="1076"/>
          <ac:spMkLst>
            <pc:docMk/>
            <pc:sldMk cId="2282387687" sldId="306"/>
            <ac:spMk id="7" creationId="{0488BD0D-B1CF-429C-A6FE-5593A8B4A36E}"/>
          </ac:spMkLst>
        </pc:spChg>
        <pc:spChg chg="del">
          <ac:chgData name="Harendra Bikram Shah" userId="a00731c20e5a5af2" providerId="LiveId" clId="{056D7180-62C6-4CD6-9316-D5FC8218B82A}" dt="2021-08-21T14:41:00.159" v="4593" actId="478"/>
          <ac:spMkLst>
            <pc:docMk/>
            <pc:sldMk cId="2282387687" sldId="306"/>
            <ac:spMk id="8" creationId="{959DBB45-7048-4855-96B9-F626DBC200F7}"/>
          </ac:spMkLst>
        </pc:spChg>
        <pc:graphicFrameChg chg="add mod modGraphic">
          <ac:chgData name="Harendra Bikram Shah" userId="a00731c20e5a5af2" providerId="LiveId" clId="{056D7180-62C6-4CD6-9316-D5FC8218B82A}" dt="2021-08-21T14:43:09.854" v="4646" actId="14734"/>
          <ac:graphicFrameMkLst>
            <pc:docMk/>
            <pc:sldMk cId="2282387687" sldId="306"/>
            <ac:graphicFrameMk id="2" creationId="{4D965DEF-935F-43DC-AFB3-F15E132E91E6}"/>
          </ac:graphicFrameMkLst>
        </pc:graphicFrameChg>
      </pc:sldChg>
      <pc:sldChg chg="addSp delSp modSp add mod">
        <pc:chgData name="Harendra Bikram Shah" userId="a00731c20e5a5af2" providerId="LiveId" clId="{056D7180-62C6-4CD6-9316-D5FC8218B82A}" dt="2021-08-21T14:44:18.465" v="4668" actId="1076"/>
        <pc:sldMkLst>
          <pc:docMk/>
          <pc:sldMk cId="30628634" sldId="307"/>
        </pc:sldMkLst>
        <pc:spChg chg="del">
          <ac:chgData name="Harendra Bikram Shah" userId="a00731c20e5a5af2" providerId="LiveId" clId="{056D7180-62C6-4CD6-9316-D5FC8218B82A}" dt="2021-08-21T14:43:34.534" v="4651" actId="478"/>
          <ac:spMkLst>
            <pc:docMk/>
            <pc:sldMk cId="30628634" sldId="307"/>
            <ac:spMk id="3" creationId="{3795FABB-C2E0-4286-8084-15DE3EF6C182}"/>
          </ac:spMkLst>
        </pc:spChg>
        <pc:spChg chg="add mod">
          <ac:chgData name="Harendra Bikram Shah" userId="a00731c20e5a5af2" providerId="LiveId" clId="{056D7180-62C6-4CD6-9316-D5FC8218B82A}" dt="2021-08-21T14:44:12.491" v="4664" actId="1076"/>
          <ac:spMkLst>
            <pc:docMk/>
            <pc:sldMk cId="30628634" sldId="307"/>
            <ac:spMk id="4" creationId="{D84B9E31-DC2C-4388-A23A-8E3A68A74684}"/>
          </ac:spMkLst>
        </pc:spChg>
        <pc:spChg chg="del">
          <ac:chgData name="Harendra Bikram Shah" userId="a00731c20e5a5af2" providerId="LiveId" clId="{056D7180-62C6-4CD6-9316-D5FC8218B82A}" dt="2021-08-21T14:43:32.810" v="4650" actId="478"/>
          <ac:spMkLst>
            <pc:docMk/>
            <pc:sldMk cId="30628634" sldId="307"/>
            <ac:spMk id="7" creationId="{0488BD0D-B1CF-429C-A6FE-5593A8B4A36E}"/>
          </ac:spMkLst>
        </pc:spChg>
        <pc:graphicFrameChg chg="del">
          <ac:chgData name="Harendra Bikram Shah" userId="a00731c20e5a5af2" providerId="LiveId" clId="{056D7180-62C6-4CD6-9316-D5FC8218B82A}" dt="2021-08-21T14:43:30.829" v="4649" actId="478"/>
          <ac:graphicFrameMkLst>
            <pc:docMk/>
            <pc:sldMk cId="30628634" sldId="307"/>
            <ac:graphicFrameMk id="2" creationId="{4D965DEF-935F-43DC-AFB3-F15E132E91E6}"/>
          </ac:graphicFrameMkLst>
        </pc:graphicFrameChg>
        <pc:picChg chg="add mod">
          <ac:chgData name="Harendra Bikram Shah" userId="a00731c20e5a5af2" providerId="LiveId" clId="{056D7180-62C6-4CD6-9316-D5FC8218B82A}" dt="2021-08-21T14:44:18.465" v="4668" actId="1076"/>
          <ac:picMkLst>
            <pc:docMk/>
            <pc:sldMk cId="30628634" sldId="307"/>
            <ac:picMk id="2050" creationId="{D7887A7B-BA84-4C60-A21B-39F04ECB7A56}"/>
          </ac:picMkLst>
        </pc:picChg>
      </pc:sldChg>
      <pc:sldChg chg="addSp delSp modSp add mod">
        <pc:chgData name="Harendra Bikram Shah" userId="a00731c20e5a5af2" providerId="LiveId" clId="{056D7180-62C6-4CD6-9316-D5FC8218B82A}" dt="2021-08-21T14:45:18.485" v="4704" actId="14100"/>
        <pc:sldMkLst>
          <pc:docMk/>
          <pc:sldMk cId="2943321522" sldId="308"/>
        </pc:sldMkLst>
        <pc:spChg chg="add mod">
          <ac:chgData name="Harendra Bikram Shah" userId="a00731c20e5a5af2" providerId="LiveId" clId="{056D7180-62C6-4CD6-9316-D5FC8218B82A}" dt="2021-08-21T14:45:10.691" v="4698" actId="113"/>
          <ac:spMkLst>
            <pc:docMk/>
            <pc:sldMk cId="2943321522" sldId="308"/>
            <ac:spMk id="2" creationId="{36864A36-5A99-4EAC-839B-83C0F142F3AE}"/>
          </ac:spMkLst>
        </pc:spChg>
        <pc:spChg chg="del">
          <ac:chgData name="Harendra Bikram Shah" userId="a00731c20e5a5af2" providerId="LiveId" clId="{056D7180-62C6-4CD6-9316-D5FC8218B82A}" dt="2021-08-21T14:44:26.010" v="4671" actId="478"/>
          <ac:spMkLst>
            <pc:docMk/>
            <pc:sldMk cId="2943321522" sldId="308"/>
            <ac:spMk id="4" creationId="{D84B9E31-DC2C-4388-A23A-8E3A68A74684}"/>
          </ac:spMkLst>
        </pc:spChg>
        <pc:picChg chg="del">
          <ac:chgData name="Harendra Bikram Shah" userId="a00731c20e5a5af2" providerId="LiveId" clId="{056D7180-62C6-4CD6-9316-D5FC8218B82A}" dt="2021-08-21T14:44:24.444" v="4670" actId="478"/>
          <ac:picMkLst>
            <pc:docMk/>
            <pc:sldMk cId="2943321522" sldId="308"/>
            <ac:picMk id="2050" creationId="{D7887A7B-BA84-4C60-A21B-39F04ECB7A56}"/>
          </ac:picMkLst>
        </pc:picChg>
        <pc:picChg chg="add mod">
          <ac:chgData name="Harendra Bikram Shah" userId="a00731c20e5a5af2" providerId="LiveId" clId="{056D7180-62C6-4CD6-9316-D5FC8218B82A}" dt="2021-08-21T14:45:18.485" v="4704" actId="14100"/>
          <ac:picMkLst>
            <pc:docMk/>
            <pc:sldMk cId="2943321522" sldId="308"/>
            <ac:picMk id="3074" creationId="{F92D0DC7-4224-4878-AD79-EEEAF2354ED5}"/>
          </ac:picMkLst>
        </pc:picChg>
      </pc:sldChg>
      <pc:sldChg chg="addSp delSp modSp new mod">
        <pc:chgData name="Harendra Bikram Shah" userId="a00731c20e5a5af2" providerId="LiveId" clId="{056D7180-62C6-4CD6-9316-D5FC8218B82A}" dt="2021-08-21T14:57:34.455" v="4832" actId="20577"/>
        <pc:sldMkLst>
          <pc:docMk/>
          <pc:sldMk cId="1714799001" sldId="309"/>
        </pc:sldMkLst>
        <pc:spChg chg="del">
          <ac:chgData name="Harendra Bikram Shah" userId="a00731c20e5a5af2" providerId="LiveId" clId="{056D7180-62C6-4CD6-9316-D5FC8218B82A}" dt="2021-08-21T14:45:33.472" v="4706" actId="478"/>
          <ac:spMkLst>
            <pc:docMk/>
            <pc:sldMk cId="1714799001" sldId="309"/>
            <ac:spMk id="2" creationId="{4DCA9FAB-1FC8-4EDF-B994-11EC1BC7C874}"/>
          </ac:spMkLst>
        </pc:spChg>
        <pc:spChg chg="del">
          <ac:chgData name="Harendra Bikram Shah" userId="a00731c20e5a5af2" providerId="LiveId" clId="{056D7180-62C6-4CD6-9316-D5FC8218B82A}" dt="2021-08-21T14:45:34.423" v="4707" actId="478"/>
          <ac:spMkLst>
            <pc:docMk/>
            <pc:sldMk cId="1714799001" sldId="309"/>
            <ac:spMk id="3" creationId="{9DD91790-29C2-44BF-A26A-41A0DBE040FA}"/>
          </ac:spMkLst>
        </pc:spChg>
        <pc:spChg chg="add mod">
          <ac:chgData name="Harendra Bikram Shah" userId="a00731c20e5a5af2" providerId="LiveId" clId="{056D7180-62C6-4CD6-9316-D5FC8218B82A}" dt="2021-08-21T14:57:34.455" v="4832" actId="20577"/>
          <ac:spMkLst>
            <pc:docMk/>
            <pc:sldMk cId="1714799001" sldId="309"/>
            <ac:spMk id="5" creationId="{B90BF113-94F4-4A0F-ABD2-B1738030F8EF}"/>
          </ac:spMkLst>
        </pc:spChg>
        <pc:spChg chg="add mod">
          <ac:chgData name="Harendra Bikram Shah" userId="a00731c20e5a5af2" providerId="LiveId" clId="{056D7180-62C6-4CD6-9316-D5FC8218B82A}" dt="2021-08-21T14:46:57.793" v="4732" actId="113"/>
          <ac:spMkLst>
            <pc:docMk/>
            <pc:sldMk cId="1714799001" sldId="309"/>
            <ac:spMk id="7" creationId="{86F63600-B563-4DAD-9B71-E07B2097B342}"/>
          </ac:spMkLst>
        </pc:spChg>
        <pc:graphicFrameChg chg="add mod modGraphic">
          <ac:chgData name="Harendra Bikram Shah" userId="a00731c20e5a5af2" providerId="LiveId" clId="{056D7180-62C6-4CD6-9316-D5FC8218B82A}" dt="2021-08-21T14:48:00.809" v="4745" actId="113"/>
          <ac:graphicFrameMkLst>
            <pc:docMk/>
            <pc:sldMk cId="1714799001" sldId="309"/>
            <ac:graphicFrameMk id="6" creationId="{680E62F9-26EF-412E-BBB8-F68656A41489}"/>
          </ac:graphicFrameMkLst>
        </pc:graphicFrameChg>
      </pc:sldChg>
      <pc:sldChg chg="addSp delSp modSp new mod">
        <pc:chgData name="Harendra Bikram Shah" userId="a00731c20e5a5af2" providerId="LiveId" clId="{056D7180-62C6-4CD6-9316-D5FC8218B82A}" dt="2021-08-21T14:51:33.399" v="4817" actId="1076"/>
        <pc:sldMkLst>
          <pc:docMk/>
          <pc:sldMk cId="1441831906" sldId="310"/>
        </pc:sldMkLst>
        <pc:spChg chg="del">
          <ac:chgData name="Harendra Bikram Shah" userId="a00731c20e5a5af2" providerId="LiveId" clId="{056D7180-62C6-4CD6-9316-D5FC8218B82A}" dt="2021-08-21T14:48:13.762" v="4747" actId="478"/>
          <ac:spMkLst>
            <pc:docMk/>
            <pc:sldMk cId="1441831906" sldId="310"/>
            <ac:spMk id="2" creationId="{3E650B78-0882-47C2-B352-A3BBEA56127A}"/>
          </ac:spMkLst>
        </pc:spChg>
        <pc:spChg chg="del">
          <ac:chgData name="Harendra Bikram Shah" userId="a00731c20e5a5af2" providerId="LiveId" clId="{056D7180-62C6-4CD6-9316-D5FC8218B82A}" dt="2021-08-21T14:48:14.937" v="4748" actId="478"/>
          <ac:spMkLst>
            <pc:docMk/>
            <pc:sldMk cId="1441831906" sldId="310"/>
            <ac:spMk id="3" creationId="{122B8633-60C7-411A-B491-3FB2CFF9B11F}"/>
          </ac:spMkLst>
        </pc:spChg>
        <pc:spChg chg="add mod">
          <ac:chgData name="Harendra Bikram Shah" userId="a00731c20e5a5af2" providerId="LiveId" clId="{056D7180-62C6-4CD6-9316-D5FC8218B82A}" dt="2021-08-21T14:51:22.001" v="4812" actId="20577"/>
          <ac:spMkLst>
            <pc:docMk/>
            <pc:sldMk cId="1441831906" sldId="310"/>
            <ac:spMk id="4" creationId="{2E0760CB-BC4B-4E6A-8B2F-519097832274}"/>
          </ac:spMkLst>
        </pc:spChg>
        <pc:picChg chg="add mod">
          <ac:chgData name="Harendra Bikram Shah" userId="a00731c20e5a5af2" providerId="LiveId" clId="{056D7180-62C6-4CD6-9316-D5FC8218B82A}" dt="2021-08-21T14:51:33.399" v="4817" actId="1076"/>
          <ac:picMkLst>
            <pc:docMk/>
            <pc:sldMk cId="1441831906" sldId="310"/>
            <ac:picMk id="5122" creationId="{80BCB14A-84CA-447C-ADF0-B7B4601F7C68}"/>
          </ac:picMkLst>
        </pc:picChg>
      </pc:sldChg>
      <pc:sldChg chg="addSp delSp modSp new mod">
        <pc:chgData name="Harendra Bikram Shah" userId="a00731c20e5a5af2" providerId="LiveId" clId="{056D7180-62C6-4CD6-9316-D5FC8218B82A}" dt="2021-08-25T14:08:22.837" v="5280" actId="20577"/>
        <pc:sldMkLst>
          <pc:docMk/>
          <pc:sldMk cId="4280096224" sldId="311"/>
        </pc:sldMkLst>
        <pc:spChg chg="del">
          <ac:chgData name="Harendra Bikram Shah" userId="a00731c20e5a5af2" providerId="LiveId" clId="{056D7180-62C6-4CD6-9316-D5FC8218B82A}" dt="2021-08-21T14:51:52.922" v="4819" actId="478"/>
          <ac:spMkLst>
            <pc:docMk/>
            <pc:sldMk cId="4280096224" sldId="311"/>
            <ac:spMk id="2" creationId="{1410BD22-172C-4C1D-88E0-80EBB73DAFB1}"/>
          </ac:spMkLst>
        </pc:spChg>
        <pc:spChg chg="del">
          <ac:chgData name="Harendra Bikram Shah" userId="a00731c20e5a5af2" providerId="LiveId" clId="{056D7180-62C6-4CD6-9316-D5FC8218B82A}" dt="2021-08-21T14:51:55.177" v="4820" actId="478"/>
          <ac:spMkLst>
            <pc:docMk/>
            <pc:sldMk cId="4280096224" sldId="311"/>
            <ac:spMk id="3" creationId="{8E1AC233-2CE0-4534-8EB7-AA56FEA30F6A}"/>
          </ac:spMkLst>
        </pc:spChg>
        <pc:spChg chg="add mod">
          <ac:chgData name="Harendra Bikram Shah" userId="a00731c20e5a5af2" providerId="LiveId" clId="{056D7180-62C6-4CD6-9316-D5FC8218B82A}" dt="2021-08-25T14:08:22.837" v="5280" actId="20577"/>
          <ac:spMkLst>
            <pc:docMk/>
            <pc:sldMk cId="4280096224" sldId="311"/>
            <ac:spMk id="5" creationId="{4A17860C-9F92-4EBB-82E4-AF4BE5A21EC2}"/>
          </ac:spMkLst>
        </pc:spChg>
        <pc:graphicFrameChg chg="add mod modGraphic">
          <ac:chgData name="Harendra Bikram Shah" userId="a00731c20e5a5af2" providerId="LiveId" clId="{056D7180-62C6-4CD6-9316-D5FC8218B82A}" dt="2021-08-25T14:06:39.540" v="5204" actId="113"/>
          <ac:graphicFrameMkLst>
            <pc:docMk/>
            <pc:sldMk cId="4280096224" sldId="311"/>
            <ac:graphicFrameMk id="2" creationId="{A335BD6F-A412-4CF8-8BA0-E45F6B99C99C}"/>
          </ac:graphicFrameMkLst>
        </pc:graphicFrameChg>
        <pc:graphicFrameChg chg="add mod modGraphic">
          <ac:chgData name="Harendra Bikram Shah" userId="a00731c20e5a5af2" providerId="LiveId" clId="{056D7180-62C6-4CD6-9316-D5FC8218B82A}" dt="2021-08-25T14:06:42.214" v="5205" actId="113"/>
          <ac:graphicFrameMkLst>
            <pc:docMk/>
            <pc:sldMk cId="4280096224" sldId="311"/>
            <ac:graphicFrameMk id="3" creationId="{6B92E5C1-DDA9-4807-8F8C-E1A799FAA25B}"/>
          </ac:graphicFrameMkLst>
        </pc:graphicFrameChg>
      </pc:sldChg>
      <pc:sldChg chg="addSp delSp modSp add mod">
        <pc:chgData name="Harendra Bikram Shah" userId="a00731c20e5a5af2" providerId="LiveId" clId="{056D7180-62C6-4CD6-9316-D5FC8218B82A}" dt="2021-08-25T14:01:47.239" v="5030" actId="14100"/>
        <pc:sldMkLst>
          <pc:docMk/>
          <pc:sldMk cId="506239008" sldId="312"/>
        </pc:sldMkLst>
        <pc:spChg chg="add del mod">
          <ac:chgData name="Harendra Bikram Shah" userId="a00731c20e5a5af2" providerId="LiveId" clId="{056D7180-62C6-4CD6-9316-D5FC8218B82A}" dt="2021-08-22T16:32:02.570" v="4887" actId="478"/>
          <ac:spMkLst>
            <pc:docMk/>
            <pc:sldMk cId="506239008" sldId="312"/>
            <ac:spMk id="2" creationId="{ED26DA7E-107F-4A98-8C66-93C4844B6385}"/>
          </ac:spMkLst>
        </pc:spChg>
        <pc:spChg chg="add mod">
          <ac:chgData name="Harendra Bikram Shah" userId="a00731c20e5a5af2" providerId="LiveId" clId="{056D7180-62C6-4CD6-9316-D5FC8218B82A}" dt="2021-08-22T16:30:48.214" v="4886" actId="1076"/>
          <ac:spMkLst>
            <pc:docMk/>
            <pc:sldMk cId="506239008" sldId="312"/>
            <ac:spMk id="3" creationId="{BBB3009C-121A-4034-B915-63829AA66755}"/>
          </ac:spMkLst>
        </pc:spChg>
        <pc:spChg chg="mod">
          <ac:chgData name="Harendra Bikram Shah" userId="a00731c20e5a5af2" providerId="LiveId" clId="{056D7180-62C6-4CD6-9316-D5FC8218B82A}" dt="2021-08-22T16:30:30.724" v="4883" actId="113"/>
          <ac:spMkLst>
            <pc:docMk/>
            <pc:sldMk cId="506239008" sldId="312"/>
            <ac:spMk id="4" creationId="{2E0760CB-BC4B-4E6A-8B2F-519097832274}"/>
          </ac:spMkLst>
        </pc:spChg>
        <pc:spChg chg="add mod">
          <ac:chgData name="Harendra Bikram Shah" userId="a00731c20e5a5af2" providerId="LiveId" clId="{056D7180-62C6-4CD6-9316-D5FC8218B82A}" dt="2021-08-22T16:30:48.214" v="4886" actId="1076"/>
          <ac:spMkLst>
            <pc:docMk/>
            <pc:sldMk cId="506239008" sldId="312"/>
            <ac:spMk id="5" creationId="{F1812140-9819-4011-9479-633A491D41CE}"/>
          </ac:spMkLst>
        </pc:spChg>
        <pc:spChg chg="add mod">
          <ac:chgData name="Harendra Bikram Shah" userId="a00731c20e5a5af2" providerId="LiveId" clId="{056D7180-62C6-4CD6-9316-D5FC8218B82A}" dt="2021-08-22T16:30:48.214" v="4886" actId="1076"/>
          <ac:spMkLst>
            <pc:docMk/>
            <pc:sldMk cId="506239008" sldId="312"/>
            <ac:spMk id="6" creationId="{3C73C1F7-3822-470A-8AB6-C781E29CA9C0}"/>
          </ac:spMkLst>
        </pc:spChg>
        <pc:spChg chg="add mod">
          <ac:chgData name="Harendra Bikram Shah" userId="a00731c20e5a5af2" providerId="LiveId" clId="{056D7180-62C6-4CD6-9316-D5FC8218B82A}" dt="2021-08-22T16:30:48.214" v="4886" actId="1076"/>
          <ac:spMkLst>
            <pc:docMk/>
            <pc:sldMk cId="506239008" sldId="312"/>
            <ac:spMk id="7" creationId="{F9F8A9C3-58D3-4037-9BEC-4F8D13515806}"/>
          </ac:spMkLst>
        </pc:spChg>
        <pc:spChg chg="add mod">
          <ac:chgData name="Harendra Bikram Shah" userId="a00731c20e5a5af2" providerId="LiveId" clId="{056D7180-62C6-4CD6-9316-D5FC8218B82A}" dt="2021-08-22T16:30:48.214" v="4886" actId="1076"/>
          <ac:spMkLst>
            <pc:docMk/>
            <pc:sldMk cId="506239008" sldId="312"/>
            <ac:spMk id="8" creationId="{9019876E-5B1A-4581-BD4A-194370500824}"/>
          </ac:spMkLst>
        </pc:spChg>
        <pc:spChg chg="add mod">
          <ac:chgData name="Harendra Bikram Shah" userId="a00731c20e5a5af2" providerId="LiveId" clId="{056D7180-62C6-4CD6-9316-D5FC8218B82A}" dt="2021-08-22T16:30:48.214" v="4886" actId="1076"/>
          <ac:spMkLst>
            <pc:docMk/>
            <pc:sldMk cId="506239008" sldId="312"/>
            <ac:spMk id="9" creationId="{B5750F39-9E9F-46F8-8669-7DC99FF54B7C}"/>
          </ac:spMkLst>
        </pc:spChg>
        <pc:spChg chg="add mod">
          <ac:chgData name="Harendra Bikram Shah" userId="a00731c20e5a5af2" providerId="LiveId" clId="{056D7180-62C6-4CD6-9316-D5FC8218B82A}" dt="2021-08-22T16:30:48.214" v="4886" actId="1076"/>
          <ac:spMkLst>
            <pc:docMk/>
            <pc:sldMk cId="506239008" sldId="312"/>
            <ac:spMk id="10" creationId="{BEE4A387-3FE0-4587-B1AD-6E088F26C173}"/>
          </ac:spMkLst>
        </pc:spChg>
        <pc:spChg chg="add mod">
          <ac:chgData name="Harendra Bikram Shah" userId="a00731c20e5a5af2" providerId="LiveId" clId="{056D7180-62C6-4CD6-9316-D5FC8218B82A}" dt="2021-08-22T17:32:40.798" v="4920" actId="1076"/>
          <ac:spMkLst>
            <pc:docMk/>
            <pc:sldMk cId="506239008" sldId="312"/>
            <ac:spMk id="12" creationId="{ABD14AEE-7536-4367-A42A-6D4B69590965}"/>
          </ac:spMkLst>
        </pc:spChg>
        <pc:graphicFrameChg chg="add mod modGraphic">
          <ac:chgData name="Harendra Bikram Shah" userId="a00731c20e5a5af2" providerId="LiveId" clId="{056D7180-62C6-4CD6-9316-D5FC8218B82A}" dt="2021-08-25T14:01:47.239" v="5030" actId="14100"/>
          <ac:graphicFrameMkLst>
            <pc:docMk/>
            <pc:sldMk cId="506239008" sldId="312"/>
            <ac:graphicFrameMk id="11" creationId="{FFA2CA68-AC0E-40B9-A9F3-B7DBA5CF9C05}"/>
          </ac:graphicFrameMkLst>
        </pc:graphicFrameChg>
        <pc:picChg chg="del">
          <ac:chgData name="Harendra Bikram Shah" userId="a00731c20e5a5af2" providerId="LiveId" clId="{056D7180-62C6-4CD6-9316-D5FC8218B82A}" dt="2021-08-22T16:30:09.854" v="4846" actId="478"/>
          <ac:picMkLst>
            <pc:docMk/>
            <pc:sldMk cId="506239008" sldId="312"/>
            <ac:picMk id="5122" creationId="{80BCB14A-84CA-447C-ADF0-B7B4601F7C68}"/>
          </ac:picMkLst>
        </pc:picChg>
      </pc:sldChg>
      <pc:sldChg chg="addSp delSp modSp new mod">
        <pc:chgData name="Harendra Bikram Shah" userId="a00731c20e5a5af2" providerId="LiveId" clId="{056D7180-62C6-4CD6-9316-D5FC8218B82A}" dt="2021-08-22T17:57:49.799" v="4990" actId="1076"/>
        <pc:sldMkLst>
          <pc:docMk/>
          <pc:sldMk cId="1377950884" sldId="313"/>
        </pc:sldMkLst>
        <pc:spChg chg="del">
          <ac:chgData name="Harendra Bikram Shah" userId="a00731c20e5a5af2" providerId="LiveId" clId="{056D7180-62C6-4CD6-9316-D5FC8218B82A}" dt="2021-08-22T17:49:04.996" v="4932" actId="478"/>
          <ac:spMkLst>
            <pc:docMk/>
            <pc:sldMk cId="1377950884" sldId="313"/>
            <ac:spMk id="2" creationId="{354256F4-C305-4241-969D-494BDC883811}"/>
          </ac:spMkLst>
        </pc:spChg>
        <pc:spChg chg="del">
          <ac:chgData name="Harendra Bikram Shah" userId="a00731c20e5a5af2" providerId="LiveId" clId="{056D7180-62C6-4CD6-9316-D5FC8218B82A}" dt="2021-08-22T17:49:07.245" v="4933" actId="478"/>
          <ac:spMkLst>
            <pc:docMk/>
            <pc:sldMk cId="1377950884" sldId="313"/>
            <ac:spMk id="3" creationId="{1E3C5719-CB17-403F-8DFD-3B39968CA108}"/>
          </ac:spMkLst>
        </pc:spChg>
        <pc:spChg chg="add del mod">
          <ac:chgData name="Harendra Bikram Shah" userId="a00731c20e5a5af2" providerId="LiveId" clId="{056D7180-62C6-4CD6-9316-D5FC8218B82A}" dt="2021-08-22T17:49:31.093" v="4943" actId="478"/>
          <ac:spMkLst>
            <pc:docMk/>
            <pc:sldMk cId="1377950884" sldId="313"/>
            <ac:spMk id="4" creationId="{818FAA73-20E4-4916-8679-EB85D9A52EEB}"/>
          </ac:spMkLst>
        </pc:spChg>
        <pc:spChg chg="add mod">
          <ac:chgData name="Harendra Bikram Shah" userId="a00731c20e5a5af2" providerId="LiveId" clId="{056D7180-62C6-4CD6-9316-D5FC8218B82A}" dt="2021-08-22T17:49:12.651" v="4935" actId="368"/>
          <ac:spMkLst>
            <pc:docMk/>
            <pc:sldMk cId="1377950884" sldId="313"/>
            <ac:spMk id="5" creationId="{D92DE441-9F58-4060-8884-5469CE0609E3}"/>
          </ac:spMkLst>
        </pc:spChg>
        <pc:spChg chg="add mod">
          <ac:chgData name="Harendra Bikram Shah" userId="a00731c20e5a5af2" providerId="LiveId" clId="{056D7180-62C6-4CD6-9316-D5FC8218B82A}" dt="2021-08-22T17:49:12.651" v="4935" actId="368"/>
          <ac:spMkLst>
            <pc:docMk/>
            <pc:sldMk cId="1377950884" sldId="313"/>
            <ac:spMk id="6" creationId="{1B6F52C2-8353-4B42-8609-095B99866493}"/>
          </ac:spMkLst>
        </pc:spChg>
        <pc:spChg chg="add mod">
          <ac:chgData name="Harendra Bikram Shah" userId="a00731c20e5a5af2" providerId="LiveId" clId="{056D7180-62C6-4CD6-9316-D5FC8218B82A}" dt="2021-08-22T17:49:12.651" v="4935" actId="368"/>
          <ac:spMkLst>
            <pc:docMk/>
            <pc:sldMk cId="1377950884" sldId="313"/>
            <ac:spMk id="7" creationId="{9185B254-5866-47B9-8DFA-539CDC8BE96B}"/>
          </ac:spMkLst>
        </pc:spChg>
        <pc:spChg chg="add mod">
          <ac:chgData name="Harendra Bikram Shah" userId="a00731c20e5a5af2" providerId="LiveId" clId="{056D7180-62C6-4CD6-9316-D5FC8218B82A}" dt="2021-08-22T17:49:12.651" v="4935" actId="368"/>
          <ac:spMkLst>
            <pc:docMk/>
            <pc:sldMk cId="1377950884" sldId="313"/>
            <ac:spMk id="8" creationId="{52E801C0-B0D5-47F0-A12E-5E2F345B8B36}"/>
          </ac:spMkLst>
        </pc:spChg>
        <pc:spChg chg="add mod">
          <ac:chgData name="Harendra Bikram Shah" userId="a00731c20e5a5af2" providerId="LiveId" clId="{056D7180-62C6-4CD6-9316-D5FC8218B82A}" dt="2021-08-22T17:49:12.651" v="4935" actId="368"/>
          <ac:spMkLst>
            <pc:docMk/>
            <pc:sldMk cId="1377950884" sldId="313"/>
            <ac:spMk id="9" creationId="{4F5451E5-590C-4B7D-83D5-0B9C7204B218}"/>
          </ac:spMkLst>
        </pc:spChg>
        <pc:spChg chg="add del mod">
          <ac:chgData name="Harendra Bikram Shah" userId="a00731c20e5a5af2" providerId="LiveId" clId="{056D7180-62C6-4CD6-9316-D5FC8218B82A}" dt="2021-08-22T17:50:33.654" v="4957" actId="478"/>
          <ac:spMkLst>
            <pc:docMk/>
            <pc:sldMk cId="1377950884" sldId="313"/>
            <ac:spMk id="10" creationId="{C7F45C51-79AA-4D36-9457-FD183ABA505D}"/>
          </ac:spMkLst>
        </pc:spChg>
        <pc:spChg chg="add del mod">
          <ac:chgData name="Harendra Bikram Shah" userId="a00731c20e5a5af2" providerId="LiveId" clId="{056D7180-62C6-4CD6-9316-D5FC8218B82A}" dt="2021-08-22T17:50:33.654" v="4957" actId="478"/>
          <ac:spMkLst>
            <pc:docMk/>
            <pc:sldMk cId="1377950884" sldId="313"/>
            <ac:spMk id="11" creationId="{CC2C01DE-CEE8-4B61-A5B3-A33FEAC18B08}"/>
          </ac:spMkLst>
        </pc:spChg>
        <pc:spChg chg="add mod">
          <ac:chgData name="Harendra Bikram Shah" userId="a00731c20e5a5af2" providerId="LiveId" clId="{056D7180-62C6-4CD6-9316-D5FC8218B82A}" dt="2021-08-22T17:57:16.152" v="4986" actId="14100"/>
          <ac:spMkLst>
            <pc:docMk/>
            <pc:sldMk cId="1377950884" sldId="313"/>
            <ac:spMk id="17" creationId="{81EBA97D-5C73-4D82-91F6-07C6C2AFADCA}"/>
          </ac:spMkLst>
        </pc:spChg>
        <pc:picChg chg="add mod">
          <ac:chgData name="Harendra Bikram Shah" userId="a00731c20e5a5af2" providerId="LiveId" clId="{056D7180-62C6-4CD6-9316-D5FC8218B82A}" dt="2021-08-22T17:57:49.799" v="4990" actId="1076"/>
          <ac:picMkLst>
            <pc:docMk/>
            <pc:sldMk cId="1377950884" sldId="313"/>
            <ac:picMk id="14" creationId="{EFA25D85-70E8-4940-ACDC-2A7A3CC0AA7E}"/>
          </ac:picMkLst>
        </pc:picChg>
        <pc:picChg chg="add mod">
          <ac:chgData name="Harendra Bikram Shah" userId="a00731c20e5a5af2" providerId="LiveId" clId="{056D7180-62C6-4CD6-9316-D5FC8218B82A}" dt="2021-08-22T17:50:13.020" v="4952" actId="1076"/>
          <ac:picMkLst>
            <pc:docMk/>
            <pc:sldMk cId="1377950884" sldId="313"/>
            <ac:picMk id="2051" creationId="{A7414F26-FF3C-4F26-9AD0-86DD5E6377D1}"/>
          </ac:picMkLst>
        </pc:picChg>
        <pc:picChg chg="add mod">
          <ac:chgData name="Harendra Bikram Shah" userId="a00731c20e5a5af2" providerId="LiveId" clId="{056D7180-62C6-4CD6-9316-D5FC8218B82A}" dt="2021-08-22T17:50:06.557" v="4948" actId="1076"/>
          <ac:picMkLst>
            <pc:docMk/>
            <pc:sldMk cId="1377950884" sldId="313"/>
            <ac:picMk id="2053" creationId="{BCFC2B8C-A440-4AD4-BBF1-17DA92C24E85}"/>
          </ac:picMkLst>
        </pc:picChg>
        <pc:picChg chg="add mod">
          <ac:chgData name="Harendra Bikram Shah" userId="a00731c20e5a5af2" providerId="LiveId" clId="{056D7180-62C6-4CD6-9316-D5FC8218B82A}" dt="2021-08-22T17:50:11.371" v="4951" actId="1076"/>
          <ac:picMkLst>
            <pc:docMk/>
            <pc:sldMk cId="1377950884" sldId="313"/>
            <ac:picMk id="2055" creationId="{4A1E8358-BE92-40F4-95DD-B8B0A2691DA9}"/>
          </ac:picMkLst>
        </pc:picChg>
        <pc:picChg chg="add mod">
          <ac:chgData name="Harendra Bikram Shah" userId="a00731c20e5a5af2" providerId="LiveId" clId="{056D7180-62C6-4CD6-9316-D5FC8218B82A}" dt="2021-08-22T17:50:14.313" v="4953" actId="1076"/>
          <ac:picMkLst>
            <pc:docMk/>
            <pc:sldMk cId="1377950884" sldId="313"/>
            <ac:picMk id="2057" creationId="{57491EF8-2F3B-4B6A-B084-539AEE553553}"/>
          </ac:picMkLst>
        </pc:picChg>
      </pc:sldChg>
      <pc:sldChg chg="addSp delSp modSp add mod">
        <pc:chgData name="Harendra Bikram Shah" userId="a00731c20e5a5af2" providerId="LiveId" clId="{056D7180-62C6-4CD6-9316-D5FC8218B82A}" dt="2021-08-22T18:10:42.140" v="5016" actId="14100"/>
        <pc:sldMkLst>
          <pc:docMk/>
          <pc:sldMk cId="3758688454" sldId="314"/>
        </pc:sldMkLst>
        <pc:spChg chg="add mod">
          <ac:chgData name="Harendra Bikram Shah" userId="a00731c20e5a5af2" providerId="LiveId" clId="{056D7180-62C6-4CD6-9316-D5FC8218B82A}" dt="2021-08-22T18:10:33.092" v="5012" actId="20577"/>
          <ac:spMkLst>
            <pc:docMk/>
            <pc:sldMk cId="3758688454" sldId="314"/>
            <ac:spMk id="15" creationId="{FBF2E3ED-0C4A-4CFF-9366-1F1A5CBC7ECD}"/>
          </ac:spMkLst>
        </pc:spChg>
        <pc:spChg chg="del">
          <ac:chgData name="Harendra Bikram Shah" userId="a00731c20e5a5af2" providerId="LiveId" clId="{056D7180-62C6-4CD6-9316-D5FC8218B82A}" dt="2021-08-22T17:58:04.699" v="4997" actId="478"/>
          <ac:spMkLst>
            <pc:docMk/>
            <pc:sldMk cId="3758688454" sldId="314"/>
            <ac:spMk id="17" creationId="{81EBA97D-5C73-4D82-91F6-07C6C2AFADCA}"/>
          </ac:spMkLst>
        </pc:spChg>
        <pc:picChg chg="add mod">
          <ac:chgData name="Harendra Bikram Shah" userId="a00731c20e5a5af2" providerId="LiveId" clId="{056D7180-62C6-4CD6-9316-D5FC8218B82A}" dt="2021-08-22T18:10:42.140" v="5016" actId="14100"/>
          <ac:picMkLst>
            <pc:docMk/>
            <pc:sldMk cId="3758688454" sldId="314"/>
            <ac:picMk id="3" creationId="{5BD2169B-40FD-43EF-AF83-5D96F28AEC77}"/>
          </ac:picMkLst>
        </pc:picChg>
        <pc:picChg chg="del">
          <ac:chgData name="Harendra Bikram Shah" userId="a00731c20e5a5af2" providerId="LiveId" clId="{056D7180-62C6-4CD6-9316-D5FC8218B82A}" dt="2021-08-22T17:58:03.291" v="4996" actId="478"/>
          <ac:picMkLst>
            <pc:docMk/>
            <pc:sldMk cId="3758688454" sldId="314"/>
            <ac:picMk id="14" creationId="{EFA25D85-70E8-4940-ACDC-2A7A3CC0AA7E}"/>
          </ac:picMkLst>
        </pc:picChg>
        <pc:picChg chg="del">
          <ac:chgData name="Harendra Bikram Shah" userId="a00731c20e5a5af2" providerId="LiveId" clId="{056D7180-62C6-4CD6-9316-D5FC8218B82A}" dt="2021-08-22T17:58:02.287" v="4995" actId="478"/>
          <ac:picMkLst>
            <pc:docMk/>
            <pc:sldMk cId="3758688454" sldId="314"/>
            <ac:picMk id="2051" creationId="{A7414F26-FF3C-4F26-9AD0-86DD5E6377D1}"/>
          </ac:picMkLst>
        </pc:picChg>
        <pc:picChg chg="del">
          <ac:chgData name="Harendra Bikram Shah" userId="a00731c20e5a5af2" providerId="LiveId" clId="{056D7180-62C6-4CD6-9316-D5FC8218B82A}" dt="2021-08-22T17:58:00.999" v="4993" actId="478"/>
          <ac:picMkLst>
            <pc:docMk/>
            <pc:sldMk cId="3758688454" sldId="314"/>
            <ac:picMk id="2053" creationId="{BCFC2B8C-A440-4AD4-BBF1-17DA92C24E85}"/>
          </ac:picMkLst>
        </pc:picChg>
        <pc:picChg chg="del">
          <ac:chgData name="Harendra Bikram Shah" userId="a00731c20e5a5af2" providerId="LiveId" clId="{056D7180-62C6-4CD6-9316-D5FC8218B82A}" dt="2021-08-22T17:58:01.599" v="4994" actId="478"/>
          <ac:picMkLst>
            <pc:docMk/>
            <pc:sldMk cId="3758688454" sldId="314"/>
            <ac:picMk id="2055" creationId="{4A1E8358-BE92-40F4-95DD-B8B0A2691DA9}"/>
          </ac:picMkLst>
        </pc:picChg>
        <pc:picChg chg="del">
          <ac:chgData name="Harendra Bikram Shah" userId="a00731c20e5a5af2" providerId="LiveId" clId="{056D7180-62C6-4CD6-9316-D5FC8218B82A}" dt="2021-08-22T17:58:00.033" v="4992" actId="478"/>
          <ac:picMkLst>
            <pc:docMk/>
            <pc:sldMk cId="3758688454" sldId="314"/>
            <ac:picMk id="2057" creationId="{57491EF8-2F3B-4B6A-B084-539AEE553553}"/>
          </ac:picMkLst>
        </pc:picChg>
      </pc:sldChg>
      <pc:sldChg chg="addSp delSp modSp add mod">
        <pc:chgData name="Harendra Bikram Shah" userId="a00731c20e5a5af2" providerId="LiveId" clId="{056D7180-62C6-4CD6-9316-D5FC8218B82A}" dt="2021-08-22T18:17:51.566" v="5028" actId="14100"/>
        <pc:sldMkLst>
          <pc:docMk/>
          <pc:sldMk cId="4082002507" sldId="315"/>
        </pc:sldMkLst>
        <pc:spChg chg="del">
          <ac:chgData name="Harendra Bikram Shah" userId="a00731c20e5a5af2" providerId="LiveId" clId="{056D7180-62C6-4CD6-9316-D5FC8218B82A}" dt="2021-08-22T18:10:56.379" v="5019" actId="478"/>
          <ac:spMkLst>
            <pc:docMk/>
            <pc:sldMk cId="4082002507" sldId="315"/>
            <ac:spMk id="15" creationId="{FBF2E3ED-0C4A-4CFF-9366-1F1A5CBC7ECD}"/>
          </ac:spMkLst>
        </pc:spChg>
        <pc:picChg chg="del">
          <ac:chgData name="Harendra Bikram Shah" userId="a00731c20e5a5af2" providerId="LiveId" clId="{056D7180-62C6-4CD6-9316-D5FC8218B82A}" dt="2021-08-22T18:10:55.049" v="5018" actId="478"/>
          <ac:picMkLst>
            <pc:docMk/>
            <pc:sldMk cId="4082002507" sldId="315"/>
            <ac:picMk id="3" creationId="{5BD2169B-40FD-43EF-AF83-5D96F28AEC77}"/>
          </ac:picMkLst>
        </pc:picChg>
        <pc:picChg chg="add mod">
          <ac:chgData name="Harendra Bikram Shah" userId="a00731c20e5a5af2" providerId="LiveId" clId="{056D7180-62C6-4CD6-9316-D5FC8218B82A}" dt="2021-08-22T18:17:51.566" v="5028" actId="14100"/>
          <ac:picMkLst>
            <pc:docMk/>
            <pc:sldMk cId="4082002507" sldId="315"/>
            <ac:picMk id="4" creationId="{01F64E94-071D-436D-ABA4-403638938749}"/>
          </ac:picMkLst>
        </pc:picChg>
      </pc:sldChg>
      <pc:sldChg chg="addSp delSp modSp new mod">
        <pc:chgData name="Harendra Bikram Shah" userId="a00731c20e5a5af2" providerId="LiveId" clId="{056D7180-62C6-4CD6-9316-D5FC8218B82A}" dt="2021-08-25T14:10:34.863" v="5374" actId="122"/>
        <pc:sldMkLst>
          <pc:docMk/>
          <pc:sldMk cId="136078422" sldId="316"/>
        </pc:sldMkLst>
        <pc:spChg chg="del">
          <ac:chgData name="Harendra Bikram Shah" userId="a00731c20e5a5af2" providerId="LiveId" clId="{056D7180-62C6-4CD6-9316-D5FC8218B82A}" dt="2021-08-25T14:03:32.168" v="5040" actId="478"/>
          <ac:spMkLst>
            <pc:docMk/>
            <pc:sldMk cId="136078422" sldId="316"/>
            <ac:spMk id="2" creationId="{C4CA3CBB-B366-4A5E-B67D-223B8A997596}"/>
          </ac:spMkLst>
        </pc:spChg>
        <pc:spChg chg="del">
          <ac:chgData name="Harendra Bikram Shah" userId="a00731c20e5a5af2" providerId="LiveId" clId="{056D7180-62C6-4CD6-9316-D5FC8218B82A}" dt="2021-08-25T14:03:33.973" v="5041" actId="478"/>
          <ac:spMkLst>
            <pc:docMk/>
            <pc:sldMk cId="136078422" sldId="316"/>
            <ac:spMk id="3" creationId="{BE51049C-96A0-48AE-B511-CAE5EFDF9088}"/>
          </ac:spMkLst>
        </pc:spChg>
        <pc:spChg chg="add mod">
          <ac:chgData name="Harendra Bikram Shah" userId="a00731c20e5a5af2" providerId="LiveId" clId="{056D7180-62C6-4CD6-9316-D5FC8218B82A}" dt="2021-08-25T14:09:08.640" v="5299" actId="20577"/>
          <ac:spMkLst>
            <pc:docMk/>
            <pc:sldMk cId="136078422" sldId="316"/>
            <ac:spMk id="5" creationId="{3C82DD4B-45E3-4ECD-A9C6-2B3F10A40974}"/>
          </ac:spMkLst>
        </pc:spChg>
        <pc:graphicFrameChg chg="add mod modGraphic">
          <ac:chgData name="Harendra Bikram Shah" userId="a00731c20e5a5af2" providerId="LiveId" clId="{056D7180-62C6-4CD6-9316-D5FC8218B82A}" dt="2021-08-25T14:10:34.863" v="5374" actId="122"/>
          <ac:graphicFrameMkLst>
            <pc:docMk/>
            <pc:sldMk cId="136078422" sldId="316"/>
            <ac:graphicFrameMk id="4" creationId="{A8095E4C-C136-4A2C-BED7-33BC1745A5C9}"/>
          </ac:graphicFrameMkLst>
        </pc:graphicFrameChg>
        <pc:graphicFrameChg chg="add mod">
          <ac:chgData name="Harendra Bikram Shah" userId="a00731c20e5a5af2" providerId="LiveId" clId="{056D7180-62C6-4CD6-9316-D5FC8218B82A}" dt="2021-08-25T14:09:18.479" v="5301" actId="1076"/>
          <ac:graphicFrameMkLst>
            <pc:docMk/>
            <pc:sldMk cId="136078422" sldId="316"/>
            <ac:graphicFrameMk id="6" creationId="{1BFD075E-CF08-42F0-B445-7710D1878BDD}"/>
          </ac:graphicFrameMkLst>
        </pc:graphicFrameChg>
        <pc:graphicFrameChg chg="add mod">
          <ac:chgData name="Harendra Bikram Shah" userId="a00731c20e5a5af2" providerId="LiveId" clId="{056D7180-62C6-4CD6-9316-D5FC8218B82A}" dt="2021-08-25T14:09:29.196" v="5303" actId="1076"/>
          <ac:graphicFrameMkLst>
            <pc:docMk/>
            <pc:sldMk cId="136078422" sldId="316"/>
            <ac:graphicFrameMk id="7" creationId="{76B55EAD-328C-46BA-8EF3-983169D1305B}"/>
          </ac:graphicFrameMkLst>
        </pc:graphicFrameChg>
      </pc:sldChg>
      <pc:sldChg chg="addSp modSp add mod">
        <pc:chgData name="Harendra Bikram Shah" userId="a00731c20e5a5af2" providerId="LiveId" clId="{056D7180-62C6-4CD6-9316-D5FC8218B82A}" dt="2021-08-25T14:08:09.669" v="5263" actId="20577"/>
        <pc:sldMkLst>
          <pc:docMk/>
          <pc:sldMk cId="3011610844" sldId="317"/>
        </pc:sldMkLst>
        <pc:spChg chg="mod">
          <ac:chgData name="Harendra Bikram Shah" userId="a00731c20e5a5af2" providerId="LiveId" clId="{056D7180-62C6-4CD6-9316-D5FC8218B82A}" dt="2021-08-25T14:08:09.669" v="5263" actId="20577"/>
          <ac:spMkLst>
            <pc:docMk/>
            <pc:sldMk cId="3011610844" sldId="317"/>
            <ac:spMk id="5" creationId="{4A17860C-9F92-4EBB-82E4-AF4BE5A21EC2}"/>
          </ac:spMkLst>
        </pc:spChg>
        <pc:graphicFrameChg chg="modGraphic">
          <ac:chgData name="Harendra Bikram Shah" userId="a00731c20e5a5af2" providerId="LiveId" clId="{056D7180-62C6-4CD6-9316-D5FC8218B82A}" dt="2021-08-25T14:07:01.116" v="5207" actId="21"/>
          <ac:graphicFrameMkLst>
            <pc:docMk/>
            <pc:sldMk cId="3011610844" sldId="317"/>
            <ac:graphicFrameMk id="2" creationId="{A335BD6F-A412-4CF8-8BA0-E45F6B99C99C}"/>
          </ac:graphicFrameMkLst>
        </pc:graphicFrameChg>
        <pc:graphicFrameChg chg="mod modGraphic">
          <ac:chgData name="Harendra Bikram Shah" userId="a00731c20e5a5af2" providerId="LiveId" clId="{056D7180-62C6-4CD6-9316-D5FC8218B82A}" dt="2021-08-25T14:07:25.164" v="5215" actId="20577"/>
          <ac:graphicFrameMkLst>
            <pc:docMk/>
            <pc:sldMk cId="3011610844" sldId="317"/>
            <ac:graphicFrameMk id="3" creationId="{6B92E5C1-DDA9-4807-8F8C-E1A799FAA25B}"/>
          </ac:graphicFrameMkLst>
        </pc:graphicFrameChg>
        <pc:graphicFrameChg chg="add mod">
          <ac:chgData name="Harendra Bikram Shah" userId="a00731c20e5a5af2" providerId="LiveId" clId="{056D7180-62C6-4CD6-9316-D5FC8218B82A}" dt="2021-08-25T14:07:13.257" v="5210" actId="1076"/>
          <ac:graphicFrameMkLst>
            <pc:docMk/>
            <pc:sldMk cId="3011610844" sldId="317"/>
            <ac:graphicFrameMk id="4" creationId="{C82EDB9F-C03C-43B0-B793-1433B460A225}"/>
          </ac:graphicFrameMkLst>
        </pc:graphicFrameChg>
      </pc:sldChg>
      <pc:sldChg chg="addSp delSp modSp add mod">
        <pc:chgData name="Harendra Bikram Shah" userId="a00731c20e5a5af2" providerId="LiveId" clId="{056D7180-62C6-4CD6-9316-D5FC8218B82A}" dt="2021-08-25T14:11:27.410" v="5404" actId="20577"/>
        <pc:sldMkLst>
          <pc:docMk/>
          <pc:sldMk cId="3943138715" sldId="318"/>
        </pc:sldMkLst>
        <pc:spChg chg="mod">
          <ac:chgData name="Harendra Bikram Shah" userId="a00731c20e5a5af2" providerId="LiveId" clId="{056D7180-62C6-4CD6-9316-D5FC8218B82A}" dt="2021-08-25T14:11:27.410" v="5404" actId="20577"/>
          <ac:spMkLst>
            <pc:docMk/>
            <pc:sldMk cId="3943138715" sldId="318"/>
            <ac:spMk id="5" creationId="{3C82DD4B-45E3-4ECD-A9C6-2B3F10A40974}"/>
          </ac:spMkLst>
        </pc:spChg>
        <pc:graphicFrameChg chg="del modGraphic">
          <ac:chgData name="Harendra Bikram Shah" userId="a00731c20e5a5af2" providerId="LiveId" clId="{056D7180-62C6-4CD6-9316-D5FC8218B82A}" dt="2021-08-25T14:10:55.880" v="5378" actId="21"/>
          <ac:graphicFrameMkLst>
            <pc:docMk/>
            <pc:sldMk cId="3943138715" sldId="318"/>
            <ac:graphicFrameMk id="4" creationId="{A8095E4C-C136-4A2C-BED7-33BC1745A5C9}"/>
          </ac:graphicFrameMkLst>
        </pc:graphicFrameChg>
        <pc:graphicFrameChg chg="mod">
          <ac:chgData name="Harendra Bikram Shah" userId="a00731c20e5a5af2" providerId="LiveId" clId="{056D7180-62C6-4CD6-9316-D5FC8218B82A}" dt="2021-08-25T14:11:00.548" v="5379" actId="1076"/>
          <ac:graphicFrameMkLst>
            <pc:docMk/>
            <pc:sldMk cId="3943138715" sldId="318"/>
            <ac:graphicFrameMk id="7" creationId="{76B55EAD-328C-46BA-8EF3-983169D1305B}"/>
          </ac:graphicFrameMkLst>
        </pc:graphicFrameChg>
        <pc:graphicFrameChg chg="add mod">
          <ac:chgData name="Harendra Bikram Shah" userId="a00731c20e5a5af2" providerId="LiveId" clId="{056D7180-62C6-4CD6-9316-D5FC8218B82A}" dt="2021-08-25T14:11:06.389" v="5381" actId="1076"/>
          <ac:graphicFrameMkLst>
            <pc:docMk/>
            <pc:sldMk cId="3943138715" sldId="318"/>
            <ac:graphicFrameMk id="8" creationId="{3CE65EFC-5A45-4DAC-924B-11A27A089062}"/>
          </ac:graphicFrameMkLst>
        </pc:graphicFrameChg>
      </pc:sldChg>
      <pc:sldChg chg="addSp delSp modSp new mod">
        <pc:chgData name="Harendra Bikram Shah" userId="a00731c20e5a5af2" providerId="LiveId" clId="{056D7180-62C6-4CD6-9316-D5FC8218B82A}" dt="2021-08-28T15:08:48.748" v="5672" actId="368"/>
        <pc:sldMkLst>
          <pc:docMk/>
          <pc:sldMk cId="3040598472" sldId="319"/>
        </pc:sldMkLst>
        <pc:spChg chg="mod">
          <ac:chgData name="Harendra Bikram Shah" userId="a00731c20e5a5af2" providerId="LiveId" clId="{056D7180-62C6-4CD6-9316-D5FC8218B82A}" dt="2021-08-28T14:20:33.455" v="5430" actId="113"/>
          <ac:spMkLst>
            <pc:docMk/>
            <pc:sldMk cId="3040598472" sldId="319"/>
            <ac:spMk id="2" creationId="{76951C79-2716-43E3-8F47-68FCE9CC7845}"/>
          </ac:spMkLst>
        </pc:spChg>
        <pc:spChg chg="del">
          <ac:chgData name="Harendra Bikram Shah" userId="a00731c20e5a5af2" providerId="LiveId" clId="{056D7180-62C6-4CD6-9316-D5FC8218B82A}" dt="2021-08-28T14:20:39.117" v="5431" actId="478"/>
          <ac:spMkLst>
            <pc:docMk/>
            <pc:sldMk cId="3040598472" sldId="319"/>
            <ac:spMk id="3" creationId="{241540DA-F59C-4DB1-AF53-A079B210BE12}"/>
          </ac:spMkLst>
        </pc:spChg>
        <pc:spChg chg="add mod">
          <ac:chgData name="Harendra Bikram Shah" userId="a00731c20e5a5af2" providerId="LiveId" clId="{056D7180-62C6-4CD6-9316-D5FC8218B82A}" dt="2021-08-28T14:24:36.723" v="5443" actId="20577"/>
          <ac:spMkLst>
            <pc:docMk/>
            <pc:sldMk cId="3040598472" sldId="319"/>
            <ac:spMk id="5" creationId="{5F1155BF-761E-4AC7-8F19-14A417F70579}"/>
          </ac:spMkLst>
        </pc:spChg>
        <pc:spChg chg="add mod">
          <ac:chgData name="Harendra Bikram Shah" userId="a00731c20e5a5af2" providerId="LiveId" clId="{056D7180-62C6-4CD6-9316-D5FC8218B82A}" dt="2021-08-28T15:08:48.748" v="5672" actId="368"/>
          <ac:spMkLst>
            <pc:docMk/>
            <pc:sldMk cId="3040598472" sldId="319"/>
            <ac:spMk id="8" creationId="{8D4FB6AC-0AF0-4635-9FC0-228A46679CA1}"/>
          </ac:spMkLst>
        </pc:spChg>
        <pc:picChg chg="add mod">
          <ac:chgData name="Harendra Bikram Shah" userId="a00731c20e5a5af2" providerId="LiveId" clId="{056D7180-62C6-4CD6-9316-D5FC8218B82A}" dt="2021-08-28T15:05:36.988" v="5646" actId="1076"/>
          <ac:picMkLst>
            <pc:docMk/>
            <pc:sldMk cId="3040598472" sldId="319"/>
            <ac:picMk id="1026" creationId="{502DFF47-EB71-46E3-A4CD-386A46D8F63F}"/>
          </ac:picMkLst>
        </pc:picChg>
      </pc:sldChg>
      <pc:sldChg chg="addSp delSp modSp add mod">
        <pc:chgData name="Harendra Bikram Shah" userId="a00731c20e5a5af2" providerId="LiveId" clId="{056D7180-62C6-4CD6-9316-D5FC8218B82A}" dt="2021-08-28T14:29:28.922" v="5497" actId="115"/>
        <pc:sldMkLst>
          <pc:docMk/>
          <pc:sldMk cId="774718649" sldId="320"/>
        </pc:sldMkLst>
        <pc:spChg chg="mod">
          <ac:chgData name="Harendra Bikram Shah" userId="a00731c20e5a5af2" providerId="LiveId" clId="{056D7180-62C6-4CD6-9316-D5FC8218B82A}" dt="2021-08-28T14:25:07.481" v="5457" actId="20577"/>
          <ac:spMkLst>
            <pc:docMk/>
            <pc:sldMk cId="774718649" sldId="320"/>
            <ac:spMk id="2" creationId="{76951C79-2716-43E3-8F47-68FCE9CC7845}"/>
          </ac:spMkLst>
        </pc:spChg>
        <pc:spChg chg="add mod">
          <ac:chgData name="Harendra Bikram Shah" userId="a00731c20e5a5af2" providerId="LiveId" clId="{056D7180-62C6-4CD6-9316-D5FC8218B82A}" dt="2021-08-28T14:29:28.922" v="5497" actId="115"/>
          <ac:spMkLst>
            <pc:docMk/>
            <pc:sldMk cId="774718649" sldId="320"/>
            <ac:spMk id="3" creationId="{21F6569E-333D-461C-B0DC-4E368B02D623}"/>
          </ac:spMkLst>
        </pc:spChg>
        <pc:spChg chg="del">
          <ac:chgData name="Harendra Bikram Shah" userId="a00731c20e5a5af2" providerId="LiveId" clId="{056D7180-62C6-4CD6-9316-D5FC8218B82A}" dt="2021-08-28T14:25:03.468" v="5448" actId="478"/>
          <ac:spMkLst>
            <pc:docMk/>
            <pc:sldMk cId="774718649" sldId="320"/>
            <ac:spMk id="5" creationId="{5F1155BF-761E-4AC7-8F19-14A417F70579}"/>
          </ac:spMkLst>
        </pc:spChg>
        <pc:picChg chg="del">
          <ac:chgData name="Harendra Bikram Shah" userId="a00731c20e5a5af2" providerId="LiveId" clId="{056D7180-62C6-4CD6-9316-D5FC8218B82A}" dt="2021-08-28T14:25:01.532" v="5447" actId="478"/>
          <ac:picMkLst>
            <pc:docMk/>
            <pc:sldMk cId="774718649" sldId="320"/>
            <ac:picMk id="1026" creationId="{502DFF47-EB71-46E3-A4CD-386A46D8F63F}"/>
          </ac:picMkLst>
        </pc:picChg>
        <pc:picChg chg="add mod">
          <ac:chgData name="Harendra Bikram Shah" userId="a00731c20e5a5af2" providerId="LiveId" clId="{056D7180-62C6-4CD6-9316-D5FC8218B82A}" dt="2021-08-28T14:28:44.873" v="5480" actId="1076"/>
          <ac:picMkLst>
            <pc:docMk/>
            <pc:sldMk cId="774718649" sldId="320"/>
            <ac:picMk id="2050" creationId="{B7B58544-4B28-4008-BE27-980FAE470321}"/>
          </ac:picMkLst>
        </pc:picChg>
        <pc:picChg chg="add mod">
          <ac:chgData name="Harendra Bikram Shah" userId="a00731c20e5a5af2" providerId="LiveId" clId="{056D7180-62C6-4CD6-9316-D5FC8218B82A}" dt="2021-08-28T14:28:43.160" v="5479" actId="1076"/>
          <ac:picMkLst>
            <pc:docMk/>
            <pc:sldMk cId="774718649" sldId="320"/>
            <ac:picMk id="2051" creationId="{7C23635B-B2FD-440B-9FDA-97D26DE2592F}"/>
          </ac:picMkLst>
        </pc:picChg>
      </pc:sldChg>
      <pc:sldChg chg="addSp delSp modSp add mod">
        <pc:chgData name="Harendra Bikram Shah" userId="a00731c20e5a5af2" providerId="LiveId" clId="{056D7180-62C6-4CD6-9316-D5FC8218B82A}" dt="2021-08-28T14:31:18.533" v="5541" actId="20577"/>
        <pc:sldMkLst>
          <pc:docMk/>
          <pc:sldMk cId="2655503588" sldId="321"/>
        </pc:sldMkLst>
        <pc:spChg chg="del mod">
          <ac:chgData name="Harendra Bikram Shah" userId="a00731c20e5a5af2" providerId="LiveId" clId="{056D7180-62C6-4CD6-9316-D5FC8218B82A}" dt="2021-08-28T14:30:10.509" v="5506" actId="478"/>
          <ac:spMkLst>
            <pc:docMk/>
            <pc:sldMk cId="2655503588" sldId="321"/>
            <ac:spMk id="2" creationId="{76951C79-2716-43E3-8F47-68FCE9CC7845}"/>
          </ac:spMkLst>
        </pc:spChg>
        <pc:spChg chg="del mod">
          <ac:chgData name="Harendra Bikram Shah" userId="a00731c20e5a5af2" providerId="LiveId" clId="{056D7180-62C6-4CD6-9316-D5FC8218B82A}" dt="2021-08-28T14:30:03.820" v="5503" actId="478"/>
          <ac:spMkLst>
            <pc:docMk/>
            <pc:sldMk cId="2655503588" sldId="321"/>
            <ac:spMk id="3" creationId="{21F6569E-333D-461C-B0DC-4E368B02D623}"/>
          </ac:spMkLst>
        </pc:spChg>
        <pc:spChg chg="add del mod">
          <ac:chgData name="Harendra Bikram Shah" userId="a00731c20e5a5af2" providerId="LiveId" clId="{056D7180-62C6-4CD6-9316-D5FC8218B82A}" dt="2021-08-28T14:30:12.857" v="5507" actId="478"/>
          <ac:spMkLst>
            <pc:docMk/>
            <pc:sldMk cId="2655503588" sldId="321"/>
            <ac:spMk id="5" creationId="{88F79E54-8192-4D24-842D-81E434CD8945}"/>
          </ac:spMkLst>
        </pc:spChg>
        <pc:spChg chg="add mod">
          <ac:chgData name="Harendra Bikram Shah" userId="a00731c20e5a5af2" providerId="LiveId" clId="{056D7180-62C6-4CD6-9316-D5FC8218B82A}" dt="2021-08-28T14:31:18.533" v="5541" actId="20577"/>
          <ac:spMkLst>
            <pc:docMk/>
            <pc:sldMk cId="2655503588" sldId="321"/>
            <ac:spMk id="7" creationId="{DA9B52FE-EBEB-4F88-856C-C9175E1B1B2D}"/>
          </ac:spMkLst>
        </pc:spChg>
        <pc:spChg chg="add mod">
          <ac:chgData name="Harendra Bikram Shah" userId="a00731c20e5a5af2" providerId="LiveId" clId="{056D7180-62C6-4CD6-9316-D5FC8218B82A}" dt="2021-08-28T14:30:18.785" v="5510" actId="113"/>
          <ac:spMkLst>
            <pc:docMk/>
            <pc:sldMk cId="2655503588" sldId="321"/>
            <ac:spMk id="9" creationId="{D25921A1-B4A4-41B2-9349-C0A059128997}"/>
          </ac:spMkLst>
        </pc:spChg>
        <pc:picChg chg="del">
          <ac:chgData name="Harendra Bikram Shah" userId="a00731c20e5a5af2" providerId="LiveId" clId="{056D7180-62C6-4CD6-9316-D5FC8218B82A}" dt="2021-08-28T14:29:57.707" v="5499" actId="478"/>
          <ac:picMkLst>
            <pc:docMk/>
            <pc:sldMk cId="2655503588" sldId="321"/>
            <ac:picMk id="2050" creationId="{B7B58544-4B28-4008-BE27-980FAE470321}"/>
          </ac:picMkLst>
        </pc:picChg>
        <pc:picChg chg="del">
          <ac:chgData name="Harendra Bikram Shah" userId="a00731c20e5a5af2" providerId="LiveId" clId="{056D7180-62C6-4CD6-9316-D5FC8218B82A}" dt="2021-08-28T14:29:58.384" v="5500" actId="478"/>
          <ac:picMkLst>
            <pc:docMk/>
            <pc:sldMk cId="2655503588" sldId="321"/>
            <ac:picMk id="2051" creationId="{7C23635B-B2FD-440B-9FDA-97D26DE2592F}"/>
          </ac:picMkLst>
        </pc:picChg>
        <pc:picChg chg="add mod">
          <ac:chgData name="Harendra Bikram Shah" userId="a00731c20e5a5af2" providerId="LiveId" clId="{056D7180-62C6-4CD6-9316-D5FC8218B82A}" dt="2021-08-28T14:31:03.604" v="5518" actId="1076"/>
          <ac:picMkLst>
            <pc:docMk/>
            <pc:sldMk cId="2655503588" sldId="321"/>
            <ac:picMk id="3074" creationId="{C23598FC-D2EE-4601-B5D8-8F65EA288B60}"/>
          </ac:picMkLst>
        </pc:picChg>
      </pc:sldChg>
      <pc:sldChg chg="addSp delSp modSp new mod">
        <pc:chgData name="Harendra Bikram Shah" userId="a00731c20e5a5af2" providerId="LiveId" clId="{056D7180-62C6-4CD6-9316-D5FC8218B82A}" dt="2021-08-28T15:21:32.959" v="5867" actId="14100"/>
        <pc:sldMkLst>
          <pc:docMk/>
          <pc:sldMk cId="442295240" sldId="322"/>
        </pc:sldMkLst>
        <pc:spChg chg="mod">
          <ac:chgData name="Harendra Bikram Shah" userId="a00731c20e5a5af2" providerId="LiveId" clId="{056D7180-62C6-4CD6-9316-D5FC8218B82A}" dt="2021-08-28T15:21:32.959" v="5867" actId="14100"/>
          <ac:spMkLst>
            <pc:docMk/>
            <pc:sldMk cId="442295240" sldId="322"/>
            <ac:spMk id="2" creationId="{FF5F9504-EA27-4141-A1BA-6DC7C20BFB51}"/>
          </ac:spMkLst>
        </pc:spChg>
        <pc:spChg chg="del">
          <ac:chgData name="Harendra Bikram Shah" userId="a00731c20e5a5af2" providerId="LiveId" clId="{056D7180-62C6-4CD6-9316-D5FC8218B82A}" dt="2021-08-28T14:32:17.069" v="5571" actId="478"/>
          <ac:spMkLst>
            <pc:docMk/>
            <pc:sldMk cId="442295240" sldId="322"/>
            <ac:spMk id="3" creationId="{8877753B-B3B8-4BD8-82FD-4D5FFA0A3184}"/>
          </ac:spMkLst>
        </pc:spChg>
        <pc:spChg chg="add mod">
          <ac:chgData name="Harendra Bikram Shah" userId="a00731c20e5a5af2" providerId="LiveId" clId="{056D7180-62C6-4CD6-9316-D5FC8218B82A}" dt="2021-08-28T14:34:14.749" v="5623" actId="113"/>
          <ac:spMkLst>
            <pc:docMk/>
            <pc:sldMk cId="442295240" sldId="322"/>
            <ac:spMk id="4" creationId="{5DF4929E-85D7-4D35-867D-58146B97BDBA}"/>
          </ac:spMkLst>
        </pc:spChg>
        <pc:picChg chg="add mod">
          <ac:chgData name="Harendra Bikram Shah" userId="a00731c20e5a5af2" providerId="LiveId" clId="{056D7180-62C6-4CD6-9316-D5FC8218B82A}" dt="2021-08-28T14:33:45.620" v="5609" actId="1076"/>
          <ac:picMkLst>
            <pc:docMk/>
            <pc:sldMk cId="442295240" sldId="322"/>
            <ac:picMk id="4098" creationId="{8DE9CDC4-7E0A-4B7E-8C16-1E144A7ADFEE}"/>
          </ac:picMkLst>
        </pc:picChg>
        <pc:picChg chg="add mod">
          <ac:chgData name="Harendra Bikram Shah" userId="a00731c20e5a5af2" providerId="LiveId" clId="{056D7180-62C6-4CD6-9316-D5FC8218B82A}" dt="2021-08-28T14:34:33.940" v="5624" actId="14100"/>
          <ac:picMkLst>
            <pc:docMk/>
            <pc:sldMk cId="442295240" sldId="322"/>
            <ac:picMk id="4099" creationId="{1EB6D36E-4CF7-4659-8218-6313297B7A39}"/>
          </ac:picMkLst>
        </pc:picChg>
      </pc:sldChg>
      <pc:sldChg chg="addSp delSp modSp add mod">
        <pc:chgData name="Harendra Bikram Shah" userId="a00731c20e5a5af2" providerId="LiveId" clId="{056D7180-62C6-4CD6-9316-D5FC8218B82A}" dt="2021-08-28T14:35:27.611" v="5642" actId="14100"/>
        <pc:sldMkLst>
          <pc:docMk/>
          <pc:sldMk cId="374402888" sldId="323"/>
        </pc:sldMkLst>
        <pc:spChg chg="del">
          <ac:chgData name="Harendra Bikram Shah" userId="a00731c20e5a5af2" providerId="LiveId" clId="{056D7180-62C6-4CD6-9316-D5FC8218B82A}" dt="2021-08-28T14:34:47.287" v="5629" actId="478"/>
          <ac:spMkLst>
            <pc:docMk/>
            <pc:sldMk cId="374402888" sldId="323"/>
            <ac:spMk id="2" creationId="{FF5F9504-EA27-4141-A1BA-6DC7C20BFB51}"/>
          </ac:spMkLst>
        </pc:spChg>
        <pc:spChg chg="del">
          <ac:chgData name="Harendra Bikram Shah" userId="a00731c20e5a5af2" providerId="LiveId" clId="{056D7180-62C6-4CD6-9316-D5FC8218B82A}" dt="2021-08-28T14:34:46.035" v="5628" actId="478"/>
          <ac:spMkLst>
            <pc:docMk/>
            <pc:sldMk cId="374402888" sldId="323"/>
            <ac:spMk id="4" creationId="{5DF4929E-85D7-4D35-867D-58146B97BDBA}"/>
          </ac:spMkLst>
        </pc:spChg>
        <pc:spChg chg="add del mod">
          <ac:chgData name="Harendra Bikram Shah" userId="a00731c20e5a5af2" providerId="LiveId" clId="{056D7180-62C6-4CD6-9316-D5FC8218B82A}" dt="2021-08-28T14:34:48.835" v="5630" actId="478"/>
          <ac:spMkLst>
            <pc:docMk/>
            <pc:sldMk cId="374402888" sldId="323"/>
            <ac:spMk id="5" creationId="{6F634D99-0455-4AEC-A56A-74C15894882E}"/>
          </ac:spMkLst>
        </pc:spChg>
        <pc:spChg chg="add mod">
          <ac:chgData name="Harendra Bikram Shah" userId="a00731c20e5a5af2" providerId="LiveId" clId="{056D7180-62C6-4CD6-9316-D5FC8218B82A}" dt="2021-08-28T14:35:19.632" v="5637" actId="113"/>
          <ac:spMkLst>
            <pc:docMk/>
            <pc:sldMk cId="374402888" sldId="323"/>
            <ac:spMk id="6" creationId="{03269870-E7F4-47A9-BAE2-E04413C17EF3}"/>
          </ac:spMkLst>
        </pc:spChg>
        <pc:picChg chg="del">
          <ac:chgData name="Harendra Bikram Shah" userId="a00731c20e5a5af2" providerId="LiveId" clId="{056D7180-62C6-4CD6-9316-D5FC8218B82A}" dt="2021-08-28T14:34:43.894" v="5626" actId="478"/>
          <ac:picMkLst>
            <pc:docMk/>
            <pc:sldMk cId="374402888" sldId="323"/>
            <ac:picMk id="4098" creationId="{8DE9CDC4-7E0A-4B7E-8C16-1E144A7ADFEE}"/>
          </ac:picMkLst>
        </pc:picChg>
        <pc:picChg chg="del">
          <ac:chgData name="Harendra Bikram Shah" userId="a00731c20e5a5af2" providerId="LiveId" clId="{056D7180-62C6-4CD6-9316-D5FC8218B82A}" dt="2021-08-28T14:34:44.436" v="5627" actId="478"/>
          <ac:picMkLst>
            <pc:docMk/>
            <pc:sldMk cId="374402888" sldId="323"/>
            <ac:picMk id="4099" creationId="{1EB6D36E-4CF7-4659-8218-6313297B7A39}"/>
          </ac:picMkLst>
        </pc:picChg>
        <pc:picChg chg="add mod">
          <ac:chgData name="Harendra Bikram Shah" userId="a00731c20e5a5af2" providerId="LiveId" clId="{056D7180-62C6-4CD6-9316-D5FC8218B82A}" dt="2021-08-28T14:35:27.611" v="5642" actId="14100"/>
          <ac:picMkLst>
            <pc:docMk/>
            <pc:sldMk cId="374402888" sldId="323"/>
            <ac:picMk id="5122" creationId="{A40BD70E-A267-4612-884B-E0FE5D1ACAC5}"/>
          </ac:picMkLst>
        </pc:picChg>
      </pc:sldChg>
      <pc:sldChg chg="addSp delSp modSp new mod">
        <pc:chgData name="Harendra Bikram Shah" userId="a00731c20e5a5af2" providerId="LiveId" clId="{056D7180-62C6-4CD6-9316-D5FC8218B82A}" dt="2021-08-28T15:17:29.498" v="5741" actId="1076"/>
        <pc:sldMkLst>
          <pc:docMk/>
          <pc:sldMk cId="2868600220" sldId="324"/>
        </pc:sldMkLst>
        <pc:spChg chg="mod">
          <ac:chgData name="Harendra Bikram Shah" userId="a00731c20e5a5af2" providerId="LiveId" clId="{056D7180-62C6-4CD6-9316-D5FC8218B82A}" dt="2021-08-28T15:16:19.635" v="5711" actId="113"/>
          <ac:spMkLst>
            <pc:docMk/>
            <pc:sldMk cId="2868600220" sldId="324"/>
            <ac:spMk id="2" creationId="{CD19A3A6-FFBC-4214-BA8C-648015254C44}"/>
          </ac:spMkLst>
        </pc:spChg>
        <pc:spChg chg="del">
          <ac:chgData name="Harendra Bikram Shah" userId="a00731c20e5a5af2" providerId="LiveId" clId="{056D7180-62C6-4CD6-9316-D5FC8218B82A}" dt="2021-08-28T15:16:21.661" v="5712" actId="478"/>
          <ac:spMkLst>
            <pc:docMk/>
            <pc:sldMk cId="2868600220" sldId="324"/>
            <ac:spMk id="3" creationId="{71896C5C-184D-4622-B883-D39F5F74DB86}"/>
          </ac:spMkLst>
        </pc:spChg>
        <pc:spChg chg="add mod">
          <ac:chgData name="Harendra Bikram Shah" userId="a00731c20e5a5af2" providerId="LiveId" clId="{056D7180-62C6-4CD6-9316-D5FC8218B82A}" dt="2021-08-28T15:17:21.885" v="5737" actId="113"/>
          <ac:spMkLst>
            <pc:docMk/>
            <pc:sldMk cId="2868600220" sldId="324"/>
            <ac:spMk id="4" creationId="{3E8BF3F8-272A-434D-AB68-6475446B9063}"/>
          </ac:spMkLst>
        </pc:spChg>
        <pc:picChg chg="add mod">
          <ac:chgData name="Harendra Bikram Shah" userId="a00731c20e5a5af2" providerId="LiveId" clId="{056D7180-62C6-4CD6-9316-D5FC8218B82A}" dt="2021-08-28T15:17:29.498" v="5741" actId="1076"/>
          <ac:picMkLst>
            <pc:docMk/>
            <pc:sldMk cId="2868600220" sldId="324"/>
            <ac:picMk id="6146" creationId="{989B2E88-4B29-4DB5-9587-34AFA91A520E}"/>
          </ac:picMkLst>
        </pc:picChg>
      </pc:sldChg>
      <pc:sldChg chg="addSp delSp modSp new mod">
        <pc:chgData name="Harendra Bikram Shah" userId="a00731c20e5a5af2" providerId="LiveId" clId="{056D7180-62C6-4CD6-9316-D5FC8218B82A}" dt="2021-08-28T15:19:24.322" v="5811" actId="113"/>
        <pc:sldMkLst>
          <pc:docMk/>
          <pc:sldMk cId="3416337478" sldId="325"/>
        </pc:sldMkLst>
        <pc:spChg chg="del">
          <ac:chgData name="Harendra Bikram Shah" userId="a00731c20e5a5af2" providerId="LiveId" clId="{056D7180-62C6-4CD6-9316-D5FC8218B82A}" dt="2021-08-28T15:17:41.487" v="5743" actId="478"/>
          <ac:spMkLst>
            <pc:docMk/>
            <pc:sldMk cId="3416337478" sldId="325"/>
            <ac:spMk id="2" creationId="{47CF4BA5-09A6-4EAB-A764-60F5D6026B5E}"/>
          </ac:spMkLst>
        </pc:spChg>
        <pc:spChg chg="del">
          <ac:chgData name="Harendra Bikram Shah" userId="a00731c20e5a5af2" providerId="LiveId" clId="{056D7180-62C6-4CD6-9316-D5FC8218B82A}" dt="2021-08-28T15:17:42.552" v="5744" actId="478"/>
          <ac:spMkLst>
            <pc:docMk/>
            <pc:sldMk cId="3416337478" sldId="325"/>
            <ac:spMk id="3" creationId="{8AF3C086-9C47-4C61-A39F-CE3A68B48975}"/>
          </ac:spMkLst>
        </pc:spChg>
        <pc:spChg chg="add mod">
          <ac:chgData name="Harendra Bikram Shah" userId="a00731c20e5a5af2" providerId="LiveId" clId="{056D7180-62C6-4CD6-9316-D5FC8218B82A}" dt="2021-08-28T15:18:23.376" v="5758" actId="1076"/>
          <ac:spMkLst>
            <pc:docMk/>
            <pc:sldMk cId="3416337478" sldId="325"/>
            <ac:spMk id="4" creationId="{F2B6B818-F8ED-4E8B-A0E3-F083B28D2EC5}"/>
          </ac:spMkLst>
        </pc:spChg>
        <pc:spChg chg="add mod">
          <ac:chgData name="Harendra Bikram Shah" userId="a00731c20e5a5af2" providerId="LiveId" clId="{056D7180-62C6-4CD6-9316-D5FC8218B82A}" dt="2021-08-28T15:19:24.322" v="5811" actId="113"/>
          <ac:spMkLst>
            <pc:docMk/>
            <pc:sldMk cId="3416337478" sldId="325"/>
            <ac:spMk id="7" creationId="{EF6A5EBE-7944-4FFE-BE7A-143127A22BCA}"/>
          </ac:spMkLst>
        </pc:spChg>
        <pc:picChg chg="add mod">
          <ac:chgData name="Harendra Bikram Shah" userId="a00731c20e5a5af2" providerId="LiveId" clId="{056D7180-62C6-4CD6-9316-D5FC8218B82A}" dt="2021-08-28T15:18:19.890" v="5756" actId="14100"/>
          <ac:picMkLst>
            <pc:docMk/>
            <pc:sldMk cId="3416337478" sldId="325"/>
            <ac:picMk id="7170" creationId="{9EC04B08-85D6-40DA-8D63-5C33B544F693}"/>
          </ac:picMkLst>
        </pc:picChg>
      </pc:sldChg>
      <pc:sldChg chg="addSp delSp modSp add mod">
        <pc:chgData name="Harendra Bikram Shah" userId="a00731c20e5a5af2" providerId="LiveId" clId="{056D7180-62C6-4CD6-9316-D5FC8218B82A}" dt="2021-08-28T15:20:04.400" v="5828" actId="1076"/>
        <pc:sldMkLst>
          <pc:docMk/>
          <pc:sldMk cId="2573695444" sldId="326"/>
        </pc:sldMkLst>
        <pc:spChg chg="add mod">
          <ac:chgData name="Harendra Bikram Shah" userId="a00731c20e5a5af2" providerId="LiveId" clId="{056D7180-62C6-4CD6-9316-D5FC8218B82A}" dt="2021-08-28T15:19:59.374" v="5824" actId="113"/>
          <ac:spMkLst>
            <pc:docMk/>
            <pc:sldMk cId="2573695444" sldId="326"/>
            <ac:spMk id="2" creationId="{762E3C95-08A8-45E0-B77A-0F68F4440433}"/>
          </ac:spMkLst>
        </pc:spChg>
        <pc:spChg chg="del">
          <ac:chgData name="Harendra Bikram Shah" userId="a00731c20e5a5af2" providerId="LiveId" clId="{056D7180-62C6-4CD6-9316-D5FC8218B82A}" dt="2021-08-28T15:19:31.804" v="5814" actId="478"/>
          <ac:spMkLst>
            <pc:docMk/>
            <pc:sldMk cId="2573695444" sldId="326"/>
            <ac:spMk id="4" creationId="{F2B6B818-F8ED-4E8B-A0E3-F083B28D2EC5}"/>
          </ac:spMkLst>
        </pc:spChg>
        <pc:spChg chg="del">
          <ac:chgData name="Harendra Bikram Shah" userId="a00731c20e5a5af2" providerId="LiveId" clId="{056D7180-62C6-4CD6-9316-D5FC8218B82A}" dt="2021-08-28T15:19:33.116" v="5815" actId="478"/>
          <ac:spMkLst>
            <pc:docMk/>
            <pc:sldMk cId="2573695444" sldId="326"/>
            <ac:spMk id="7" creationId="{EF6A5EBE-7944-4FFE-BE7A-143127A22BCA}"/>
          </ac:spMkLst>
        </pc:spChg>
        <pc:picChg chg="del">
          <ac:chgData name="Harendra Bikram Shah" userId="a00731c20e5a5af2" providerId="LiveId" clId="{056D7180-62C6-4CD6-9316-D5FC8218B82A}" dt="2021-08-28T15:19:30.249" v="5813" actId="478"/>
          <ac:picMkLst>
            <pc:docMk/>
            <pc:sldMk cId="2573695444" sldId="326"/>
            <ac:picMk id="7170" creationId="{9EC04B08-85D6-40DA-8D63-5C33B544F693}"/>
          </ac:picMkLst>
        </pc:picChg>
        <pc:picChg chg="add mod">
          <ac:chgData name="Harendra Bikram Shah" userId="a00731c20e5a5af2" providerId="LiveId" clId="{056D7180-62C6-4CD6-9316-D5FC8218B82A}" dt="2021-08-28T15:20:04.400" v="5828" actId="1076"/>
          <ac:picMkLst>
            <pc:docMk/>
            <pc:sldMk cId="2573695444" sldId="326"/>
            <ac:picMk id="8194" creationId="{BA818149-3E24-4351-87E4-FD62217E3D8B}"/>
          </ac:picMkLst>
        </pc:picChg>
      </pc:sldChg>
      <pc:sldChg chg="addSp delSp modSp new mod">
        <pc:chgData name="Harendra Bikram Shah" userId="a00731c20e5a5af2" providerId="LiveId" clId="{056D7180-62C6-4CD6-9316-D5FC8218B82A}" dt="2021-08-28T15:24:29.139" v="5900" actId="5793"/>
        <pc:sldMkLst>
          <pc:docMk/>
          <pc:sldMk cId="3444884293" sldId="327"/>
        </pc:sldMkLst>
        <pc:spChg chg="mod">
          <ac:chgData name="Harendra Bikram Shah" userId="a00731c20e5a5af2" providerId="LiveId" clId="{056D7180-62C6-4CD6-9316-D5FC8218B82A}" dt="2021-08-28T15:20:29.396" v="5848" actId="1076"/>
          <ac:spMkLst>
            <pc:docMk/>
            <pc:sldMk cId="3444884293" sldId="327"/>
            <ac:spMk id="2" creationId="{F3F6BD37-5F37-4932-A957-3193155755DD}"/>
          </ac:spMkLst>
        </pc:spChg>
        <pc:spChg chg="del">
          <ac:chgData name="Harendra Bikram Shah" userId="a00731c20e5a5af2" providerId="LiveId" clId="{056D7180-62C6-4CD6-9316-D5FC8218B82A}" dt="2021-08-28T15:20:27.115" v="5847" actId="478"/>
          <ac:spMkLst>
            <pc:docMk/>
            <pc:sldMk cId="3444884293" sldId="327"/>
            <ac:spMk id="3" creationId="{5F91C991-ECDD-43E8-A254-2E2540E220D1}"/>
          </ac:spMkLst>
        </pc:spChg>
        <pc:spChg chg="add mod">
          <ac:chgData name="Harendra Bikram Shah" userId="a00731c20e5a5af2" providerId="LiveId" clId="{056D7180-62C6-4CD6-9316-D5FC8218B82A}" dt="2021-08-28T15:24:29.139" v="5900" actId="5793"/>
          <ac:spMkLst>
            <pc:docMk/>
            <pc:sldMk cId="3444884293" sldId="327"/>
            <ac:spMk id="4" creationId="{4D3CC12C-7044-4EAF-A5CD-41E5798744AC}"/>
          </ac:spMkLst>
        </pc:spChg>
      </pc:sldChg>
      <pc:sldChg chg="addSp delSp modSp add mod">
        <pc:chgData name="Harendra Bikram Shah" userId="a00731c20e5a5af2" providerId="LiveId" clId="{056D7180-62C6-4CD6-9316-D5FC8218B82A}" dt="2021-08-28T15:25:14.881" v="5916" actId="14100"/>
        <pc:sldMkLst>
          <pc:docMk/>
          <pc:sldMk cId="3435410643" sldId="328"/>
        </pc:sldMkLst>
        <pc:spChg chg="del">
          <ac:chgData name="Harendra Bikram Shah" userId="a00731c20e5a5af2" providerId="LiveId" clId="{056D7180-62C6-4CD6-9316-D5FC8218B82A}" dt="2021-08-28T15:24:48.070" v="5903" actId="478"/>
          <ac:spMkLst>
            <pc:docMk/>
            <pc:sldMk cId="3435410643" sldId="328"/>
            <ac:spMk id="2" creationId="{F3F6BD37-5F37-4932-A957-3193155755DD}"/>
          </ac:spMkLst>
        </pc:spChg>
        <pc:spChg chg="del">
          <ac:chgData name="Harendra Bikram Shah" userId="a00731c20e5a5af2" providerId="LiveId" clId="{056D7180-62C6-4CD6-9316-D5FC8218B82A}" dt="2021-08-28T15:24:46.815" v="5902" actId="478"/>
          <ac:spMkLst>
            <pc:docMk/>
            <pc:sldMk cId="3435410643" sldId="328"/>
            <ac:spMk id="4" creationId="{4D3CC12C-7044-4EAF-A5CD-41E5798744AC}"/>
          </ac:spMkLst>
        </pc:spChg>
        <pc:spChg chg="add del mod">
          <ac:chgData name="Harendra Bikram Shah" userId="a00731c20e5a5af2" providerId="LiveId" clId="{056D7180-62C6-4CD6-9316-D5FC8218B82A}" dt="2021-08-28T15:24:49.780" v="5904" actId="478"/>
          <ac:spMkLst>
            <pc:docMk/>
            <pc:sldMk cId="3435410643" sldId="328"/>
            <ac:spMk id="5" creationId="{CE845B32-E98D-43B2-9D7C-664F148960DB}"/>
          </ac:spMkLst>
        </pc:spChg>
        <pc:spChg chg="add mod">
          <ac:chgData name="Harendra Bikram Shah" userId="a00731c20e5a5af2" providerId="LiveId" clId="{056D7180-62C6-4CD6-9316-D5FC8218B82A}" dt="2021-08-28T15:25:04.323" v="5910" actId="21"/>
          <ac:spMkLst>
            <pc:docMk/>
            <pc:sldMk cId="3435410643" sldId="328"/>
            <ac:spMk id="7" creationId="{946A7935-4854-4633-86E7-3A59911C17AA}"/>
          </ac:spMkLst>
        </pc:spChg>
        <pc:spChg chg="add mod">
          <ac:chgData name="Harendra Bikram Shah" userId="a00731c20e5a5af2" providerId="LiveId" clId="{056D7180-62C6-4CD6-9316-D5FC8218B82A}" dt="2021-08-28T15:25:14.881" v="5916" actId="14100"/>
          <ac:spMkLst>
            <pc:docMk/>
            <pc:sldMk cId="3435410643" sldId="328"/>
            <ac:spMk id="9" creationId="{9122E083-C80A-413A-AB92-0CCD45C73748}"/>
          </ac:spMkLst>
        </pc:spChg>
        <pc:graphicFrameChg chg="add mod modGraphic">
          <ac:chgData name="Harendra Bikram Shah" userId="a00731c20e5a5af2" providerId="LiveId" clId="{056D7180-62C6-4CD6-9316-D5FC8218B82A}" dt="2021-08-28T15:25:09.713" v="5913" actId="14100"/>
          <ac:graphicFrameMkLst>
            <pc:docMk/>
            <pc:sldMk cId="3435410643" sldId="328"/>
            <ac:graphicFrameMk id="6" creationId="{5B6AF59C-BBEF-498D-9DBF-B19A5947D0B5}"/>
          </ac:graphicFrameMkLst>
        </pc:graphicFrameChg>
      </pc:sldChg>
      <pc:sldChg chg="addSp delSp modSp add mod">
        <pc:chgData name="Harendra Bikram Shah" userId="a00731c20e5a5af2" providerId="LiveId" clId="{056D7180-62C6-4CD6-9316-D5FC8218B82A}" dt="2021-08-28T15:26:17.884" v="5936" actId="113"/>
        <pc:sldMkLst>
          <pc:docMk/>
          <pc:sldMk cId="2651193264" sldId="329"/>
        </pc:sldMkLst>
        <pc:spChg chg="add mod">
          <ac:chgData name="Harendra Bikram Shah" userId="a00731c20e5a5af2" providerId="LiveId" clId="{056D7180-62C6-4CD6-9316-D5FC8218B82A}" dt="2021-08-28T15:26:04.811" v="5928" actId="21"/>
          <ac:spMkLst>
            <pc:docMk/>
            <pc:sldMk cId="2651193264" sldId="329"/>
            <ac:spMk id="2" creationId="{E1054619-2A1A-40D3-8068-0CCE90196A5F}"/>
          </ac:spMkLst>
        </pc:spChg>
        <pc:spChg chg="del">
          <ac:chgData name="Harendra Bikram Shah" userId="a00731c20e5a5af2" providerId="LiveId" clId="{056D7180-62C6-4CD6-9316-D5FC8218B82A}" dt="2021-08-28T15:25:40.194" v="5919" actId="478"/>
          <ac:spMkLst>
            <pc:docMk/>
            <pc:sldMk cId="2651193264" sldId="329"/>
            <ac:spMk id="7" creationId="{946A7935-4854-4633-86E7-3A59911C17AA}"/>
          </ac:spMkLst>
        </pc:spChg>
        <pc:spChg chg="add mod">
          <ac:chgData name="Harendra Bikram Shah" userId="a00731c20e5a5af2" providerId="LiveId" clId="{056D7180-62C6-4CD6-9316-D5FC8218B82A}" dt="2021-08-28T15:26:17.884" v="5936" actId="113"/>
          <ac:spMkLst>
            <pc:docMk/>
            <pc:sldMk cId="2651193264" sldId="329"/>
            <ac:spMk id="8" creationId="{065DA94A-6D71-454C-BD4A-8F5A06EE467C}"/>
          </ac:spMkLst>
        </pc:spChg>
        <pc:spChg chg="del">
          <ac:chgData name="Harendra Bikram Shah" userId="a00731c20e5a5af2" providerId="LiveId" clId="{056D7180-62C6-4CD6-9316-D5FC8218B82A}" dt="2021-08-28T15:25:41.594" v="5920" actId="478"/>
          <ac:spMkLst>
            <pc:docMk/>
            <pc:sldMk cId="2651193264" sldId="329"/>
            <ac:spMk id="9" creationId="{9122E083-C80A-413A-AB92-0CCD45C73748}"/>
          </ac:spMkLst>
        </pc:spChg>
        <pc:graphicFrameChg chg="del">
          <ac:chgData name="Harendra Bikram Shah" userId="a00731c20e5a5af2" providerId="LiveId" clId="{056D7180-62C6-4CD6-9316-D5FC8218B82A}" dt="2021-08-28T15:25:38.859" v="5918" actId="478"/>
          <ac:graphicFrameMkLst>
            <pc:docMk/>
            <pc:sldMk cId="2651193264" sldId="329"/>
            <ac:graphicFrameMk id="6" creationId="{5B6AF59C-BBEF-498D-9DBF-B19A5947D0B5}"/>
          </ac:graphicFrameMkLst>
        </pc:graphicFrameChg>
        <pc:picChg chg="add mod">
          <ac:chgData name="Harendra Bikram Shah" userId="a00731c20e5a5af2" providerId="LiveId" clId="{056D7180-62C6-4CD6-9316-D5FC8218B82A}" dt="2021-08-28T15:26:13.644" v="5934" actId="1076"/>
          <ac:picMkLst>
            <pc:docMk/>
            <pc:sldMk cId="2651193264" sldId="329"/>
            <ac:picMk id="11266" creationId="{FE3546D7-4CB7-4B98-B932-F8F4F01C5408}"/>
          </ac:picMkLst>
        </pc:picChg>
      </pc:sldChg>
      <pc:sldChg chg="addSp delSp modSp new mod">
        <pc:chgData name="Harendra Bikram Shah" userId="a00731c20e5a5af2" providerId="LiveId" clId="{056D7180-62C6-4CD6-9316-D5FC8218B82A}" dt="2021-08-28T15:27:00.423" v="5946" actId="1076"/>
        <pc:sldMkLst>
          <pc:docMk/>
          <pc:sldMk cId="3052547939" sldId="330"/>
        </pc:sldMkLst>
        <pc:spChg chg="del">
          <ac:chgData name="Harendra Bikram Shah" userId="a00731c20e5a5af2" providerId="LiveId" clId="{056D7180-62C6-4CD6-9316-D5FC8218B82A}" dt="2021-08-28T15:26:45.680" v="5938" actId="478"/>
          <ac:spMkLst>
            <pc:docMk/>
            <pc:sldMk cId="3052547939" sldId="330"/>
            <ac:spMk id="2" creationId="{B02EE9CD-FE42-486B-895F-AEF6165B5037}"/>
          </ac:spMkLst>
        </pc:spChg>
        <pc:spChg chg="del">
          <ac:chgData name="Harendra Bikram Shah" userId="a00731c20e5a5af2" providerId="LiveId" clId="{056D7180-62C6-4CD6-9316-D5FC8218B82A}" dt="2021-08-28T15:26:46.705" v="5939" actId="478"/>
          <ac:spMkLst>
            <pc:docMk/>
            <pc:sldMk cId="3052547939" sldId="330"/>
            <ac:spMk id="3" creationId="{9C438E4F-9482-4779-A5F1-9A474D8AD38E}"/>
          </ac:spMkLst>
        </pc:spChg>
        <pc:spChg chg="add mod">
          <ac:chgData name="Harendra Bikram Shah" userId="a00731c20e5a5af2" providerId="LiveId" clId="{056D7180-62C6-4CD6-9316-D5FC8218B82A}" dt="2021-08-28T15:27:00.423" v="5946" actId="1076"/>
          <ac:spMkLst>
            <pc:docMk/>
            <pc:sldMk cId="3052547939" sldId="330"/>
            <ac:spMk id="4" creationId="{527AA3B3-5D56-4D64-8FDF-A15828BA0FA9}"/>
          </ac:spMkLst>
        </pc:spChg>
        <pc:picChg chg="add mod">
          <ac:chgData name="Harendra Bikram Shah" userId="a00731c20e5a5af2" providerId="LiveId" clId="{056D7180-62C6-4CD6-9316-D5FC8218B82A}" dt="2021-08-28T15:26:53.697" v="5942" actId="1076"/>
          <ac:picMkLst>
            <pc:docMk/>
            <pc:sldMk cId="3052547939" sldId="330"/>
            <ac:picMk id="12290" creationId="{9BD26749-C91E-4690-BBE2-2B3E22D3193E}"/>
          </ac:picMkLst>
        </pc:picChg>
      </pc:sldChg>
      <pc:sldChg chg="addSp delSp modSp add mod">
        <pc:chgData name="Harendra Bikram Shah" userId="a00731c20e5a5af2" providerId="LiveId" clId="{056D7180-62C6-4CD6-9316-D5FC8218B82A}" dt="2021-09-01T15:29:53.606" v="6201" actId="1076"/>
        <pc:sldMkLst>
          <pc:docMk/>
          <pc:sldMk cId="833699125" sldId="331"/>
        </pc:sldMkLst>
        <pc:spChg chg="add mod">
          <ac:chgData name="Harendra Bikram Shah" userId="a00731c20e5a5af2" providerId="LiveId" clId="{056D7180-62C6-4CD6-9316-D5FC8218B82A}" dt="2021-09-01T15:19:50.895" v="5998" actId="1076"/>
          <ac:spMkLst>
            <pc:docMk/>
            <pc:sldMk cId="833699125" sldId="331"/>
            <ac:spMk id="2" creationId="{B230D611-EAF4-4F4B-90EF-C786A17A1212}"/>
          </ac:spMkLst>
        </pc:spChg>
        <pc:spChg chg="mod">
          <ac:chgData name="Harendra Bikram Shah" userId="a00731c20e5a5af2" providerId="LiveId" clId="{056D7180-62C6-4CD6-9316-D5FC8218B82A}" dt="2021-09-01T15:19:28.032" v="5982" actId="403"/>
          <ac:spMkLst>
            <pc:docMk/>
            <pc:sldMk cId="833699125" sldId="331"/>
            <ac:spMk id="4" creationId="{527AA3B3-5D56-4D64-8FDF-A15828BA0FA9}"/>
          </ac:spMkLst>
        </pc:spChg>
        <pc:spChg chg="add del mod">
          <ac:chgData name="Harendra Bikram Shah" userId="a00731c20e5a5af2" providerId="LiveId" clId="{056D7180-62C6-4CD6-9316-D5FC8218B82A}" dt="2021-09-01T15:27:37.637" v="6166" actId="21"/>
          <ac:spMkLst>
            <pc:docMk/>
            <pc:sldMk cId="833699125" sldId="331"/>
            <ac:spMk id="5" creationId="{AAB5DB3A-3DA5-420F-9FC2-ADA60C0A22DC}"/>
          </ac:spMkLst>
        </pc:spChg>
        <pc:spChg chg="add mod">
          <ac:chgData name="Harendra Bikram Shah" userId="a00731c20e5a5af2" providerId="LiveId" clId="{056D7180-62C6-4CD6-9316-D5FC8218B82A}" dt="2021-09-01T15:29:38.227" v="6197" actId="14100"/>
          <ac:spMkLst>
            <pc:docMk/>
            <pc:sldMk cId="833699125" sldId="331"/>
            <ac:spMk id="6" creationId="{BD0BF29D-22EA-4D62-9E10-CA2A2F45F94D}"/>
          </ac:spMkLst>
        </pc:spChg>
        <pc:spChg chg="add mod">
          <ac:chgData name="Harendra Bikram Shah" userId="a00731c20e5a5af2" providerId="LiveId" clId="{056D7180-62C6-4CD6-9316-D5FC8218B82A}" dt="2021-09-01T15:29:53.606" v="6201" actId="1076"/>
          <ac:spMkLst>
            <pc:docMk/>
            <pc:sldMk cId="833699125" sldId="331"/>
            <ac:spMk id="10" creationId="{92BB3CB0-002B-4051-B3D3-249664DB36F7}"/>
          </ac:spMkLst>
        </pc:spChg>
        <pc:graphicFrameChg chg="add del mod">
          <ac:chgData name="Harendra Bikram Shah" userId="a00731c20e5a5af2" providerId="LiveId" clId="{056D7180-62C6-4CD6-9316-D5FC8218B82A}" dt="2021-09-01T15:21:54.455" v="6057" actId="21"/>
          <ac:graphicFrameMkLst>
            <pc:docMk/>
            <pc:sldMk cId="833699125" sldId="331"/>
            <ac:graphicFrameMk id="3" creationId="{E7564099-AED4-42AB-8416-88026D5C62BB}"/>
          </ac:graphicFrameMkLst>
        </pc:graphicFrameChg>
        <pc:picChg chg="add del mod">
          <ac:chgData name="Harendra Bikram Shah" userId="a00731c20e5a5af2" providerId="LiveId" clId="{056D7180-62C6-4CD6-9316-D5FC8218B82A}" dt="2021-09-01T15:27:51.712" v="6172" actId="21"/>
          <ac:picMkLst>
            <pc:docMk/>
            <pc:sldMk cId="833699125" sldId="331"/>
            <ac:picMk id="1027" creationId="{5A9507F9-9411-4FA0-B9D8-990DD6E6A749}"/>
          </ac:picMkLst>
        </pc:picChg>
        <pc:picChg chg="add mod">
          <ac:chgData name="Harendra Bikram Shah" userId="a00731c20e5a5af2" providerId="LiveId" clId="{056D7180-62C6-4CD6-9316-D5FC8218B82A}" dt="2021-09-01T15:29:44.020" v="6200" actId="14100"/>
          <ac:picMkLst>
            <pc:docMk/>
            <pc:sldMk cId="833699125" sldId="331"/>
            <ac:picMk id="1029" creationId="{93E1A4B8-E17A-432B-92BD-AEC76856FEC3}"/>
          </ac:picMkLst>
        </pc:picChg>
        <pc:picChg chg="del">
          <ac:chgData name="Harendra Bikram Shah" userId="a00731c20e5a5af2" providerId="LiveId" clId="{056D7180-62C6-4CD6-9316-D5FC8218B82A}" dt="2021-08-28T15:27:08.403" v="5948" actId="478"/>
          <ac:picMkLst>
            <pc:docMk/>
            <pc:sldMk cId="833699125" sldId="331"/>
            <ac:picMk id="12290" creationId="{9BD26749-C91E-4690-BBE2-2B3E22D3193E}"/>
          </ac:picMkLst>
        </pc:picChg>
      </pc:sldChg>
      <pc:sldChg chg="addSp delSp modSp add mod">
        <pc:chgData name="Harendra Bikram Shah" userId="a00731c20e5a5af2" providerId="LiveId" clId="{056D7180-62C6-4CD6-9316-D5FC8218B82A}" dt="2021-09-01T15:28:55.594" v="6185" actId="1076"/>
        <pc:sldMkLst>
          <pc:docMk/>
          <pc:sldMk cId="1438750175" sldId="332"/>
        </pc:sldMkLst>
        <pc:spChg chg="del">
          <ac:chgData name="Harendra Bikram Shah" userId="a00731c20e5a5af2" providerId="LiveId" clId="{056D7180-62C6-4CD6-9316-D5FC8218B82A}" dt="2021-09-01T15:22:47.295" v="6081" actId="478"/>
          <ac:spMkLst>
            <pc:docMk/>
            <pc:sldMk cId="1438750175" sldId="332"/>
            <ac:spMk id="2" creationId="{B230D611-EAF4-4F4B-90EF-C786A17A1212}"/>
          </ac:spMkLst>
        </pc:spChg>
        <pc:spChg chg="del">
          <ac:chgData name="Harendra Bikram Shah" userId="a00731c20e5a5af2" providerId="LiveId" clId="{056D7180-62C6-4CD6-9316-D5FC8218B82A}" dt="2021-09-01T15:22:48.882" v="6082" actId="478"/>
          <ac:spMkLst>
            <pc:docMk/>
            <pc:sldMk cId="1438750175" sldId="332"/>
            <ac:spMk id="4" creationId="{527AA3B3-5D56-4D64-8FDF-A15828BA0FA9}"/>
          </ac:spMkLst>
        </pc:spChg>
        <pc:spChg chg="del">
          <ac:chgData name="Harendra Bikram Shah" userId="a00731c20e5a5af2" providerId="LiveId" clId="{056D7180-62C6-4CD6-9316-D5FC8218B82A}" dt="2021-09-01T15:22:45.870" v="6080" actId="478"/>
          <ac:spMkLst>
            <pc:docMk/>
            <pc:sldMk cId="1438750175" sldId="332"/>
            <ac:spMk id="5" creationId="{AAB5DB3A-3DA5-420F-9FC2-ADA60C0A22DC}"/>
          </ac:spMkLst>
        </pc:spChg>
        <pc:spChg chg="add mod">
          <ac:chgData name="Harendra Bikram Shah" userId="a00731c20e5a5af2" providerId="LiveId" clId="{056D7180-62C6-4CD6-9316-D5FC8218B82A}" dt="2021-09-01T15:23:11.786" v="6088" actId="1076"/>
          <ac:spMkLst>
            <pc:docMk/>
            <pc:sldMk cId="1438750175" sldId="332"/>
            <ac:spMk id="6" creationId="{C49FB09F-BEC0-4947-AC03-9B8BE1C1B4F6}"/>
          </ac:spMkLst>
        </pc:spChg>
        <pc:spChg chg="add mod">
          <ac:chgData name="Harendra Bikram Shah" userId="a00731c20e5a5af2" providerId="LiveId" clId="{056D7180-62C6-4CD6-9316-D5FC8218B82A}" dt="2021-09-01T15:24:55.681" v="6138" actId="1076"/>
          <ac:spMkLst>
            <pc:docMk/>
            <pc:sldMk cId="1438750175" sldId="332"/>
            <ac:spMk id="9" creationId="{D560B163-C8A5-47B7-969D-18C16C64F823}"/>
          </ac:spMkLst>
        </pc:spChg>
        <pc:graphicFrameChg chg="add mod modGraphic">
          <ac:chgData name="Harendra Bikram Shah" userId="a00731c20e5a5af2" providerId="LiveId" clId="{056D7180-62C6-4CD6-9316-D5FC8218B82A}" dt="2021-09-01T15:28:55.594" v="6185" actId="1076"/>
          <ac:graphicFrameMkLst>
            <pc:docMk/>
            <pc:sldMk cId="1438750175" sldId="332"/>
            <ac:graphicFrameMk id="3" creationId="{29AAF7BE-45D4-46A2-B7BA-07BB29BB8797}"/>
          </ac:graphicFrameMkLst>
        </pc:graphicFrameChg>
        <pc:picChg chg="del">
          <ac:chgData name="Harendra Bikram Shah" userId="a00731c20e5a5af2" providerId="LiveId" clId="{056D7180-62C6-4CD6-9316-D5FC8218B82A}" dt="2021-09-01T15:22:44.660" v="6079" actId="478"/>
          <ac:picMkLst>
            <pc:docMk/>
            <pc:sldMk cId="1438750175" sldId="332"/>
            <ac:picMk id="1027" creationId="{5A9507F9-9411-4FA0-B9D8-990DD6E6A749}"/>
          </ac:picMkLst>
        </pc:picChg>
      </pc:sldChg>
      <pc:sldChg chg="addSp delSp modSp add mod">
        <pc:chgData name="Harendra Bikram Shah" userId="a00731c20e5a5af2" providerId="LiveId" clId="{056D7180-62C6-4CD6-9316-D5FC8218B82A}" dt="2021-09-01T15:26:28.457" v="6158" actId="1076"/>
        <pc:sldMkLst>
          <pc:docMk/>
          <pc:sldMk cId="2488814965" sldId="333"/>
        </pc:sldMkLst>
        <pc:spChg chg="add mod">
          <ac:chgData name="Harendra Bikram Shah" userId="a00731c20e5a5af2" providerId="LiveId" clId="{056D7180-62C6-4CD6-9316-D5FC8218B82A}" dt="2021-09-01T15:26:28.457" v="6158" actId="1076"/>
          <ac:spMkLst>
            <pc:docMk/>
            <pc:sldMk cId="2488814965" sldId="333"/>
            <ac:spMk id="2" creationId="{98C1BECA-5FCF-463A-9709-4B6A3CAAD51E}"/>
          </ac:spMkLst>
        </pc:spChg>
        <pc:spChg chg="del">
          <ac:chgData name="Harendra Bikram Shah" userId="a00731c20e5a5af2" providerId="LiveId" clId="{056D7180-62C6-4CD6-9316-D5FC8218B82A}" dt="2021-09-01T15:23:44.373" v="6102" actId="478"/>
          <ac:spMkLst>
            <pc:docMk/>
            <pc:sldMk cId="2488814965" sldId="333"/>
            <ac:spMk id="6" creationId="{C49FB09F-BEC0-4947-AC03-9B8BE1C1B4F6}"/>
          </ac:spMkLst>
        </pc:spChg>
        <pc:spChg chg="del">
          <ac:chgData name="Harendra Bikram Shah" userId="a00731c20e5a5af2" providerId="LiveId" clId="{056D7180-62C6-4CD6-9316-D5FC8218B82A}" dt="2021-09-01T15:23:41.077" v="6100" actId="478"/>
          <ac:spMkLst>
            <pc:docMk/>
            <pc:sldMk cId="2488814965" sldId="333"/>
            <ac:spMk id="9" creationId="{D560B163-C8A5-47B7-969D-18C16C64F823}"/>
          </ac:spMkLst>
        </pc:spChg>
        <pc:graphicFrameChg chg="del">
          <ac:chgData name="Harendra Bikram Shah" userId="a00731c20e5a5af2" providerId="LiveId" clId="{056D7180-62C6-4CD6-9316-D5FC8218B82A}" dt="2021-09-01T15:23:42.740" v="6101" actId="478"/>
          <ac:graphicFrameMkLst>
            <pc:docMk/>
            <pc:sldMk cId="2488814965" sldId="333"/>
            <ac:graphicFrameMk id="3" creationId="{29AAF7BE-45D4-46A2-B7BA-07BB29BB8797}"/>
          </ac:graphicFrameMkLst>
        </pc:graphicFrameChg>
        <pc:picChg chg="add mod">
          <ac:chgData name="Harendra Bikram Shah" userId="a00731c20e5a5af2" providerId="LiveId" clId="{056D7180-62C6-4CD6-9316-D5FC8218B82A}" dt="2021-09-01T15:26:19.650" v="6150" actId="1076"/>
          <ac:picMkLst>
            <pc:docMk/>
            <pc:sldMk cId="2488814965" sldId="333"/>
            <ac:picMk id="3074" creationId="{1DF24BEB-0271-4EA7-A7F3-A431FB67F6A0}"/>
          </ac:picMkLst>
        </pc:picChg>
      </pc:sldChg>
      <pc:sldChg chg="addSp delSp modSp add mod">
        <pc:chgData name="Harendra Bikram Shah" userId="a00731c20e5a5af2" providerId="LiveId" clId="{056D7180-62C6-4CD6-9316-D5FC8218B82A}" dt="2021-09-01T15:30:57.244" v="6222" actId="1076"/>
        <pc:sldMkLst>
          <pc:docMk/>
          <pc:sldMk cId="3816911250" sldId="334"/>
        </pc:sldMkLst>
        <pc:spChg chg="del">
          <ac:chgData name="Harendra Bikram Shah" userId="a00731c20e5a5af2" providerId="LiveId" clId="{056D7180-62C6-4CD6-9316-D5FC8218B82A}" dt="2021-09-01T15:26:35.718" v="6161" actId="478"/>
          <ac:spMkLst>
            <pc:docMk/>
            <pc:sldMk cId="3816911250" sldId="334"/>
            <ac:spMk id="2" creationId="{98C1BECA-5FCF-463A-9709-4B6A3CAAD51E}"/>
          </ac:spMkLst>
        </pc:spChg>
        <pc:spChg chg="add mod">
          <ac:chgData name="Harendra Bikram Shah" userId="a00731c20e5a5af2" providerId="LiveId" clId="{056D7180-62C6-4CD6-9316-D5FC8218B82A}" dt="2021-09-01T15:30:51.625" v="6219" actId="115"/>
          <ac:spMkLst>
            <pc:docMk/>
            <pc:sldMk cId="3816911250" sldId="334"/>
            <ac:spMk id="3" creationId="{1E90ADC8-3ACF-47F5-9AE8-E72663CBC157}"/>
          </ac:spMkLst>
        </pc:spChg>
        <pc:picChg chg="del">
          <ac:chgData name="Harendra Bikram Shah" userId="a00731c20e5a5af2" providerId="LiveId" clId="{056D7180-62C6-4CD6-9316-D5FC8218B82A}" dt="2021-09-01T15:26:34.205" v="6160" actId="478"/>
          <ac:picMkLst>
            <pc:docMk/>
            <pc:sldMk cId="3816911250" sldId="334"/>
            <ac:picMk id="3074" creationId="{1DF24BEB-0271-4EA7-A7F3-A431FB67F6A0}"/>
          </ac:picMkLst>
        </pc:picChg>
        <pc:picChg chg="add mod">
          <ac:chgData name="Harendra Bikram Shah" userId="a00731c20e5a5af2" providerId="LiveId" clId="{056D7180-62C6-4CD6-9316-D5FC8218B82A}" dt="2021-09-01T15:30:57.244" v="6222" actId="1076"/>
          <ac:picMkLst>
            <pc:docMk/>
            <pc:sldMk cId="3816911250" sldId="334"/>
            <ac:picMk id="4098" creationId="{B85D4E8A-A070-497D-AEC3-96F16AA7A81D}"/>
          </ac:picMkLst>
        </pc:picChg>
      </pc:sldChg>
      <pc:sldChg chg="addSp delSp modSp new mod">
        <pc:chgData name="Harendra Bikram Shah" userId="a00731c20e5a5af2" providerId="LiveId" clId="{056D7180-62C6-4CD6-9316-D5FC8218B82A}" dt="2021-09-01T15:28:06.581" v="6184" actId="14100"/>
        <pc:sldMkLst>
          <pc:docMk/>
          <pc:sldMk cId="2599249230" sldId="335"/>
        </pc:sldMkLst>
        <pc:spChg chg="del">
          <ac:chgData name="Harendra Bikram Shah" userId="a00731c20e5a5af2" providerId="LiveId" clId="{056D7180-62C6-4CD6-9316-D5FC8218B82A}" dt="2021-09-01T15:27:43.808" v="6168" actId="478"/>
          <ac:spMkLst>
            <pc:docMk/>
            <pc:sldMk cId="2599249230" sldId="335"/>
            <ac:spMk id="2" creationId="{70710D57-7011-4CE1-932B-82EBF495C90F}"/>
          </ac:spMkLst>
        </pc:spChg>
        <pc:spChg chg="del">
          <ac:chgData name="Harendra Bikram Shah" userId="a00731c20e5a5af2" providerId="LiveId" clId="{056D7180-62C6-4CD6-9316-D5FC8218B82A}" dt="2021-09-01T15:27:44.835" v="6169" actId="478"/>
          <ac:spMkLst>
            <pc:docMk/>
            <pc:sldMk cId="2599249230" sldId="335"/>
            <ac:spMk id="3" creationId="{C9DF991B-71DD-4922-B627-C4FA718A1EBC}"/>
          </ac:spMkLst>
        </pc:spChg>
        <pc:spChg chg="add mod">
          <ac:chgData name="Harendra Bikram Shah" userId="a00731c20e5a5af2" providerId="LiveId" clId="{056D7180-62C6-4CD6-9316-D5FC8218B82A}" dt="2021-09-01T15:28:02.885" v="6182" actId="1076"/>
          <ac:spMkLst>
            <pc:docMk/>
            <pc:sldMk cId="2599249230" sldId="335"/>
            <ac:spMk id="4" creationId="{8F6608F5-7720-4B5A-BACA-CE9D2A2BFC63}"/>
          </ac:spMkLst>
        </pc:spChg>
        <pc:picChg chg="add mod">
          <ac:chgData name="Harendra Bikram Shah" userId="a00731c20e5a5af2" providerId="LiveId" clId="{056D7180-62C6-4CD6-9316-D5FC8218B82A}" dt="2021-09-01T15:28:06.581" v="6184" actId="14100"/>
          <ac:picMkLst>
            <pc:docMk/>
            <pc:sldMk cId="2599249230" sldId="335"/>
            <ac:picMk id="5" creationId="{6DCBA728-5505-461F-8562-915697E2F168}"/>
          </ac:picMkLst>
        </pc:picChg>
      </pc:sldChg>
      <pc:sldChg chg="addSp delSp modSp new mod">
        <pc:chgData name="Harendra Bikram Shah" userId="a00731c20e5a5af2" providerId="LiveId" clId="{056D7180-62C6-4CD6-9316-D5FC8218B82A}" dt="2021-09-01T15:32:49.032" v="6259" actId="1076"/>
        <pc:sldMkLst>
          <pc:docMk/>
          <pc:sldMk cId="2572750309" sldId="336"/>
        </pc:sldMkLst>
        <pc:spChg chg="del">
          <ac:chgData name="Harendra Bikram Shah" userId="a00731c20e5a5af2" providerId="LiveId" clId="{056D7180-62C6-4CD6-9316-D5FC8218B82A}" dt="2021-09-01T15:31:10.874" v="6224" actId="478"/>
          <ac:spMkLst>
            <pc:docMk/>
            <pc:sldMk cId="2572750309" sldId="336"/>
            <ac:spMk id="2" creationId="{4CAF5BEE-85C2-4D02-9E91-CB897314390D}"/>
          </ac:spMkLst>
        </pc:spChg>
        <pc:spChg chg="del">
          <ac:chgData name="Harendra Bikram Shah" userId="a00731c20e5a5af2" providerId="LiveId" clId="{056D7180-62C6-4CD6-9316-D5FC8218B82A}" dt="2021-09-01T15:31:12.773" v="6225" actId="478"/>
          <ac:spMkLst>
            <pc:docMk/>
            <pc:sldMk cId="2572750309" sldId="336"/>
            <ac:spMk id="3" creationId="{5FC73425-BDB3-44DC-B01B-3701FC1410AC}"/>
          </ac:spMkLst>
        </pc:spChg>
        <pc:spChg chg="add mod">
          <ac:chgData name="Harendra Bikram Shah" userId="a00731c20e5a5af2" providerId="LiveId" clId="{056D7180-62C6-4CD6-9316-D5FC8218B82A}" dt="2021-09-01T15:32:43.450" v="6257" actId="1076"/>
          <ac:spMkLst>
            <pc:docMk/>
            <pc:sldMk cId="2572750309" sldId="336"/>
            <ac:spMk id="4" creationId="{B4CFF91C-C442-4FF2-A368-75D70BAAAA51}"/>
          </ac:spMkLst>
        </pc:spChg>
        <pc:spChg chg="add mod">
          <ac:chgData name="Harendra Bikram Shah" userId="a00731c20e5a5af2" providerId="LiveId" clId="{056D7180-62C6-4CD6-9316-D5FC8218B82A}" dt="2021-09-01T15:32:21.288" v="6254" actId="115"/>
          <ac:spMkLst>
            <pc:docMk/>
            <pc:sldMk cId="2572750309" sldId="336"/>
            <ac:spMk id="7" creationId="{3C76367A-99C2-4AA8-951E-A3492265B49B}"/>
          </ac:spMkLst>
        </pc:spChg>
        <pc:spChg chg="add mod">
          <ac:chgData name="Harendra Bikram Shah" userId="a00731c20e5a5af2" providerId="LiveId" clId="{056D7180-62C6-4CD6-9316-D5FC8218B82A}" dt="2021-09-01T15:32:49.032" v="6259" actId="1076"/>
          <ac:spMkLst>
            <pc:docMk/>
            <pc:sldMk cId="2572750309" sldId="336"/>
            <ac:spMk id="9" creationId="{A7FCD48F-BD03-4D65-A586-53CFF3D8DB06}"/>
          </ac:spMkLst>
        </pc:spChg>
        <pc:picChg chg="add mod">
          <ac:chgData name="Harendra Bikram Shah" userId="a00731c20e5a5af2" providerId="LiveId" clId="{056D7180-62C6-4CD6-9316-D5FC8218B82A}" dt="2021-09-01T15:32:11.098" v="6249" actId="1076"/>
          <ac:picMkLst>
            <pc:docMk/>
            <pc:sldMk cId="2572750309" sldId="336"/>
            <ac:picMk id="6146" creationId="{AFBF452B-EB91-4CDB-978A-8490195A8453}"/>
          </ac:picMkLst>
        </pc:picChg>
      </pc:sldChg>
      <pc:sldChg chg="addSp delSp modSp new mod">
        <pc:chgData name="Harendra Bikram Shah" userId="a00731c20e5a5af2" providerId="LiveId" clId="{056D7180-62C6-4CD6-9316-D5FC8218B82A}" dt="2021-09-01T15:33:27.818" v="6272" actId="1076"/>
        <pc:sldMkLst>
          <pc:docMk/>
          <pc:sldMk cId="1912387672" sldId="337"/>
        </pc:sldMkLst>
        <pc:spChg chg="del">
          <ac:chgData name="Harendra Bikram Shah" userId="a00731c20e5a5af2" providerId="LiveId" clId="{056D7180-62C6-4CD6-9316-D5FC8218B82A}" dt="2021-09-01T15:32:58.045" v="6261" actId="478"/>
          <ac:spMkLst>
            <pc:docMk/>
            <pc:sldMk cId="1912387672" sldId="337"/>
            <ac:spMk id="2" creationId="{687523E1-D47C-41E9-9E09-26046BA0174A}"/>
          </ac:spMkLst>
        </pc:spChg>
        <pc:spChg chg="del">
          <ac:chgData name="Harendra Bikram Shah" userId="a00731c20e5a5af2" providerId="LiveId" clId="{056D7180-62C6-4CD6-9316-D5FC8218B82A}" dt="2021-09-01T15:33:00.585" v="6262" actId="478"/>
          <ac:spMkLst>
            <pc:docMk/>
            <pc:sldMk cId="1912387672" sldId="337"/>
            <ac:spMk id="3" creationId="{547D2814-2D0E-454C-95DF-9E5B8789124F}"/>
          </ac:spMkLst>
        </pc:spChg>
        <pc:spChg chg="add mod">
          <ac:chgData name="Harendra Bikram Shah" userId="a00731c20e5a5af2" providerId="LiveId" clId="{056D7180-62C6-4CD6-9316-D5FC8218B82A}" dt="2021-09-01T15:33:27.818" v="6272" actId="1076"/>
          <ac:spMkLst>
            <pc:docMk/>
            <pc:sldMk cId="1912387672" sldId="337"/>
            <ac:spMk id="4" creationId="{062AC73C-D90E-4FF6-A8A6-01E9E9DF3FAB}"/>
          </ac:spMkLst>
        </pc:spChg>
        <pc:picChg chg="add mod">
          <ac:chgData name="Harendra Bikram Shah" userId="a00731c20e5a5af2" providerId="LiveId" clId="{056D7180-62C6-4CD6-9316-D5FC8218B82A}" dt="2021-09-01T15:33:24.928" v="6271" actId="1076"/>
          <ac:picMkLst>
            <pc:docMk/>
            <pc:sldMk cId="1912387672" sldId="337"/>
            <ac:picMk id="7170" creationId="{B4C48759-E07F-4D92-909E-A3ACE6ADABCD}"/>
          </ac:picMkLst>
        </pc:picChg>
      </pc:sldChg>
      <pc:sldChg chg="addSp delSp modSp new mod">
        <pc:chgData name="Harendra Bikram Shah" userId="a00731c20e5a5af2" providerId="LiveId" clId="{056D7180-62C6-4CD6-9316-D5FC8218B82A}" dt="2021-09-01T15:36:47.596" v="6290" actId="1076"/>
        <pc:sldMkLst>
          <pc:docMk/>
          <pc:sldMk cId="3439724402" sldId="338"/>
        </pc:sldMkLst>
        <pc:spChg chg="del">
          <ac:chgData name="Harendra Bikram Shah" userId="a00731c20e5a5af2" providerId="LiveId" clId="{056D7180-62C6-4CD6-9316-D5FC8218B82A}" dt="2021-09-01T15:33:34.857" v="6274" actId="478"/>
          <ac:spMkLst>
            <pc:docMk/>
            <pc:sldMk cId="3439724402" sldId="338"/>
            <ac:spMk id="2" creationId="{2402707D-A285-4C96-A217-68591D0B1C02}"/>
          </ac:spMkLst>
        </pc:spChg>
        <pc:spChg chg="del">
          <ac:chgData name="Harendra Bikram Shah" userId="a00731c20e5a5af2" providerId="LiveId" clId="{056D7180-62C6-4CD6-9316-D5FC8218B82A}" dt="2021-09-01T15:33:36.262" v="6275" actId="478"/>
          <ac:spMkLst>
            <pc:docMk/>
            <pc:sldMk cId="3439724402" sldId="338"/>
            <ac:spMk id="3" creationId="{029F1D2D-50DA-45FD-A48A-512AE5DEA533}"/>
          </ac:spMkLst>
        </pc:spChg>
        <pc:spChg chg="add mod">
          <ac:chgData name="Harendra Bikram Shah" userId="a00731c20e5a5af2" providerId="LiveId" clId="{056D7180-62C6-4CD6-9316-D5FC8218B82A}" dt="2021-09-01T15:34:15.164" v="6282" actId="20577"/>
          <ac:spMkLst>
            <pc:docMk/>
            <pc:sldMk cId="3439724402" sldId="338"/>
            <ac:spMk id="5" creationId="{419F31DC-7247-4C92-9E6D-4BCB3A9C8525}"/>
          </ac:spMkLst>
        </pc:spChg>
        <pc:spChg chg="add del mod">
          <ac:chgData name="Harendra Bikram Shah" userId="a00731c20e5a5af2" providerId="LiveId" clId="{056D7180-62C6-4CD6-9316-D5FC8218B82A}" dt="2021-09-01T15:36:39.488" v="6286" actId="478"/>
          <ac:spMkLst>
            <pc:docMk/>
            <pc:sldMk cId="3439724402" sldId="338"/>
            <ac:spMk id="6" creationId="{D1EBDB52-A82D-446A-906B-6FD477EC93C1}"/>
          </ac:spMkLst>
        </pc:spChg>
        <pc:picChg chg="add mod">
          <ac:chgData name="Harendra Bikram Shah" userId="a00731c20e5a5af2" providerId="LiveId" clId="{056D7180-62C6-4CD6-9316-D5FC8218B82A}" dt="2021-09-01T15:36:47.596" v="6290" actId="1076"/>
          <ac:picMkLst>
            <pc:docMk/>
            <pc:sldMk cId="3439724402" sldId="338"/>
            <ac:picMk id="8194" creationId="{7A9D62F7-E15F-497A-80CA-2373CFF47A9E}"/>
          </ac:picMkLst>
        </pc:picChg>
      </pc:sldChg>
      <pc:sldChg chg="addSp delSp modSp add mod">
        <pc:chgData name="Harendra Bikram Shah" userId="a00731c20e5a5af2" providerId="LiveId" clId="{056D7180-62C6-4CD6-9316-D5FC8218B82A}" dt="2021-09-05T15:52:02.741" v="6414" actId="1076"/>
        <pc:sldMkLst>
          <pc:docMk/>
          <pc:sldMk cId="339171766" sldId="339"/>
        </pc:sldMkLst>
        <pc:spChg chg="add mod">
          <ac:chgData name="Harendra Bikram Shah" userId="a00731c20e5a5af2" providerId="LiveId" clId="{056D7180-62C6-4CD6-9316-D5FC8218B82A}" dt="2021-09-05T15:51:54.951" v="6411" actId="1076"/>
          <ac:spMkLst>
            <pc:docMk/>
            <pc:sldMk cId="339171766" sldId="339"/>
            <ac:spMk id="2" creationId="{EB85E926-4464-4EC4-915F-868717DD0FF9}"/>
          </ac:spMkLst>
        </pc:spChg>
        <pc:spChg chg="mod">
          <ac:chgData name="Harendra Bikram Shah" userId="a00731c20e5a5af2" providerId="LiveId" clId="{056D7180-62C6-4CD6-9316-D5FC8218B82A}" dt="2021-09-05T15:31:12.867" v="6332" actId="1076"/>
          <ac:spMkLst>
            <pc:docMk/>
            <pc:sldMk cId="339171766" sldId="339"/>
            <ac:spMk id="5" creationId="{419F31DC-7247-4C92-9E6D-4BCB3A9C8525}"/>
          </ac:spMkLst>
        </pc:spChg>
        <pc:picChg chg="add mod">
          <ac:chgData name="Harendra Bikram Shah" userId="a00731c20e5a5af2" providerId="LiveId" clId="{056D7180-62C6-4CD6-9316-D5FC8218B82A}" dt="2021-09-05T15:52:02.741" v="6414" actId="1076"/>
          <ac:picMkLst>
            <pc:docMk/>
            <pc:sldMk cId="339171766" sldId="339"/>
            <ac:picMk id="6" creationId="{C3B3E9F7-B998-4637-8398-A0AFA3E57F24}"/>
          </ac:picMkLst>
        </pc:picChg>
        <pc:picChg chg="add del mod">
          <ac:chgData name="Harendra Bikram Shah" userId="a00731c20e5a5af2" providerId="LiveId" clId="{056D7180-62C6-4CD6-9316-D5FC8218B82A}" dt="2021-09-05T15:51:12.456" v="6397" actId="21"/>
          <ac:picMkLst>
            <pc:docMk/>
            <pc:sldMk cId="339171766" sldId="339"/>
            <ac:picMk id="1026" creationId="{7938FA30-6DC0-4A67-B465-0ABBA7199BEA}"/>
          </ac:picMkLst>
        </pc:picChg>
        <pc:picChg chg="del">
          <ac:chgData name="Harendra Bikram Shah" userId="a00731c20e5a5af2" providerId="LiveId" clId="{056D7180-62C6-4CD6-9316-D5FC8218B82A}" dt="2021-09-05T15:30:35.259" v="6292" actId="478"/>
          <ac:picMkLst>
            <pc:docMk/>
            <pc:sldMk cId="339171766" sldId="339"/>
            <ac:picMk id="8194" creationId="{7A9D62F7-E15F-497A-80CA-2373CFF47A9E}"/>
          </ac:picMkLst>
        </pc:picChg>
      </pc:sldChg>
      <pc:sldChg chg="addSp delSp modSp new mod">
        <pc:chgData name="Harendra Bikram Shah" userId="a00731c20e5a5af2" providerId="LiveId" clId="{056D7180-62C6-4CD6-9316-D5FC8218B82A}" dt="2021-09-05T15:56:11.793" v="6477" actId="1076"/>
        <pc:sldMkLst>
          <pc:docMk/>
          <pc:sldMk cId="2616207017" sldId="340"/>
        </pc:sldMkLst>
        <pc:spChg chg="del">
          <ac:chgData name="Harendra Bikram Shah" userId="a00731c20e5a5af2" providerId="LiveId" clId="{056D7180-62C6-4CD6-9316-D5FC8218B82A}" dt="2021-09-05T15:51:17.962" v="6399" actId="478"/>
          <ac:spMkLst>
            <pc:docMk/>
            <pc:sldMk cId="2616207017" sldId="340"/>
            <ac:spMk id="2" creationId="{CD18E0EA-7E95-4415-8FD3-D3F1C5650B57}"/>
          </ac:spMkLst>
        </pc:spChg>
        <pc:spChg chg="del">
          <ac:chgData name="Harendra Bikram Shah" userId="a00731c20e5a5af2" providerId="LiveId" clId="{056D7180-62C6-4CD6-9316-D5FC8218B82A}" dt="2021-09-05T15:51:19.215" v="6400" actId="478"/>
          <ac:spMkLst>
            <pc:docMk/>
            <pc:sldMk cId="2616207017" sldId="340"/>
            <ac:spMk id="3" creationId="{CBAE9C3B-4669-4789-A345-5088C76B9380}"/>
          </ac:spMkLst>
        </pc:spChg>
        <pc:picChg chg="add del mod">
          <ac:chgData name="Harendra Bikram Shah" userId="a00731c20e5a5af2" providerId="LiveId" clId="{056D7180-62C6-4CD6-9316-D5FC8218B82A}" dt="2021-09-05T15:51:58.256" v="6412" actId="21"/>
          <ac:picMkLst>
            <pc:docMk/>
            <pc:sldMk cId="2616207017" sldId="340"/>
            <ac:picMk id="4" creationId="{A7990543-3913-4EC3-9187-406A2F37ED71}"/>
          </ac:picMkLst>
        </pc:picChg>
        <pc:picChg chg="add mod">
          <ac:chgData name="Harendra Bikram Shah" userId="a00731c20e5a5af2" providerId="LiveId" clId="{056D7180-62C6-4CD6-9316-D5FC8218B82A}" dt="2021-09-05T15:56:11.793" v="6477" actId="1076"/>
          <ac:picMkLst>
            <pc:docMk/>
            <pc:sldMk cId="2616207017" sldId="340"/>
            <ac:picMk id="2050" creationId="{C912CA56-912B-4772-903F-67FDCC0178BD}"/>
          </ac:picMkLst>
        </pc:picChg>
      </pc:sldChg>
      <pc:sldChg chg="addSp delSp modSp add mod">
        <pc:chgData name="Harendra Bikram Shah" userId="a00731c20e5a5af2" providerId="LiveId" clId="{056D7180-62C6-4CD6-9316-D5FC8218B82A}" dt="2021-09-05T15:56:04.995" v="6476" actId="1076"/>
        <pc:sldMkLst>
          <pc:docMk/>
          <pc:sldMk cId="1625211183" sldId="341"/>
        </pc:sldMkLst>
        <pc:spChg chg="add del mod">
          <ac:chgData name="Harendra Bikram Shah" userId="a00731c20e5a5af2" providerId="LiveId" clId="{056D7180-62C6-4CD6-9316-D5FC8218B82A}" dt="2021-09-05T15:54:04.478" v="6436" actId="478"/>
          <ac:spMkLst>
            <pc:docMk/>
            <pc:sldMk cId="1625211183" sldId="341"/>
            <ac:spMk id="3" creationId="{FEAE4200-A34C-4712-831D-BEE1A42DFC7C}"/>
          </ac:spMkLst>
        </pc:spChg>
        <pc:spChg chg="add mod">
          <ac:chgData name="Harendra Bikram Shah" userId="a00731c20e5a5af2" providerId="LiveId" clId="{056D7180-62C6-4CD6-9316-D5FC8218B82A}" dt="2021-09-05T15:56:04.995" v="6476" actId="1076"/>
          <ac:spMkLst>
            <pc:docMk/>
            <pc:sldMk cId="1625211183" sldId="341"/>
            <ac:spMk id="4" creationId="{EA5F102D-22AA-49C4-9EFC-E689D0B133AD}"/>
          </ac:spMkLst>
        </pc:spChg>
        <pc:spChg chg="add mod">
          <ac:chgData name="Harendra Bikram Shah" userId="a00731c20e5a5af2" providerId="LiveId" clId="{056D7180-62C6-4CD6-9316-D5FC8218B82A}" dt="2021-09-05T15:54:10.847" v="6439" actId="368"/>
          <ac:spMkLst>
            <pc:docMk/>
            <pc:sldMk cId="1625211183" sldId="341"/>
            <ac:spMk id="5" creationId="{0F283959-0C41-4DFA-A8A3-E6F25F7B5A44}"/>
          </ac:spMkLst>
        </pc:spChg>
        <pc:spChg chg="add del">
          <ac:chgData name="Harendra Bikram Shah" userId="a00731c20e5a5af2" providerId="LiveId" clId="{056D7180-62C6-4CD6-9316-D5FC8218B82A}" dt="2021-09-05T15:54:29.405" v="6442"/>
          <ac:spMkLst>
            <pc:docMk/>
            <pc:sldMk cId="1625211183" sldId="341"/>
            <ac:spMk id="6" creationId="{BCB2EC80-4F4A-4A00-8B5D-BAFC255DB2DE}"/>
          </ac:spMkLst>
        </pc:spChg>
        <pc:graphicFrameChg chg="add del mod modGraphic">
          <ac:chgData name="Harendra Bikram Shah" userId="a00731c20e5a5af2" providerId="LiveId" clId="{056D7180-62C6-4CD6-9316-D5FC8218B82A}" dt="2021-09-05T15:54:02.550" v="6435" actId="478"/>
          <ac:graphicFrameMkLst>
            <pc:docMk/>
            <pc:sldMk cId="1625211183" sldId="341"/>
            <ac:graphicFrameMk id="2" creationId="{92C74D51-0526-417B-980F-8FEF7B04BCB0}"/>
          </ac:graphicFrameMkLst>
        </pc:graphicFrameChg>
        <pc:picChg chg="add mod">
          <ac:chgData name="Harendra Bikram Shah" userId="a00731c20e5a5af2" providerId="LiveId" clId="{056D7180-62C6-4CD6-9316-D5FC8218B82A}" dt="2021-09-05T15:55:55.845" v="6473" actId="1076"/>
          <ac:picMkLst>
            <pc:docMk/>
            <pc:sldMk cId="1625211183" sldId="341"/>
            <ac:picMk id="8" creationId="{E0BD136C-7ECE-4455-B1BE-1AC8307B6E6A}"/>
          </ac:picMkLst>
        </pc:picChg>
        <pc:picChg chg="del">
          <ac:chgData name="Harendra Bikram Shah" userId="a00731c20e5a5af2" providerId="LiveId" clId="{056D7180-62C6-4CD6-9316-D5FC8218B82A}" dt="2021-09-05T15:52:30.425" v="6420" actId="478"/>
          <ac:picMkLst>
            <pc:docMk/>
            <pc:sldMk cId="1625211183" sldId="341"/>
            <ac:picMk id="2050" creationId="{C912CA56-912B-4772-903F-67FDCC0178BD}"/>
          </ac:picMkLst>
        </pc:picChg>
      </pc:sldChg>
      <pc:sldChg chg="addSp delSp modSp add mod">
        <pc:chgData name="Harendra Bikram Shah" userId="a00731c20e5a5af2" providerId="LiveId" clId="{056D7180-62C6-4CD6-9316-D5FC8218B82A}" dt="2021-09-05T16:00:55.103" v="6535" actId="14100"/>
        <pc:sldMkLst>
          <pc:docMk/>
          <pc:sldMk cId="3723401247" sldId="342"/>
        </pc:sldMkLst>
        <pc:spChg chg="add del mod">
          <ac:chgData name="Harendra Bikram Shah" userId="a00731c20e5a5af2" providerId="LiveId" clId="{056D7180-62C6-4CD6-9316-D5FC8218B82A}" dt="2021-09-05T15:58:37.568" v="6487" actId="478"/>
          <ac:spMkLst>
            <pc:docMk/>
            <pc:sldMk cId="3723401247" sldId="342"/>
            <ac:spMk id="2" creationId="{42107413-CDD9-44FD-95CA-95A6D948D4A8}"/>
          </ac:spMkLst>
        </pc:spChg>
        <pc:spChg chg="add mod">
          <ac:chgData name="Harendra Bikram Shah" userId="a00731c20e5a5af2" providerId="LiveId" clId="{056D7180-62C6-4CD6-9316-D5FC8218B82A}" dt="2021-09-05T16:00:18.126" v="6520" actId="403"/>
          <ac:spMkLst>
            <pc:docMk/>
            <pc:sldMk cId="3723401247" sldId="342"/>
            <ac:spMk id="3" creationId="{082226F0-3F00-4073-BA4F-596BD09196E8}"/>
          </ac:spMkLst>
        </pc:spChg>
        <pc:spChg chg="del">
          <ac:chgData name="Harendra Bikram Shah" userId="a00731c20e5a5af2" providerId="LiveId" clId="{056D7180-62C6-4CD6-9316-D5FC8218B82A}" dt="2021-09-05T15:58:17.640" v="6480" actId="478"/>
          <ac:spMkLst>
            <pc:docMk/>
            <pc:sldMk cId="3723401247" sldId="342"/>
            <ac:spMk id="4" creationId="{EA5F102D-22AA-49C4-9EFC-E689D0B133AD}"/>
          </ac:spMkLst>
        </pc:spChg>
        <pc:spChg chg="add del mod">
          <ac:chgData name="Harendra Bikram Shah" userId="a00731c20e5a5af2" providerId="LiveId" clId="{056D7180-62C6-4CD6-9316-D5FC8218B82A}" dt="2021-09-05T16:00:37.664" v="6529"/>
          <ac:spMkLst>
            <pc:docMk/>
            <pc:sldMk cId="3723401247" sldId="342"/>
            <ac:spMk id="6" creationId="{BFA2D6C0-C18C-4105-AF7D-705121C2DB78}"/>
          </ac:spMkLst>
        </pc:spChg>
        <pc:spChg chg="add mod">
          <ac:chgData name="Harendra Bikram Shah" userId="a00731c20e5a5af2" providerId="LiveId" clId="{056D7180-62C6-4CD6-9316-D5FC8218B82A}" dt="2021-09-05T16:00:48.369" v="6533" actId="20577"/>
          <ac:spMkLst>
            <pc:docMk/>
            <pc:sldMk cId="3723401247" sldId="342"/>
            <ac:spMk id="14" creationId="{463F2FFB-7624-4D34-9221-FBA1676FDAA4}"/>
          </ac:spMkLst>
        </pc:spChg>
        <pc:picChg chg="del">
          <ac:chgData name="Harendra Bikram Shah" userId="a00731c20e5a5af2" providerId="LiveId" clId="{056D7180-62C6-4CD6-9316-D5FC8218B82A}" dt="2021-09-05T15:58:14.485" v="6479" actId="478"/>
          <ac:picMkLst>
            <pc:docMk/>
            <pc:sldMk cId="3723401247" sldId="342"/>
            <ac:picMk id="8" creationId="{E0BD136C-7ECE-4455-B1BE-1AC8307B6E6A}"/>
          </ac:picMkLst>
        </pc:picChg>
        <pc:picChg chg="add del mod">
          <ac:chgData name="Harendra Bikram Shah" userId="a00731c20e5a5af2" providerId="LiveId" clId="{056D7180-62C6-4CD6-9316-D5FC8218B82A}" dt="2021-09-05T15:59:16.768" v="6501" actId="478"/>
          <ac:picMkLst>
            <pc:docMk/>
            <pc:sldMk cId="3723401247" sldId="342"/>
            <ac:picMk id="4098" creationId="{DD50160F-D392-485F-BFEC-7A3950C71866}"/>
          </ac:picMkLst>
        </pc:picChg>
        <pc:picChg chg="add del mod">
          <ac:chgData name="Harendra Bikram Shah" userId="a00731c20e5a5af2" providerId="LiveId" clId="{056D7180-62C6-4CD6-9316-D5FC8218B82A}" dt="2021-09-05T15:59:30.961" v="6504" actId="478"/>
          <ac:picMkLst>
            <pc:docMk/>
            <pc:sldMk cId="3723401247" sldId="342"/>
            <ac:picMk id="4099" creationId="{178D37FF-96F7-401D-A5E6-D78B806E7D60}"/>
          </ac:picMkLst>
        </pc:picChg>
        <pc:picChg chg="add del mod">
          <ac:chgData name="Harendra Bikram Shah" userId="a00731c20e5a5af2" providerId="LiveId" clId="{056D7180-62C6-4CD6-9316-D5FC8218B82A}" dt="2021-09-05T15:59:29.726" v="6502" actId="478"/>
          <ac:picMkLst>
            <pc:docMk/>
            <pc:sldMk cId="3723401247" sldId="342"/>
            <ac:picMk id="4100" creationId="{D135ED35-C4C0-47CE-9EEA-11811005C340}"/>
          </ac:picMkLst>
        </pc:picChg>
        <pc:picChg chg="add del mod">
          <ac:chgData name="Harendra Bikram Shah" userId="a00731c20e5a5af2" providerId="LiveId" clId="{056D7180-62C6-4CD6-9316-D5FC8218B82A}" dt="2021-09-05T15:59:30.328" v="6503" actId="478"/>
          <ac:picMkLst>
            <pc:docMk/>
            <pc:sldMk cId="3723401247" sldId="342"/>
            <ac:picMk id="4101" creationId="{F78B363A-B21C-42C9-A8B7-058851FE1AA8}"/>
          </ac:picMkLst>
        </pc:picChg>
        <pc:picChg chg="add mod">
          <ac:chgData name="Harendra Bikram Shah" userId="a00731c20e5a5af2" providerId="LiveId" clId="{056D7180-62C6-4CD6-9316-D5FC8218B82A}" dt="2021-09-05T16:00:55.103" v="6535" actId="14100"/>
          <ac:picMkLst>
            <pc:docMk/>
            <pc:sldMk cId="3723401247" sldId="342"/>
            <ac:picMk id="4103" creationId="{64B5CC1D-5505-4157-9945-9000C9E323DF}"/>
          </ac:picMkLst>
        </pc:picChg>
        <pc:picChg chg="add mod">
          <ac:chgData name="Harendra Bikram Shah" userId="a00731c20e5a5af2" providerId="LiveId" clId="{056D7180-62C6-4CD6-9316-D5FC8218B82A}" dt="2021-09-05T16:00:52.522" v="6534" actId="1076"/>
          <ac:picMkLst>
            <pc:docMk/>
            <pc:sldMk cId="3723401247" sldId="342"/>
            <ac:picMk id="4105" creationId="{9944ACB6-66F8-45F7-ACE8-7A8BA5D6A023}"/>
          </ac:picMkLst>
        </pc:picChg>
      </pc:sldChg>
      <pc:sldChg chg="addSp delSp modSp add mod">
        <pc:chgData name="Harendra Bikram Shah" userId="a00731c20e5a5af2" providerId="LiveId" clId="{056D7180-62C6-4CD6-9316-D5FC8218B82A}" dt="2021-09-05T16:02:10.103" v="6559" actId="1076"/>
        <pc:sldMkLst>
          <pc:docMk/>
          <pc:sldMk cId="2237337177" sldId="343"/>
        </pc:sldMkLst>
        <pc:spChg chg="add del mod">
          <ac:chgData name="Harendra Bikram Shah" userId="a00731c20e5a5af2" providerId="LiveId" clId="{056D7180-62C6-4CD6-9316-D5FC8218B82A}" dt="2021-09-05T16:01:23.232" v="6543" actId="478"/>
          <ac:spMkLst>
            <pc:docMk/>
            <pc:sldMk cId="2237337177" sldId="343"/>
            <ac:spMk id="2" creationId="{36C52B29-EA59-459B-95A9-0FB64D77A73B}"/>
          </ac:spMkLst>
        </pc:spChg>
        <pc:spChg chg="mod">
          <ac:chgData name="Harendra Bikram Shah" userId="a00731c20e5a5af2" providerId="LiveId" clId="{056D7180-62C6-4CD6-9316-D5FC8218B82A}" dt="2021-09-05T16:01:25.532" v="6545" actId="20577"/>
          <ac:spMkLst>
            <pc:docMk/>
            <pc:sldMk cId="2237337177" sldId="343"/>
            <ac:spMk id="3" creationId="{082226F0-3F00-4073-BA4F-596BD09196E8}"/>
          </ac:spMkLst>
        </pc:spChg>
        <pc:spChg chg="add del mod">
          <ac:chgData name="Harendra Bikram Shah" userId="a00731c20e5a5af2" providerId="LiveId" clId="{056D7180-62C6-4CD6-9316-D5FC8218B82A}" dt="2021-09-05T16:01:58.389" v="6555" actId="478"/>
          <ac:spMkLst>
            <pc:docMk/>
            <pc:sldMk cId="2237337177" sldId="343"/>
            <ac:spMk id="4" creationId="{2481EF2D-9D03-448C-B742-C7C5F13E188A}"/>
          </ac:spMkLst>
        </pc:spChg>
        <pc:spChg chg="mod">
          <ac:chgData name="Harendra Bikram Shah" userId="a00731c20e5a5af2" providerId="LiveId" clId="{056D7180-62C6-4CD6-9316-D5FC8218B82A}" dt="2021-09-05T16:02:05.271" v="6557" actId="1076"/>
          <ac:spMkLst>
            <pc:docMk/>
            <pc:sldMk cId="2237337177" sldId="343"/>
            <ac:spMk id="14" creationId="{463F2FFB-7624-4D34-9221-FBA1676FDAA4}"/>
          </ac:spMkLst>
        </pc:spChg>
        <pc:picChg chg="del">
          <ac:chgData name="Harendra Bikram Shah" userId="a00731c20e5a5af2" providerId="LiveId" clId="{056D7180-62C6-4CD6-9316-D5FC8218B82A}" dt="2021-09-05T16:01:01.293" v="6537" actId="478"/>
          <ac:picMkLst>
            <pc:docMk/>
            <pc:sldMk cId="2237337177" sldId="343"/>
            <ac:picMk id="4103" creationId="{64B5CC1D-5505-4157-9945-9000C9E323DF}"/>
          </ac:picMkLst>
        </pc:picChg>
        <pc:picChg chg="del">
          <ac:chgData name="Harendra Bikram Shah" userId="a00731c20e5a5af2" providerId="LiveId" clId="{056D7180-62C6-4CD6-9316-D5FC8218B82A}" dt="2021-09-05T16:01:01.947" v="6538" actId="478"/>
          <ac:picMkLst>
            <pc:docMk/>
            <pc:sldMk cId="2237337177" sldId="343"/>
            <ac:picMk id="4105" creationId="{9944ACB6-66F8-45F7-ACE8-7A8BA5D6A023}"/>
          </ac:picMkLst>
        </pc:picChg>
        <pc:picChg chg="add mod">
          <ac:chgData name="Harendra Bikram Shah" userId="a00731c20e5a5af2" providerId="LiveId" clId="{056D7180-62C6-4CD6-9316-D5FC8218B82A}" dt="2021-09-05T16:02:10.103" v="6559" actId="1076"/>
          <ac:picMkLst>
            <pc:docMk/>
            <pc:sldMk cId="2237337177" sldId="343"/>
            <ac:picMk id="5122" creationId="{4EA9347F-ED77-42C2-AF80-D02C4D3F3C80}"/>
          </ac:picMkLst>
        </pc:picChg>
        <pc:picChg chg="add mod">
          <ac:chgData name="Harendra Bikram Shah" userId="a00731c20e5a5af2" providerId="LiveId" clId="{056D7180-62C6-4CD6-9316-D5FC8218B82A}" dt="2021-09-05T16:02:07.426" v="6558" actId="1076"/>
          <ac:picMkLst>
            <pc:docMk/>
            <pc:sldMk cId="2237337177" sldId="343"/>
            <ac:picMk id="5124" creationId="{39DF44FC-109D-4099-9163-98F1EED85D24}"/>
          </ac:picMkLst>
        </pc:picChg>
      </pc:sldChg>
      <pc:sldChg chg="addSp delSp modSp add mod">
        <pc:chgData name="Harendra Bikram Shah" userId="a00731c20e5a5af2" providerId="LiveId" clId="{056D7180-62C6-4CD6-9316-D5FC8218B82A}" dt="2021-09-05T16:04:13.540" v="6603" actId="14100"/>
        <pc:sldMkLst>
          <pc:docMk/>
          <pc:sldMk cId="1871313424" sldId="344"/>
        </pc:sldMkLst>
        <pc:spChg chg="add del mod">
          <ac:chgData name="Harendra Bikram Shah" userId="a00731c20e5a5af2" providerId="LiveId" clId="{056D7180-62C6-4CD6-9316-D5FC8218B82A}" dt="2021-09-05T16:02:41.208" v="6572" actId="478"/>
          <ac:spMkLst>
            <pc:docMk/>
            <pc:sldMk cId="1871313424" sldId="344"/>
            <ac:spMk id="2" creationId="{B53B2CAB-E3F9-4886-B4EA-0D6A949BF44C}"/>
          </ac:spMkLst>
        </pc:spChg>
        <pc:spChg chg="mod">
          <ac:chgData name="Harendra Bikram Shah" userId="a00731c20e5a5af2" providerId="LiveId" clId="{056D7180-62C6-4CD6-9316-D5FC8218B82A}" dt="2021-09-05T16:02:20.145" v="6564" actId="20577"/>
          <ac:spMkLst>
            <pc:docMk/>
            <pc:sldMk cId="1871313424" sldId="344"/>
            <ac:spMk id="3" creationId="{082226F0-3F00-4073-BA4F-596BD09196E8}"/>
          </ac:spMkLst>
        </pc:spChg>
        <pc:spChg chg="add del mod">
          <ac:chgData name="Harendra Bikram Shah" userId="a00731c20e5a5af2" providerId="LiveId" clId="{056D7180-62C6-4CD6-9316-D5FC8218B82A}" dt="2021-09-05T16:02:58.444" v="6578" actId="478"/>
          <ac:spMkLst>
            <pc:docMk/>
            <pc:sldMk cId="1871313424" sldId="344"/>
            <ac:spMk id="4" creationId="{704247DC-3A4F-4EA3-80DA-36C1AAFFBF87}"/>
          </ac:spMkLst>
        </pc:spChg>
        <pc:spChg chg="add del mod">
          <ac:chgData name="Harendra Bikram Shah" userId="a00731c20e5a5af2" providerId="LiveId" clId="{056D7180-62C6-4CD6-9316-D5FC8218B82A}" dt="2021-09-05T16:03:29.808" v="6589" actId="478"/>
          <ac:spMkLst>
            <pc:docMk/>
            <pc:sldMk cId="1871313424" sldId="344"/>
            <ac:spMk id="6" creationId="{6F93B10A-DE44-4B16-8A17-F99124549499}"/>
          </ac:spMkLst>
        </pc:spChg>
        <pc:spChg chg="add mod">
          <ac:chgData name="Harendra Bikram Shah" userId="a00731c20e5a5af2" providerId="LiveId" clId="{056D7180-62C6-4CD6-9316-D5FC8218B82A}" dt="2021-09-05T16:04:02.406" v="6598" actId="1076"/>
          <ac:spMkLst>
            <pc:docMk/>
            <pc:sldMk cId="1871313424" sldId="344"/>
            <ac:spMk id="13" creationId="{D4DE26A7-B093-48F0-9019-F32C106BFAF6}"/>
          </ac:spMkLst>
        </pc:spChg>
        <pc:spChg chg="mod">
          <ac:chgData name="Harendra Bikram Shah" userId="a00731c20e5a5af2" providerId="LiveId" clId="{056D7180-62C6-4CD6-9316-D5FC8218B82A}" dt="2021-09-05T16:03:06.050" v="6580" actId="1076"/>
          <ac:spMkLst>
            <pc:docMk/>
            <pc:sldMk cId="1871313424" sldId="344"/>
            <ac:spMk id="14" creationId="{463F2FFB-7624-4D34-9221-FBA1676FDAA4}"/>
          </ac:spMkLst>
        </pc:spChg>
        <pc:picChg chg="del">
          <ac:chgData name="Harendra Bikram Shah" userId="a00731c20e5a5af2" providerId="LiveId" clId="{056D7180-62C6-4CD6-9316-D5FC8218B82A}" dt="2021-09-05T16:02:16.756" v="6561" actId="478"/>
          <ac:picMkLst>
            <pc:docMk/>
            <pc:sldMk cId="1871313424" sldId="344"/>
            <ac:picMk id="5122" creationId="{4EA9347F-ED77-42C2-AF80-D02C4D3F3C80}"/>
          </ac:picMkLst>
        </pc:picChg>
        <pc:picChg chg="del">
          <ac:chgData name="Harendra Bikram Shah" userId="a00731c20e5a5af2" providerId="LiveId" clId="{056D7180-62C6-4CD6-9316-D5FC8218B82A}" dt="2021-09-05T16:02:17.789" v="6562" actId="478"/>
          <ac:picMkLst>
            <pc:docMk/>
            <pc:sldMk cId="1871313424" sldId="344"/>
            <ac:picMk id="5124" creationId="{39DF44FC-109D-4099-9163-98F1EED85D24}"/>
          </ac:picMkLst>
        </pc:picChg>
        <pc:picChg chg="add mod">
          <ac:chgData name="Harendra Bikram Shah" userId="a00731c20e5a5af2" providerId="LiveId" clId="{056D7180-62C6-4CD6-9316-D5FC8218B82A}" dt="2021-09-05T16:04:09.132" v="6601" actId="1076"/>
          <ac:picMkLst>
            <pc:docMk/>
            <pc:sldMk cId="1871313424" sldId="344"/>
            <ac:picMk id="6146" creationId="{B9AC226F-35C8-4F63-BA25-703E753FAF2E}"/>
          </ac:picMkLst>
        </pc:picChg>
        <pc:picChg chg="add mod">
          <ac:chgData name="Harendra Bikram Shah" userId="a00731c20e5a5af2" providerId="LiveId" clId="{056D7180-62C6-4CD6-9316-D5FC8218B82A}" dt="2021-09-05T16:04:07.110" v="6600" actId="1076"/>
          <ac:picMkLst>
            <pc:docMk/>
            <pc:sldMk cId="1871313424" sldId="344"/>
            <ac:picMk id="6148" creationId="{6A8A7BF6-30A2-44A1-88BF-D011163FCB68}"/>
          </ac:picMkLst>
        </pc:picChg>
        <pc:picChg chg="add mod">
          <ac:chgData name="Harendra Bikram Shah" userId="a00731c20e5a5af2" providerId="LiveId" clId="{056D7180-62C6-4CD6-9316-D5FC8218B82A}" dt="2021-09-05T16:04:13.540" v="6603" actId="14100"/>
          <ac:picMkLst>
            <pc:docMk/>
            <pc:sldMk cId="1871313424" sldId="344"/>
            <ac:picMk id="6150" creationId="{611083AB-4D9F-4F20-BF29-9BA191772CDB}"/>
          </ac:picMkLst>
        </pc:picChg>
      </pc:sldChg>
      <pc:sldChg chg="addSp delSp modSp add mod">
        <pc:chgData name="Harendra Bikram Shah" userId="a00731c20e5a5af2" providerId="LiveId" clId="{056D7180-62C6-4CD6-9316-D5FC8218B82A}" dt="2021-09-05T16:08:17.504" v="6635" actId="1076"/>
        <pc:sldMkLst>
          <pc:docMk/>
          <pc:sldMk cId="3532130118" sldId="345"/>
        </pc:sldMkLst>
        <pc:spChg chg="add mod">
          <ac:chgData name="Harendra Bikram Shah" userId="a00731c20e5a5af2" providerId="LiveId" clId="{056D7180-62C6-4CD6-9316-D5FC8218B82A}" dt="2021-09-05T16:06:25.388" v="6614" actId="1076"/>
          <ac:spMkLst>
            <pc:docMk/>
            <pc:sldMk cId="3532130118" sldId="345"/>
            <ac:spMk id="2" creationId="{4BDD4FEF-0971-40D7-A22C-053374C0E535}"/>
          </ac:spMkLst>
        </pc:spChg>
        <pc:spChg chg="del">
          <ac:chgData name="Harendra Bikram Shah" userId="a00731c20e5a5af2" providerId="LiveId" clId="{056D7180-62C6-4CD6-9316-D5FC8218B82A}" dt="2021-09-05T16:04:34.205" v="6608" actId="478"/>
          <ac:spMkLst>
            <pc:docMk/>
            <pc:sldMk cId="3532130118" sldId="345"/>
            <ac:spMk id="3" creationId="{082226F0-3F00-4073-BA4F-596BD09196E8}"/>
          </ac:spMkLst>
        </pc:spChg>
        <pc:spChg chg="add mod">
          <ac:chgData name="Harendra Bikram Shah" userId="a00731c20e5a5af2" providerId="LiveId" clId="{056D7180-62C6-4CD6-9316-D5FC8218B82A}" dt="2021-09-05T16:08:17.504" v="6635" actId="1076"/>
          <ac:spMkLst>
            <pc:docMk/>
            <pc:sldMk cId="3532130118" sldId="345"/>
            <ac:spMk id="11" creationId="{CA9DA0FC-2E8F-4F01-8FB2-DDE8456E8214}"/>
          </ac:spMkLst>
        </pc:spChg>
        <pc:spChg chg="del">
          <ac:chgData name="Harendra Bikram Shah" userId="a00731c20e5a5af2" providerId="LiveId" clId="{056D7180-62C6-4CD6-9316-D5FC8218B82A}" dt="2021-09-05T16:04:36.581" v="6609" actId="478"/>
          <ac:spMkLst>
            <pc:docMk/>
            <pc:sldMk cId="3532130118" sldId="345"/>
            <ac:spMk id="13" creationId="{D4DE26A7-B093-48F0-9019-F32C106BFAF6}"/>
          </ac:spMkLst>
        </pc:spChg>
        <pc:spChg chg="del">
          <ac:chgData name="Harendra Bikram Shah" userId="a00731c20e5a5af2" providerId="LiveId" clId="{056D7180-62C6-4CD6-9316-D5FC8218B82A}" dt="2021-09-05T16:04:33.065" v="6607" actId="478"/>
          <ac:spMkLst>
            <pc:docMk/>
            <pc:sldMk cId="3532130118" sldId="345"/>
            <ac:spMk id="14" creationId="{463F2FFB-7624-4D34-9221-FBA1676FDAA4}"/>
          </ac:spMkLst>
        </pc:spChg>
        <pc:picChg chg="del">
          <ac:chgData name="Harendra Bikram Shah" userId="a00731c20e5a5af2" providerId="LiveId" clId="{056D7180-62C6-4CD6-9316-D5FC8218B82A}" dt="2021-09-05T16:04:30.829" v="6605" actId="478"/>
          <ac:picMkLst>
            <pc:docMk/>
            <pc:sldMk cId="3532130118" sldId="345"/>
            <ac:picMk id="6146" creationId="{B9AC226F-35C8-4F63-BA25-703E753FAF2E}"/>
          </ac:picMkLst>
        </pc:picChg>
        <pc:picChg chg="del">
          <ac:chgData name="Harendra Bikram Shah" userId="a00731c20e5a5af2" providerId="LiveId" clId="{056D7180-62C6-4CD6-9316-D5FC8218B82A}" dt="2021-09-05T16:04:31.459" v="6606" actId="478"/>
          <ac:picMkLst>
            <pc:docMk/>
            <pc:sldMk cId="3532130118" sldId="345"/>
            <ac:picMk id="6148" creationId="{6A8A7BF6-30A2-44A1-88BF-D011163FCB68}"/>
          </ac:picMkLst>
        </pc:picChg>
        <pc:picChg chg="del">
          <ac:chgData name="Harendra Bikram Shah" userId="a00731c20e5a5af2" providerId="LiveId" clId="{056D7180-62C6-4CD6-9316-D5FC8218B82A}" dt="2021-09-05T16:04:37.259" v="6610" actId="478"/>
          <ac:picMkLst>
            <pc:docMk/>
            <pc:sldMk cId="3532130118" sldId="345"/>
            <ac:picMk id="6150" creationId="{611083AB-4D9F-4F20-BF29-9BA191772CDB}"/>
          </ac:picMkLst>
        </pc:picChg>
        <pc:picChg chg="add mod">
          <ac:chgData name="Harendra Bikram Shah" userId="a00731c20e5a5af2" providerId="LiveId" clId="{056D7180-62C6-4CD6-9316-D5FC8218B82A}" dt="2021-09-05T16:08:02.960" v="6630" actId="1076"/>
          <ac:picMkLst>
            <pc:docMk/>
            <pc:sldMk cId="3532130118" sldId="345"/>
            <ac:picMk id="7170" creationId="{3CE4EDBB-6C05-4BB3-BBB0-89A54DA555BB}"/>
          </ac:picMkLst>
        </pc:picChg>
      </pc:sldChg>
      <pc:sldChg chg="addSp delSp modSp new mod">
        <pc:chgData name="Harendra Bikram Shah" userId="a00731c20e5a5af2" providerId="LiveId" clId="{056D7180-62C6-4CD6-9316-D5FC8218B82A}" dt="2021-09-05T16:09:56.222" v="6650" actId="1076"/>
        <pc:sldMkLst>
          <pc:docMk/>
          <pc:sldMk cId="2484218103" sldId="346"/>
        </pc:sldMkLst>
        <pc:spChg chg="del">
          <ac:chgData name="Harendra Bikram Shah" userId="a00731c20e5a5af2" providerId="LiveId" clId="{056D7180-62C6-4CD6-9316-D5FC8218B82A}" dt="2021-09-05T16:06:45.869" v="6623" actId="478"/>
          <ac:spMkLst>
            <pc:docMk/>
            <pc:sldMk cId="2484218103" sldId="346"/>
            <ac:spMk id="2" creationId="{FC8C67D3-27DD-4A87-9322-76E09D15AD4D}"/>
          </ac:spMkLst>
        </pc:spChg>
        <pc:spChg chg="del">
          <ac:chgData name="Harendra Bikram Shah" userId="a00731c20e5a5af2" providerId="LiveId" clId="{056D7180-62C6-4CD6-9316-D5FC8218B82A}" dt="2021-09-05T16:06:47.810" v="6624" actId="478"/>
          <ac:spMkLst>
            <pc:docMk/>
            <pc:sldMk cId="2484218103" sldId="346"/>
            <ac:spMk id="3" creationId="{1FEEF709-D4C4-41D8-AA83-A559B599828D}"/>
          </ac:spMkLst>
        </pc:spChg>
        <pc:spChg chg="add del mod">
          <ac:chgData name="Harendra Bikram Shah" userId="a00731c20e5a5af2" providerId="LiveId" clId="{056D7180-62C6-4CD6-9316-D5FC8218B82A}" dt="2021-09-05T16:07:54.977" v="6627" actId="21"/>
          <ac:spMkLst>
            <pc:docMk/>
            <pc:sldMk cId="2484218103" sldId="346"/>
            <ac:spMk id="5" creationId="{D9595A2C-EC78-41B3-8EA9-7211FC1EB337}"/>
          </ac:spMkLst>
        </pc:spChg>
        <pc:picChg chg="add mod">
          <ac:chgData name="Harendra Bikram Shah" userId="a00731c20e5a5af2" providerId="LiveId" clId="{056D7180-62C6-4CD6-9316-D5FC8218B82A}" dt="2021-09-05T16:09:56.222" v="6650" actId="1076"/>
          <ac:picMkLst>
            <pc:docMk/>
            <pc:sldMk cId="2484218103" sldId="346"/>
            <ac:picMk id="7" creationId="{C6B7234E-54D3-419D-9BA8-5EB78A1A18EF}"/>
          </ac:picMkLst>
        </pc:picChg>
      </pc:sldChg>
      <pc:sldChg chg="add del">
        <pc:chgData name="Harendra Bikram Shah" userId="a00731c20e5a5af2" providerId="LiveId" clId="{056D7180-62C6-4CD6-9316-D5FC8218B82A}" dt="2021-09-05T16:13:22.249" v="6653" actId="47"/>
        <pc:sldMkLst>
          <pc:docMk/>
          <pc:sldMk cId="3612802133" sldId="347"/>
        </pc:sldMkLst>
      </pc:sldChg>
      <pc:sldChg chg="addSp delSp modSp new mod">
        <pc:chgData name="Harendra Bikram Shah" userId="a00731c20e5a5af2" providerId="LiveId" clId="{056D7180-62C6-4CD6-9316-D5FC8218B82A}" dt="2021-09-05T16:35:53.737" v="6855" actId="1076"/>
        <pc:sldMkLst>
          <pc:docMk/>
          <pc:sldMk cId="823617369" sldId="348"/>
        </pc:sldMkLst>
        <pc:spChg chg="mod">
          <ac:chgData name="Harendra Bikram Shah" userId="a00731c20e5a5af2" providerId="LiveId" clId="{056D7180-62C6-4CD6-9316-D5FC8218B82A}" dt="2021-09-05T16:35:41.482" v="6850" actId="1076"/>
          <ac:spMkLst>
            <pc:docMk/>
            <pc:sldMk cId="823617369" sldId="348"/>
            <ac:spMk id="2" creationId="{9B6B6E58-7B4C-4B33-8F28-2D98A937BE2E}"/>
          </ac:spMkLst>
        </pc:spChg>
        <pc:spChg chg="del">
          <ac:chgData name="Harendra Bikram Shah" userId="a00731c20e5a5af2" providerId="LiveId" clId="{056D7180-62C6-4CD6-9316-D5FC8218B82A}" dt="2021-09-05T16:13:40.833" v="6685" actId="478"/>
          <ac:spMkLst>
            <pc:docMk/>
            <pc:sldMk cId="823617369" sldId="348"/>
            <ac:spMk id="3" creationId="{5C3FC74D-8C7E-4AE2-BEFC-E1C71F535253}"/>
          </ac:spMkLst>
        </pc:spChg>
        <pc:spChg chg="add mod">
          <ac:chgData name="Harendra Bikram Shah" userId="a00731c20e5a5af2" providerId="LiveId" clId="{056D7180-62C6-4CD6-9316-D5FC8218B82A}" dt="2021-09-05T16:35:43.504" v="6851" actId="1076"/>
          <ac:spMkLst>
            <pc:docMk/>
            <pc:sldMk cId="823617369" sldId="348"/>
            <ac:spMk id="5" creationId="{99608E0D-1CAA-4C93-BE4B-EE2775833832}"/>
          </ac:spMkLst>
        </pc:spChg>
        <pc:spChg chg="add del mod">
          <ac:chgData name="Harendra Bikram Shah" userId="a00731c20e5a5af2" providerId="LiveId" clId="{056D7180-62C6-4CD6-9316-D5FC8218B82A}" dt="2021-09-05T16:35:53.737" v="6855" actId="1076"/>
          <ac:spMkLst>
            <pc:docMk/>
            <pc:sldMk cId="823617369" sldId="348"/>
            <ac:spMk id="6" creationId="{8217037D-2535-4FFC-BFF8-F6397A302B06}"/>
          </ac:spMkLst>
        </pc:spChg>
        <pc:spChg chg="add mod">
          <ac:chgData name="Harendra Bikram Shah" userId="a00731c20e5a5af2" providerId="LiveId" clId="{056D7180-62C6-4CD6-9316-D5FC8218B82A}" dt="2021-09-05T16:35:47.603" v="6852" actId="1076"/>
          <ac:spMkLst>
            <pc:docMk/>
            <pc:sldMk cId="823617369" sldId="348"/>
            <ac:spMk id="9" creationId="{44800C65-1E94-490A-B33F-3F295C054DE3}"/>
          </ac:spMkLst>
        </pc:spChg>
        <pc:picChg chg="add mod">
          <ac:chgData name="Harendra Bikram Shah" userId="a00731c20e5a5af2" providerId="LiveId" clId="{056D7180-62C6-4CD6-9316-D5FC8218B82A}" dt="2021-09-05T16:35:51.430" v="6854" actId="1076"/>
          <ac:picMkLst>
            <pc:docMk/>
            <pc:sldMk cId="823617369" sldId="348"/>
            <ac:picMk id="8194" creationId="{EDC17FE7-F2BA-4F8E-9A5C-693ECEDDDE7D}"/>
          </ac:picMkLst>
        </pc:picChg>
      </pc:sldChg>
      <pc:sldChg chg="addSp delSp modSp add mod">
        <pc:chgData name="Harendra Bikram Shah" userId="a00731c20e5a5af2" providerId="LiveId" clId="{056D7180-62C6-4CD6-9316-D5FC8218B82A}" dt="2021-09-05T16:32:33.935" v="6778" actId="403"/>
        <pc:sldMkLst>
          <pc:docMk/>
          <pc:sldMk cId="596669543" sldId="349"/>
        </pc:sldMkLst>
        <pc:spChg chg="del">
          <ac:chgData name="Harendra Bikram Shah" userId="a00731c20e5a5af2" providerId="LiveId" clId="{056D7180-62C6-4CD6-9316-D5FC8218B82A}" dt="2021-09-05T16:28:03.597" v="6751" actId="478"/>
          <ac:spMkLst>
            <pc:docMk/>
            <pc:sldMk cId="596669543" sldId="349"/>
            <ac:spMk id="2" creationId="{9B6B6E58-7B4C-4B33-8F28-2D98A937BE2E}"/>
          </ac:spMkLst>
        </pc:spChg>
        <pc:spChg chg="add del mod">
          <ac:chgData name="Harendra Bikram Shah" userId="a00731c20e5a5af2" providerId="LiveId" clId="{056D7180-62C6-4CD6-9316-D5FC8218B82A}" dt="2021-09-05T16:28:04.945" v="6752" actId="478"/>
          <ac:spMkLst>
            <pc:docMk/>
            <pc:sldMk cId="596669543" sldId="349"/>
            <ac:spMk id="4" creationId="{0807BEAC-DB94-42BD-8314-2037EF21FB0D}"/>
          </ac:spMkLst>
        </pc:spChg>
        <pc:spChg chg="del">
          <ac:chgData name="Harendra Bikram Shah" userId="a00731c20e5a5af2" providerId="LiveId" clId="{056D7180-62C6-4CD6-9316-D5FC8218B82A}" dt="2021-09-05T16:28:02.282" v="6750" actId="478"/>
          <ac:spMkLst>
            <pc:docMk/>
            <pc:sldMk cId="596669543" sldId="349"/>
            <ac:spMk id="5" creationId="{99608E0D-1CAA-4C93-BE4B-EE2775833832}"/>
          </ac:spMkLst>
        </pc:spChg>
        <pc:spChg chg="del">
          <ac:chgData name="Harendra Bikram Shah" userId="a00731c20e5a5af2" providerId="LiveId" clId="{056D7180-62C6-4CD6-9316-D5FC8218B82A}" dt="2021-09-05T16:28:06.032" v="6753" actId="478"/>
          <ac:spMkLst>
            <pc:docMk/>
            <pc:sldMk cId="596669543" sldId="349"/>
            <ac:spMk id="6" creationId="{8217037D-2535-4FFC-BFF8-F6397A302B06}"/>
          </ac:spMkLst>
        </pc:spChg>
        <pc:spChg chg="add mod">
          <ac:chgData name="Harendra Bikram Shah" userId="a00731c20e5a5af2" providerId="LiveId" clId="{056D7180-62C6-4CD6-9316-D5FC8218B82A}" dt="2021-09-05T16:32:33.935" v="6778" actId="403"/>
          <ac:spMkLst>
            <pc:docMk/>
            <pc:sldMk cId="596669543" sldId="349"/>
            <ac:spMk id="8" creationId="{65BF6EFE-130A-4DCE-A898-8C18861BB7EC}"/>
          </ac:spMkLst>
        </pc:spChg>
        <pc:spChg chg="add mod">
          <ac:chgData name="Harendra Bikram Shah" userId="a00731c20e5a5af2" providerId="LiveId" clId="{056D7180-62C6-4CD6-9316-D5FC8218B82A}" dt="2021-09-05T16:31:31.653" v="6765" actId="20577"/>
          <ac:spMkLst>
            <pc:docMk/>
            <pc:sldMk cId="596669543" sldId="349"/>
            <ac:spMk id="9" creationId="{400F20C3-6E39-45D2-B837-D1BF0517463B}"/>
          </ac:spMkLst>
        </pc:spChg>
        <pc:picChg chg="del">
          <ac:chgData name="Harendra Bikram Shah" userId="a00731c20e5a5af2" providerId="LiveId" clId="{056D7180-62C6-4CD6-9316-D5FC8218B82A}" dt="2021-09-05T16:27:59.643" v="6749" actId="478"/>
          <ac:picMkLst>
            <pc:docMk/>
            <pc:sldMk cId="596669543" sldId="349"/>
            <ac:picMk id="8194" creationId="{EDC17FE7-F2BA-4F8E-9A5C-693ECEDDDE7D}"/>
          </ac:picMkLst>
        </pc:picChg>
      </pc:sldChg>
      <pc:sldChg chg="addSp delSp modSp add mod">
        <pc:chgData name="Harendra Bikram Shah" userId="a00731c20e5a5af2" providerId="LiveId" clId="{056D7180-62C6-4CD6-9316-D5FC8218B82A}" dt="2021-09-05T16:33:51.939" v="6827" actId="1076"/>
        <pc:sldMkLst>
          <pc:docMk/>
          <pc:sldMk cId="4059480824" sldId="350"/>
        </pc:sldMkLst>
        <pc:spChg chg="add mod">
          <ac:chgData name="Harendra Bikram Shah" userId="a00731c20e5a5af2" providerId="LiveId" clId="{056D7180-62C6-4CD6-9316-D5FC8218B82A}" dt="2021-09-05T16:33:25.483" v="6820" actId="20577"/>
          <ac:spMkLst>
            <pc:docMk/>
            <pc:sldMk cId="4059480824" sldId="350"/>
            <ac:spMk id="2" creationId="{0ADC5BE8-25FF-431A-9E1D-A422BD6AA1D1}"/>
          </ac:spMkLst>
        </pc:spChg>
        <pc:spChg chg="del">
          <ac:chgData name="Harendra Bikram Shah" userId="a00731c20e5a5af2" providerId="LiveId" clId="{056D7180-62C6-4CD6-9316-D5FC8218B82A}" dt="2021-09-05T16:32:42.520" v="6780" actId="478"/>
          <ac:spMkLst>
            <pc:docMk/>
            <pc:sldMk cId="4059480824" sldId="350"/>
            <ac:spMk id="8" creationId="{65BF6EFE-130A-4DCE-A898-8C18861BB7EC}"/>
          </ac:spMkLst>
        </pc:spChg>
        <pc:spChg chg="del mod">
          <ac:chgData name="Harendra Bikram Shah" userId="a00731c20e5a5af2" providerId="LiveId" clId="{056D7180-62C6-4CD6-9316-D5FC8218B82A}" dt="2021-09-05T16:32:45.051" v="6782" actId="478"/>
          <ac:spMkLst>
            <pc:docMk/>
            <pc:sldMk cId="4059480824" sldId="350"/>
            <ac:spMk id="9" creationId="{400F20C3-6E39-45D2-B837-D1BF0517463B}"/>
          </ac:spMkLst>
        </pc:spChg>
        <pc:picChg chg="add mod">
          <ac:chgData name="Harendra Bikram Shah" userId="a00731c20e5a5af2" providerId="LiveId" clId="{056D7180-62C6-4CD6-9316-D5FC8218B82A}" dt="2021-09-05T16:33:51.939" v="6827" actId="1076"/>
          <ac:picMkLst>
            <pc:docMk/>
            <pc:sldMk cId="4059480824" sldId="350"/>
            <ac:picMk id="10242" creationId="{C90ED15F-D461-4D25-B871-62A62FE832AF}"/>
          </ac:picMkLst>
        </pc:picChg>
      </pc:sldChg>
      <pc:sldChg chg="delSp modSp new mod">
        <pc:chgData name="Harendra Bikram Shah" userId="a00731c20e5a5af2" providerId="LiveId" clId="{056D7180-62C6-4CD6-9316-D5FC8218B82A}" dt="2021-09-05T16:36:24.883" v="6884" actId="478"/>
        <pc:sldMkLst>
          <pc:docMk/>
          <pc:sldMk cId="189536432" sldId="351"/>
        </pc:sldMkLst>
        <pc:spChg chg="mod">
          <ac:chgData name="Harendra Bikram Shah" userId="a00731c20e5a5af2" providerId="LiveId" clId="{056D7180-62C6-4CD6-9316-D5FC8218B82A}" dt="2021-09-05T16:36:23.357" v="6883" actId="1076"/>
          <ac:spMkLst>
            <pc:docMk/>
            <pc:sldMk cId="189536432" sldId="351"/>
            <ac:spMk id="2" creationId="{BC8CBB5F-44BD-47A9-8427-DF32ADABAEF6}"/>
          </ac:spMkLst>
        </pc:spChg>
        <pc:spChg chg="del">
          <ac:chgData name="Harendra Bikram Shah" userId="a00731c20e5a5af2" providerId="LiveId" clId="{056D7180-62C6-4CD6-9316-D5FC8218B82A}" dt="2021-09-05T16:36:24.883" v="6884" actId="478"/>
          <ac:spMkLst>
            <pc:docMk/>
            <pc:sldMk cId="189536432" sldId="351"/>
            <ac:spMk id="3" creationId="{58E41CBA-C8C4-4D66-BEA2-9F6F0EEA677D}"/>
          </ac:spMkLst>
        </pc:spChg>
      </pc:sldChg>
      <pc:sldMasterChg chg="addSldLayout">
        <pc:chgData name="Harendra Bikram Shah" userId="a00731c20e5a5af2" providerId="LiveId" clId="{056D7180-62C6-4CD6-9316-D5FC8218B82A}" dt="2021-08-08T16:01:10.295" v="0" actId="680"/>
        <pc:sldMasterMkLst>
          <pc:docMk/>
          <pc:sldMasterMk cId="3259594951" sldId="2147483648"/>
        </pc:sldMasterMkLst>
        <pc:sldLayoutChg chg="add">
          <pc:chgData name="Harendra Bikram Shah" userId="a00731c20e5a5af2" providerId="LiveId" clId="{056D7180-62C6-4CD6-9316-D5FC8218B82A}" dt="2021-08-08T16:01:10.295" v="0" actId="680"/>
          <pc:sldLayoutMkLst>
            <pc:docMk/>
            <pc:sldMasterMk cId="3259594951" sldId="2147483648"/>
            <pc:sldLayoutMk cId="3792369682" sldId="214748364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53312-C1C5-4983-8F98-CACFAD99E8A5}"/>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257253A-E5B1-4A95-BBE4-94185E225B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Tree>
    <p:extLst>
      <p:ext uri="{BB962C8B-B14F-4D97-AF65-F5344CB8AC3E}">
        <p14:creationId xmlns:p14="http://schemas.microsoft.com/office/powerpoint/2010/main" val="379236968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9594951"/>
      </p:ext>
    </p:extLst>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jpeg"/><Relationship Id="rId4" Type="http://schemas.openxmlformats.org/officeDocument/2006/relationships/image" Target="../media/image60.jpeg"/></Relationships>
</file>

<file path=ppt/slides/_rels/slide6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image" Target="../media/image64.jp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65.gif"/><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gif"/><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gif"/><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 Id="rId4" Type="http://schemas.openxmlformats.org/officeDocument/2006/relationships/image" Target="../media/image93.png"/></Relationships>
</file>

<file path=ppt/slides/_rels/slide9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hyperlink" Target="https://www.electronicshub.org/wp-content/uploads/2014/03/k-map-simplification.jpg" TargetMode="Externa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97.jpe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98.jpe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2A0E5-2352-479E-8AB3-7342969BAE58}"/>
              </a:ext>
            </a:extLst>
          </p:cNvPr>
          <p:cNvSpPr>
            <a:spLocks noGrp="1"/>
          </p:cNvSpPr>
          <p:nvPr>
            <p:ph type="ctrTitle"/>
          </p:nvPr>
        </p:nvSpPr>
        <p:spPr>
          <a:xfrm>
            <a:off x="1528689" y="225084"/>
            <a:ext cx="9144000" cy="2039815"/>
          </a:xfrm>
        </p:spPr>
        <p:txBody>
          <a:bodyPr/>
          <a:lstStyle/>
          <a:p>
            <a:r>
              <a:rPr lang="en-GB" sz="5400" b="1" dirty="0"/>
              <a:t>UNIT 5 and 6</a:t>
            </a:r>
            <a:br>
              <a:rPr lang="en-GB" sz="5400" b="1" dirty="0"/>
            </a:br>
            <a:r>
              <a:rPr lang="en-GB" sz="5400" b="1" dirty="0"/>
              <a:t>Combinational Logic    </a:t>
            </a:r>
            <a:endParaRPr lang="en-IN" sz="5400" b="1" dirty="0"/>
          </a:p>
        </p:txBody>
      </p:sp>
      <p:sp>
        <p:nvSpPr>
          <p:cNvPr id="3" name="Subtitle 2">
            <a:extLst>
              <a:ext uri="{FF2B5EF4-FFF2-40B4-BE49-F238E27FC236}">
                <a16:creationId xmlns:a16="http://schemas.microsoft.com/office/drawing/2014/main" id="{56A8C065-DFC7-40F3-9F80-24A6242A30AE}"/>
              </a:ext>
            </a:extLst>
          </p:cNvPr>
          <p:cNvSpPr>
            <a:spLocks noGrp="1"/>
          </p:cNvSpPr>
          <p:nvPr>
            <p:ph type="subTitle" idx="1"/>
          </p:nvPr>
        </p:nvSpPr>
        <p:spPr>
          <a:xfrm>
            <a:off x="1186375" y="2532894"/>
            <a:ext cx="10095914" cy="3248928"/>
          </a:xfrm>
        </p:spPr>
        <p:txBody>
          <a:bodyPr/>
          <a:lstStyle/>
          <a:p>
            <a:pPr algn="l"/>
            <a:r>
              <a:rPr lang="en-GB" b="1" dirty="0"/>
              <a:t>Prepared By </a:t>
            </a:r>
          </a:p>
          <a:p>
            <a:r>
              <a:rPr lang="en-GB" dirty="0"/>
              <a:t>                                       Er.Harendra Bikram Shah</a:t>
            </a:r>
          </a:p>
          <a:p>
            <a:r>
              <a:rPr lang="en-GB" dirty="0"/>
              <a:t>                                            (Lecturer)</a:t>
            </a:r>
          </a:p>
          <a:p>
            <a:r>
              <a:rPr lang="en-GB" dirty="0"/>
              <a:t>                                        Department of Computer Engineering</a:t>
            </a:r>
            <a:endParaRPr lang="en-IN" dirty="0"/>
          </a:p>
        </p:txBody>
      </p:sp>
    </p:spTree>
    <p:extLst>
      <p:ext uri="{BB962C8B-B14F-4D97-AF65-F5344CB8AC3E}">
        <p14:creationId xmlns:p14="http://schemas.microsoft.com/office/powerpoint/2010/main" val="2825645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E1EB1-A5E4-4BEF-8DBA-D1755A03685B}"/>
              </a:ext>
            </a:extLst>
          </p:cNvPr>
          <p:cNvSpPr>
            <a:spLocks noGrp="1"/>
          </p:cNvSpPr>
          <p:nvPr>
            <p:ph type="ctrTitle"/>
          </p:nvPr>
        </p:nvSpPr>
        <p:spPr>
          <a:xfrm>
            <a:off x="1524000" y="475249"/>
            <a:ext cx="9144000" cy="1311348"/>
          </a:xfrm>
        </p:spPr>
        <p:txBody>
          <a:bodyPr/>
          <a:lstStyle/>
          <a:p>
            <a:r>
              <a:rPr lang="en-GB" b="1" dirty="0"/>
              <a:t>OUTLINES</a:t>
            </a:r>
            <a:endParaRPr lang="en-IN" b="1" dirty="0"/>
          </a:p>
        </p:txBody>
      </p:sp>
      <p:sp>
        <p:nvSpPr>
          <p:cNvPr id="3" name="Subtitle 2">
            <a:extLst>
              <a:ext uri="{FF2B5EF4-FFF2-40B4-BE49-F238E27FC236}">
                <a16:creationId xmlns:a16="http://schemas.microsoft.com/office/drawing/2014/main" id="{B8391896-73D2-426F-8BCD-CA441609873C}"/>
              </a:ext>
            </a:extLst>
          </p:cNvPr>
          <p:cNvSpPr>
            <a:spLocks noGrp="1"/>
          </p:cNvSpPr>
          <p:nvPr>
            <p:ph type="subTitle" idx="1"/>
          </p:nvPr>
        </p:nvSpPr>
        <p:spPr>
          <a:xfrm>
            <a:off x="1524000" y="2124221"/>
            <a:ext cx="9144000" cy="3573193"/>
          </a:xfrm>
        </p:spPr>
        <p:txBody>
          <a:bodyPr/>
          <a:lstStyle/>
          <a:p>
            <a:pPr marL="342900" indent="-342900" algn="l">
              <a:buFont typeface="Wingdings" panose="05000000000000000000" pitchFamily="2" charset="2"/>
              <a:buChar char="Ø"/>
            </a:pPr>
            <a:r>
              <a:rPr lang="en-GB" dirty="0"/>
              <a:t> Introduction</a:t>
            </a:r>
          </a:p>
          <a:p>
            <a:pPr marL="342900" indent="-342900" algn="l">
              <a:buFont typeface="Wingdings" panose="05000000000000000000" pitchFamily="2" charset="2"/>
              <a:buChar char="Ø"/>
            </a:pPr>
            <a:r>
              <a:rPr lang="en-GB" dirty="0"/>
              <a:t> Adders and Subtractors</a:t>
            </a:r>
          </a:p>
          <a:p>
            <a:pPr marL="342900" indent="-342900" algn="l">
              <a:buFont typeface="Wingdings" panose="05000000000000000000" pitchFamily="2" charset="2"/>
              <a:buChar char="Ø"/>
            </a:pPr>
            <a:r>
              <a:rPr lang="en-GB" dirty="0"/>
              <a:t>CODE conversion( BCD to excess-3, 8 4 -2 -1 code to bcd, 2421 code to 8 4 -2 1 code) </a:t>
            </a:r>
          </a:p>
          <a:p>
            <a:pPr marL="342900" indent="-342900" algn="l">
              <a:buFont typeface="Wingdings" panose="05000000000000000000" pitchFamily="2" charset="2"/>
              <a:buChar char="Ø"/>
            </a:pPr>
            <a:r>
              <a:rPr lang="en-GB" dirty="0"/>
              <a:t> Decoder and Encoder</a:t>
            </a:r>
          </a:p>
          <a:p>
            <a:pPr marL="342900" indent="-342900" algn="l">
              <a:buFont typeface="Wingdings" panose="05000000000000000000" pitchFamily="2" charset="2"/>
              <a:buChar char="Ø"/>
            </a:pPr>
            <a:r>
              <a:rPr lang="en-GB" dirty="0"/>
              <a:t> Multiplexer and De-multiplexer</a:t>
            </a:r>
          </a:p>
          <a:p>
            <a:pPr marL="342900" indent="-342900" algn="l">
              <a:buFont typeface="Wingdings" panose="05000000000000000000" pitchFamily="2" charset="2"/>
              <a:buChar char="Ø"/>
            </a:pPr>
            <a:r>
              <a:rPr lang="en-GB" dirty="0"/>
              <a:t> BCD to 7 segment decoder</a:t>
            </a:r>
          </a:p>
          <a:p>
            <a:pPr marL="342900" indent="-342900" algn="l">
              <a:buFont typeface="Wingdings" panose="05000000000000000000" pitchFamily="2" charset="2"/>
              <a:buChar char="Ø"/>
            </a:pPr>
            <a:r>
              <a:rPr lang="en-GB" dirty="0"/>
              <a:t> ROM and PLA</a:t>
            </a:r>
            <a:endParaRPr lang="en-IN" dirty="0"/>
          </a:p>
        </p:txBody>
      </p:sp>
    </p:spTree>
    <p:extLst>
      <p:ext uri="{BB962C8B-B14F-4D97-AF65-F5344CB8AC3E}">
        <p14:creationId xmlns:p14="http://schemas.microsoft.com/office/powerpoint/2010/main" val="2775030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E1EB1-A5E4-4BEF-8DBA-D1755A03685B}"/>
              </a:ext>
            </a:extLst>
          </p:cNvPr>
          <p:cNvSpPr>
            <a:spLocks noGrp="1"/>
          </p:cNvSpPr>
          <p:nvPr>
            <p:ph type="ctrTitle"/>
          </p:nvPr>
        </p:nvSpPr>
        <p:spPr>
          <a:xfrm>
            <a:off x="1411459" y="137625"/>
            <a:ext cx="9144000" cy="818979"/>
          </a:xfrm>
        </p:spPr>
        <p:txBody>
          <a:bodyPr/>
          <a:lstStyle/>
          <a:p>
            <a:r>
              <a:rPr lang="en-GB" b="1" dirty="0"/>
              <a:t>Introduction</a:t>
            </a:r>
          </a:p>
        </p:txBody>
      </p:sp>
      <p:sp>
        <p:nvSpPr>
          <p:cNvPr id="4" name="Rectangle 1">
            <a:extLst>
              <a:ext uri="{FF2B5EF4-FFF2-40B4-BE49-F238E27FC236}">
                <a16:creationId xmlns:a16="http://schemas.microsoft.com/office/drawing/2014/main" id="{C37B3772-8726-4376-B2D4-11E9D8ADE93A}"/>
              </a:ext>
            </a:extLst>
          </p:cNvPr>
          <p:cNvSpPr>
            <a:spLocks noChangeArrowheads="1"/>
          </p:cNvSpPr>
          <p:nvPr/>
        </p:nvSpPr>
        <p:spPr bwMode="auto">
          <a:xfrm>
            <a:off x="400182" y="956604"/>
            <a:ext cx="11791818"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Combinational circuit/combinational logic  is a type of logic  circuit which is the  combination of different gates in the </a:t>
            </a:r>
          </a:p>
          <a:p>
            <a:pPr marR="0" lvl="0" algn="l" defTabSz="914400" rtl="0" eaLnBrk="0" fontAlgn="base" latinLnBrk="0" hangingPunct="0">
              <a:lnSpc>
                <a:spcPct val="100000"/>
              </a:lnSpc>
              <a:spcBef>
                <a:spcPct val="0"/>
              </a:spcBef>
              <a:spcAft>
                <a:spcPct val="0"/>
              </a:spcAft>
              <a:buClrTx/>
              <a:buSzTx/>
              <a:tabLst/>
            </a:pPr>
            <a:r>
              <a:rPr lang="en-US" altLang="en-US" dirty="0"/>
              <a:t>      circuit </a:t>
            </a:r>
            <a:r>
              <a:rPr lang="en-GB" dirty="0"/>
              <a:t>where the output is a pure function of the present input only.</a:t>
            </a:r>
          </a:p>
          <a:p>
            <a:pPr marR="0" lvl="0" algn="l" defTabSz="914400" rtl="0" eaLnBrk="0" fontAlgn="base" latinLnBrk="0" hangingPunct="0">
              <a:lnSpc>
                <a:spcPct val="100000"/>
              </a:lnSpc>
              <a:spcBef>
                <a:spcPct val="0"/>
              </a:spcBef>
              <a:spcAft>
                <a:spcPct val="0"/>
              </a:spcAft>
              <a:buClrTx/>
              <a:buSzTx/>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characteristics of combinational circuits are following :-</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The output of combinational circuit at any instant of time, depends only on the levels present at input terminals.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The combinational circuit do not use any memory. i.e. previous state of input does not have any effect on the present state</a:t>
            </a:r>
          </a:p>
          <a:p>
            <a:pPr marL="0" marR="0" lvl="0" indent="0" algn="l" defTabSz="914400" rtl="0" eaLnBrk="0" fontAlgn="base" latinLnBrk="0" hangingPunct="0">
              <a:lnSpc>
                <a:spcPct val="100000"/>
              </a:lnSpc>
              <a:spcBef>
                <a:spcPct val="0"/>
              </a:spcBef>
              <a:spcAft>
                <a:spcPct val="0"/>
              </a:spcAft>
              <a:buClrTx/>
              <a:buSzTx/>
              <a:tabLst/>
            </a:pPr>
            <a:r>
              <a:rPr lang="en-US" altLang="en-US" dirty="0"/>
              <a:t> of the circuit.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A combinational circuit can have an n number of inputs and m number of outputs.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t>Block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br>
              <a:rPr lang="en-US" altLang="en-US" dirty="0"/>
            </a:br>
            <a:endParaRPr lang="en-US" altLang="en-US" dirty="0"/>
          </a:p>
        </p:txBody>
      </p:sp>
      <p:pic>
        <p:nvPicPr>
          <p:cNvPr id="1026" name="Picture 2" descr="Block Diagram of combinational circuit">
            <a:extLst>
              <a:ext uri="{FF2B5EF4-FFF2-40B4-BE49-F238E27FC236}">
                <a16:creationId xmlns:a16="http://schemas.microsoft.com/office/drawing/2014/main" id="{E9F9D830-D840-4041-B2E3-6E22B5D3A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5250" y="3167743"/>
            <a:ext cx="5367549" cy="2275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72297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ACC20C7B-DD4E-4F00-9691-9E8DEBC9AA03}"/>
              </a:ext>
            </a:extLst>
          </p:cNvPr>
          <p:cNvSpPr>
            <a:spLocks noChangeArrowheads="1"/>
          </p:cNvSpPr>
          <p:nvPr/>
        </p:nvSpPr>
        <p:spPr bwMode="auto">
          <a:xfrm>
            <a:off x="3485640" y="294536"/>
            <a:ext cx="5876074" cy="976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68203" rIns="0" bIns="88872"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t>Classification of Combinational Logic</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t>        </a:t>
            </a:r>
          </a:p>
        </p:txBody>
      </p:sp>
      <p:pic>
        <p:nvPicPr>
          <p:cNvPr id="2050" name="Picture 2" descr="combination logic circuit">
            <a:extLst>
              <a:ext uri="{FF2B5EF4-FFF2-40B4-BE49-F238E27FC236}">
                <a16:creationId xmlns:a16="http://schemas.microsoft.com/office/drawing/2014/main" id="{69749779-9D4B-4E24-9B42-73969382C2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1543" y="1517422"/>
            <a:ext cx="6270171" cy="43753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694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4DE30-61AE-42E9-93B8-05A4FD5726EC}"/>
              </a:ext>
            </a:extLst>
          </p:cNvPr>
          <p:cNvSpPr>
            <a:spLocks noGrp="1"/>
          </p:cNvSpPr>
          <p:nvPr>
            <p:ph type="ctrTitle"/>
          </p:nvPr>
        </p:nvSpPr>
        <p:spPr>
          <a:xfrm>
            <a:off x="1524000" y="56262"/>
            <a:ext cx="9144000" cy="624102"/>
          </a:xfrm>
        </p:spPr>
        <p:txBody>
          <a:bodyPr/>
          <a:lstStyle/>
          <a:p>
            <a:r>
              <a:rPr lang="en-GB" sz="4000" b="1" dirty="0"/>
              <a:t>Adders</a:t>
            </a:r>
            <a:endParaRPr lang="en-IN" sz="4000" b="1" dirty="0"/>
          </a:p>
        </p:txBody>
      </p:sp>
      <p:sp>
        <p:nvSpPr>
          <p:cNvPr id="3" name="Subtitle 2">
            <a:extLst>
              <a:ext uri="{FF2B5EF4-FFF2-40B4-BE49-F238E27FC236}">
                <a16:creationId xmlns:a16="http://schemas.microsoft.com/office/drawing/2014/main" id="{32A80C4B-38C0-4F08-92ED-3C785BD276E4}"/>
              </a:ext>
            </a:extLst>
          </p:cNvPr>
          <p:cNvSpPr>
            <a:spLocks noGrp="1"/>
          </p:cNvSpPr>
          <p:nvPr>
            <p:ph type="subTitle" idx="1"/>
          </p:nvPr>
        </p:nvSpPr>
        <p:spPr>
          <a:xfrm>
            <a:off x="282583" y="614870"/>
            <a:ext cx="11909417" cy="6186868"/>
          </a:xfrm>
        </p:spPr>
        <p:txBody>
          <a:bodyPr/>
          <a:lstStyle/>
          <a:p>
            <a:pPr marL="342900" indent="-342900" algn="just">
              <a:buFont typeface="Wingdings" panose="05000000000000000000" pitchFamily="2" charset="2"/>
              <a:buChar char="Ø"/>
            </a:pPr>
            <a:r>
              <a:rPr lang="en-GB" sz="2000" dirty="0"/>
              <a:t>An adder is a device that will add together two bits and give the result as the output. </a:t>
            </a:r>
          </a:p>
          <a:p>
            <a:pPr marL="342900" indent="-342900" algn="just">
              <a:buFont typeface="Wingdings" panose="05000000000000000000" pitchFamily="2" charset="2"/>
              <a:buChar char="Ø"/>
            </a:pPr>
            <a:r>
              <a:rPr lang="en-GB" sz="2000" dirty="0"/>
              <a:t>There are two kinds of adders - half adders and full adders</a:t>
            </a:r>
          </a:p>
          <a:p>
            <a:pPr marL="0" marR="0" lvl="0" indent="0" algn="l" defTabSz="914400" rtl="0" eaLnBrk="0" fontAlgn="base" latinLnBrk="0" hangingPunct="0">
              <a:lnSpc>
                <a:spcPct val="100000"/>
              </a:lnSpc>
              <a:spcBef>
                <a:spcPct val="0"/>
              </a:spcBef>
              <a:spcAft>
                <a:spcPct val="0"/>
              </a:spcAft>
              <a:buClrTx/>
              <a:buSzTx/>
              <a:buFontTx/>
              <a:buNone/>
              <a:tabLst/>
            </a:pPr>
            <a:r>
              <a:rPr lang="en-GB" sz="2000" dirty="0"/>
              <a:t> </a:t>
            </a:r>
            <a:r>
              <a:rPr lang="en-US" altLang="en-US" sz="2000" b="1" u="sng" dirty="0"/>
              <a:t>Half Adder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a:t>Half adder is a combinational logic circuit with two inputs and two outputs.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2000" dirty="0"/>
              <a:t>The half adder is able to add two single binary digits and provide the output plus a carry value</a:t>
            </a:r>
            <a:endParaRPr lang="en-US" sz="2000" dirty="0"/>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sz="2000" dirty="0"/>
              <a:t>This circuit has two outputs carry and sum.</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2000" dirty="0"/>
              <a:t>A half adder is a type of adder, an electronic circuit that performs the addition of numbers.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2000" dirty="0"/>
              <a:t> The common representation uses a XOR logic gate and an AND logic gate.</a:t>
            </a:r>
            <a:endParaRPr lang="en-US" altLang="en-US" sz="2000" dirty="0"/>
          </a:p>
          <a:p>
            <a:pPr algn="l" eaLnBrk="0" fontAlgn="base" hangingPunct="0">
              <a:lnSpc>
                <a:spcPct val="100000"/>
              </a:lnSpc>
              <a:spcBef>
                <a:spcPct val="0"/>
              </a:spcBef>
              <a:spcAft>
                <a:spcPct val="0"/>
              </a:spcAft>
            </a:pPr>
            <a:r>
              <a:rPr lang="en-US" altLang="en-US" sz="2000" b="1" u="sng" dirty="0"/>
              <a:t>Block diagram  </a:t>
            </a:r>
            <a:r>
              <a:rPr lang="en-US" altLang="en-US" sz="2000" b="1" dirty="0"/>
              <a:t>                                                 </a:t>
            </a:r>
            <a:r>
              <a:rPr lang="en-US" altLang="en-US" sz="2000" b="1" u="sng" dirty="0"/>
              <a:t>Truth Table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b="1" u="sng"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000"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a:t>
            </a:r>
          </a:p>
          <a:p>
            <a:pPr algn="l" eaLnBrk="0" fontAlgn="base" hangingPunct="0">
              <a:lnSpc>
                <a:spcPct val="100000"/>
              </a:lnSpc>
              <a:spcBef>
                <a:spcPct val="0"/>
              </a:spcBef>
              <a:spcAft>
                <a:spcPct val="0"/>
              </a:spcAft>
            </a:pPr>
            <a:r>
              <a:rPr lang="en-GB" b="1" i="0" dirty="0">
                <a:solidFill>
                  <a:srgbClr val="666666"/>
                </a:solidFill>
                <a:effectLst/>
                <a:latin typeface="inherit"/>
              </a:rPr>
              <a:t>                                                                                        </a:t>
            </a:r>
          </a:p>
          <a:p>
            <a:pPr algn="l" eaLnBrk="0" fontAlgn="base" hangingPunct="0">
              <a:lnSpc>
                <a:spcPct val="100000"/>
              </a:lnSpc>
              <a:spcBef>
                <a:spcPct val="0"/>
              </a:spcBef>
              <a:spcAft>
                <a:spcPct val="0"/>
              </a:spcAft>
            </a:pPr>
            <a:r>
              <a:rPr lang="en-GB" b="1" i="0" dirty="0">
                <a:solidFill>
                  <a:srgbClr val="666666"/>
                </a:solidFill>
                <a:effectLst/>
                <a:latin typeface="inherit"/>
              </a:rPr>
              <a:t> </a:t>
            </a:r>
            <a:r>
              <a:rPr lang="en-GB" b="1" i="0" u="sng" dirty="0">
                <a:solidFill>
                  <a:srgbClr val="666666"/>
                </a:solidFill>
                <a:effectLst/>
                <a:latin typeface="inherit"/>
              </a:rPr>
              <a:t>Logic </a:t>
            </a:r>
            <a:r>
              <a:rPr lang="en-US" b="1" i="0" u="sng" dirty="0">
                <a:solidFill>
                  <a:srgbClr val="666666"/>
                </a:solidFill>
                <a:effectLst/>
                <a:latin typeface="inherit"/>
              </a:rPr>
              <a:t>Expression</a:t>
            </a:r>
            <a:endParaRPr lang="en-US" altLang="en-US" sz="2400" b="1" u="sng" dirty="0"/>
          </a:p>
          <a:p>
            <a:pPr marL="0" marR="0" lvl="0" indent="0" algn="l" defTabSz="914400" rtl="0" eaLnBrk="0" fontAlgn="base" latinLnBrk="0" hangingPunct="0">
              <a:lnSpc>
                <a:spcPct val="100000"/>
              </a:lnSpc>
              <a:spcBef>
                <a:spcPct val="0"/>
              </a:spcBef>
              <a:spcAft>
                <a:spcPct val="0"/>
              </a:spcAft>
              <a:buClrTx/>
              <a:buSzTx/>
              <a:buFontTx/>
              <a:buNone/>
              <a:tabLst/>
            </a:pPr>
            <a:r>
              <a:rPr lang="en-GB" b="1" i="0" dirty="0">
                <a:solidFill>
                  <a:srgbClr val="666666"/>
                </a:solidFill>
                <a:effectLst/>
                <a:latin typeface="inherit"/>
              </a:rPr>
              <a:t>      Sum= A XOR B</a:t>
            </a:r>
            <a:endParaRPr lang="en-GB" dirty="0">
              <a:solidFill>
                <a:srgbClr val="666666"/>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GB" b="1" dirty="0">
                <a:solidFill>
                  <a:srgbClr val="666666"/>
                </a:solidFill>
                <a:latin typeface="inherit"/>
              </a:rPr>
              <a:t>     </a:t>
            </a:r>
            <a:r>
              <a:rPr lang="en-GB" b="1" i="0" dirty="0">
                <a:solidFill>
                  <a:srgbClr val="666666"/>
                </a:solidFill>
                <a:effectLst/>
                <a:latin typeface="inherit"/>
              </a:rPr>
              <a:t>Carry = A AND B</a:t>
            </a:r>
            <a:endParaRPr lang="en-GB" b="0" i="0" dirty="0">
              <a:solidFill>
                <a:srgbClr val="666666"/>
              </a:solidFill>
              <a:effectLst/>
              <a:latin typeface="Arial" panose="020B0604020202020204" pitchFamily="34" charset="0"/>
            </a:endParaRPr>
          </a:p>
        </p:txBody>
      </p:sp>
      <p:pic>
        <p:nvPicPr>
          <p:cNvPr id="3074" name="Picture 2" descr="Block Diagram of Half Adder">
            <a:extLst>
              <a:ext uri="{FF2B5EF4-FFF2-40B4-BE49-F238E27FC236}">
                <a16:creationId xmlns:a16="http://schemas.microsoft.com/office/drawing/2014/main" id="{57E58922-F5A4-440C-95AC-FCB3A91BA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429000"/>
            <a:ext cx="3923657" cy="1737558"/>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Half Adder Truth Table">
            <a:extLst>
              <a:ext uri="{FF2B5EF4-FFF2-40B4-BE49-F238E27FC236}">
                <a16:creationId xmlns:a16="http://schemas.microsoft.com/office/drawing/2014/main" id="{B149449F-44D6-432B-8985-AD0DE0F71B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7312" y="3429000"/>
            <a:ext cx="1949987" cy="20010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alf Adder Circuit Diagram">
            <a:extLst>
              <a:ext uri="{FF2B5EF4-FFF2-40B4-BE49-F238E27FC236}">
                <a16:creationId xmlns:a16="http://schemas.microsoft.com/office/drawing/2014/main" id="{2BD8CB61-04B1-4BEA-AED1-F316118AC2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8081" y="3556117"/>
            <a:ext cx="3043311" cy="1775658"/>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
            <a:extLst>
              <a:ext uri="{FF2B5EF4-FFF2-40B4-BE49-F238E27FC236}">
                <a16:creationId xmlns:a16="http://schemas.microsoft.com/office/drawing/2014/main" id="{66837412-0FE2-496C-BDF7-227953D60534}"/>
              </a:ext>
            </a:extLst>
          </p:cNvPr>
          <p:cNvSpPr>
            <a:spLocks noChangeArrowheads="1"/>
          </p:cNvSpPr>
          <p:nvPr/>
        </p:nvSpPr>
        <p:spPr bwMode="auto">
          <a:xfrm>
            <a:off x="6847506" y="3101828"/>
            <a:ext cx="56270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t>Circuit Diagram/combinational circuit diagram</a:t>
            </a:r>
          </a:p>
        </p:txBody>
      </p:sp>
    </p:spTree>
    <p:extLst>
      <p:ext uri="{BB962C8B-B14F-4D97-AF65-F5344CB8AC3E}">
        <p14:creationId xmlns:p14="http://schemas.microsoft.com/office/powerpoint/2010/main" val="3259354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8800D1AB-7D58-4DA0-94B7-7C8CE0A1B6FA}"/>
              </a:ext>
            </a:extLst>
          </p:cNvPr>
          <p:cNvSpPr>
            <a:spLocks noChangeArrowheads="1"/>
          </p:cNvSpPr>
          <p:nvPr/>
        </p:nvSpPr>
        <p:spPr bwMode="auto">
          <a:xfrm>
            <a:off x="323189" y="2064824"/>
            <a:ext cx="240161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half adder K-map is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6146" name="Picture 2" descr="HA K-Map">
            <a:extLst>
              <a:ext uri="{FF2B5EF4-FFF2-40B4-BE49-F238E27FC236}">
                <a16:creationId xmlns:a16="http://schemas.microsoft.com/office/drawing/2014/main" id="{D652C4DC-8F53-4A05-BC62-A1938B867B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7211" y="2229887"/>
            <a:ext cx="6578992" cy="373145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BA95CBC0-4B68-432B-B5CA-EE97D5F47BF7}"/>
              </a:ext>
            </a:extLst>
          </p:cNvPr>
          <p:cNvSpPr txBox="1"/>
          <p:nvPr/>
        </p:nvSpPr>
        <p:spPr>
          <a:xfrm>
            <a:off x="323189" y="680364"/>
            <a:ext cx="1955777" cy="923330"/>
          </a:xfrm>
          <a:prstGeom prst="rect">
            <a:avLst/>
          </a:prstGeom>
          <a:noFill/>
        </p:spPr>
        <p:txBody>
          <a:bodyPr wrap="square">
            <a:spAutoFit/>
          </a:bodyPr>
          <a:lstStyle/>
          <a:p>
            <a:pPr algn="l" eaLnBrk="0" fontAlgn="base" hangingPunct="0">
              <a:lnSpc>
                <a:spcPct val="100000"/>
              </a:lnSpc>
              <a:spcBef>
                <a:spcPct val="0"/>
              </a:spcBef>
              <a:spcAft>
                <a:spcPct val="0"/>
              </a:spcAft>
            </a:pPr>
            <a:r>
              <a:rPr lang="en-GB" b="1" i="0" u="sng" dirty="0">
                <a:solidFill>
                  <a:srgbClr val="666666"/>
                </a:solidFill>
                <a:effectLst/>
                <a:latin typeface="inherit"/>
              </a:rPr>
              <a:t>Logic </a:t>
            </a:r>
            <a:r>
              <a:rPr lang="en-US" b="1" i="0" u="sng" dirty="0">
                <a:solidFill>
                  <a:srgbClr val="666666"/>
                </a:solidFill>
                <a:effectLst/>
                <a:latin typeface="inherit"/>
              </a:rPr>
              <a:t>Expression</a:t>
            </a:r>
            <a:endParaRPr lang="en-US" altLang="en-US" sz="1800" b="1" u="sng" dirty="0"/>
          </a:p>
          <a:p>
            <a:pPr marL="0" marR="0" lvl="0" indent="0" algn="l" defTabSz="914400" rtl="0" eaLnBrk="0" fontAlgn="base" latinLnBrk="0" hangingPunct="0">
              <a:lnSpc>
                <a:spcPct val="100000"/>
              </a:lnSpc>
              <a:spcBef>
                <a:spcPct val="0"/>
              </a:spcBef>
              <a:spcAft>
                <a:spcPct val="0"/>
              </a:spcAft>
              <a:buClrTx/>
              <a:buSzTx/>
              <a:buFontTx/>
              <a:buNone/>
              <a:tabLst/>
            </a:pPr>
            <a:r>
              <a:rPr lang="en-GB" b="1" i="0" dirty="0">
                <a:solidFill>
                  <a:srgbClr val="666666"/>
                </a:solidFill>
                <a:effectLst/>
                <a:latin typeface="inherit"/>
              </a:rPr>
              <a:t> Sum= A XOR B</a:t>
            </a:r>
            <a:endParaRPr lang="en-GB" dirty="0">
              <a:solidFill>
                <a:srgbClr val="666666"/>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GB" b="1" i="0" dirty="0">
                <a:solidFill>
                  <a:srgbClr val="666666"/>
                </a:solidFill>
                <a:effectLst/>
                <a:latin typeface="inherit"/>
              </a:rPr>
              <a:t> Carry = A AND B</a:t>
            </a:r>
            <a:endParaRPr lang="en-IN" dirty="0"/>
          </a:p>
        </p:txBody>
      </p:sp>
    </p:spTree>
    <p:extLst>
      <p:ext uri="{BB962C8B-B14F-4D97-AF65-F5344CB8AC3E}">
        <p14:creationId xmlns:p14="http://schemas.microsoft.com/office/powerpoint/2010/main" val="2707355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4DE30-61AE-42E9-93B8-05A4FD5726EC}"/>
              </a:ext>
            </a:extLst>
          </p:cNvPr>
          <p:cNvSpPr>
            <a:spLocks noGrp="1"/>
          </p:cNvSpPr>
          <p:nvPr>
            <p:ph type="ctrTitle"/>
          </p:nvPr>
        </p:nvSpPr>
        <p:spPr>
          <a:xfrm>
            <a:off x="1524000" y="56262"/>
            <a:ext cx="9144000" cy="624102"/>
          </a:xfrm>
        </p:spPr>
        <p:txBody>
          <a:bodyPr/>
          <a:lstStyle/>
          <a:p>
            <a:r>
              <a:rPr lang="en-GB" sz="4000" b="1" dirty="0"/>
              <a:t>Full Adders</a:t>
            </a:r>
            <a:endParaRPr lang="en-IN" sz="4000" b="1" dirty="0"/>
          </a:p>
        </p:txBody>
      </p:sp>
      <p:sp>
        <p:nvSpPr>
          <p:cNvPr id="3" name="Subtitle 2">
            <a:extLst>
              <a:ext uri="{FF2B5EF4-FFF2-40B4-BE49-F238E27FC236}">
                <a16:creationId xmlns:a16="http://schemas.microsoft.com/office/drawing/2014/main" id="{32A80C4B-38C0-4F08-92ED-3C785BD276E4}"/>
              </a:ext>
            </a:extLst>
          </p:cNvPr>
          <p:cNvSpPr>
            <a:spLocks noGrp="1"/>
          </p:cNvSpPr>
          <p:nvPr>
            <p:ph type="subTitle" idx="1"/>
          </p:nvPr>
        </p:nvSpPr>
        <p:spPr>
          <a:xfrm>
            <a:off x="282583" y="614870"/>
            <a:ext cx="11909417" cy="6186868"/>
          </a:xfrm>
        </p:spPr>
        <p:txBody>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1600" b="0" i="0" dirty="0">
                <a:solidFill>
                  <a:srgbClr val="000000"/>
                </a:solidFill>
                <a:effectLst/>
                <a:latin typeface="Arial" panose="020B0604020202020204" pitchFamily="34" charset="0"/>
              </a:rPr>
              <a:t>Full adder is developed to overcome the drawback of Half Adder circuit.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1600" dirty="0">
                <a:solidFill>
                  <a:srgbClr val="000000"/>
                </a:solidFill>
                <a:latin typeface="Arial" panose="020B0604020202020204" pitchFamily="34" charset="0"/>
              </a:rPr>
              <a:t> Full adders is a combinational circuit that has 3 inputs and two outputs i.e. A,B ,Cin and Sum and Carry out</a:t>
            </a:r>
            <a:endParaRPr lang="en-GB" sz="1600" b="0" i="0" dirty="0">
              <a:solidFill>
                <a:srgbClr val="000000"/>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GB" sz="1600" b="0" i="0" dirty="0">
                <a:solidFill>
                  <a:srgbClr val="000000"/>
                </a:solidFill>
                <a:effectLst/>
                <a:latin typeface="Arial" panose="020B0604020202020204" pitchFamily="34" charset="0"/>
              </a:rPr>
              <a:t> It can add two one-bit numbers A and B, and carry c. </a:t>
            </a:r>
          </a:p>
          <a:p>
            <a:pPr marR="0" lvl="0" algn="l" defTabSz="914400" rtl="0" eaLnBrk="0" fontAlgn="base" latinLnBrk="0" hangingPunct="0">
              <a:lnSpc>
                <a:spcPct val="100000"/>
              </a:lnSpc>
              <a:spcBef>
                <a:spcPct val="0"/>
              </a:spcBef>
              <a:spcAft>
                <a:spcPct val="0"/>
              </a:spcAft>
              <a:buClrTx/>
              <a:buSzTx/>
              <a:tabLst/>
            </a:pPr>
            <a:endParaRPr lang="en-GB" sz="1600" b="0" i="0" dirty="0">
              <a:solidFill>
                <a:srgbClr val="000000"/>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lang="en-US" altLang="en-US" sz="2000" b="1" dirty="0"/>
              <a:t>            </a:t>
            </a:r>
            <a:r>
              <a:rPr lang="en-US" altLang="en-US" sz="2000" b="1" u="sng" dirty="0"/>
              <a:t>Block diagram </a:t>
            </a:r>
            <a:r>
              <a:rPr lang="en-US" altLang="en-US" sz="2000" b="1" dirty="0"/>
              <a:t>                                                                         </a:t>
            </a:r>
            <a:r>
              <a:rPr lang="en-US" altLang="en-US" sz="2000" b="1" u="sng" dirty="0"/>
              <a:t>Truth Table</a:t>
            </a:r>
            <a:r>
              <a:rPr lang="en-US" altLang="en-US" sz="2000" b="1" dirty="0"/>
              <a:t>                                   </a:t>
            </a:r>
            <a:endParaRPr lang="en-US" altLang="en-US" sz="2000" b="1" u="sng" dirty="0"/>
          </a:p>
          <a:p>
            <a:pPr algn="l" eaLnBrk="0" fontAlgn="base" hangingPunct="0">
              <a:lnSpc>
                <a:spcPct val="100000"/>
              </a:lnSpc>
              <a:spcBef>
                <a:spcPct val="0"/>
              </a:spcBef>
              <a:spcAft>
                <a:spcPct val="0"/>
              </a:spcAft>
            </a:pPr>
            <a:endParaRPr lang="en-US" altLang="en-US" sz="2000" b="1" u="sng" dirty="0"/>
          </a:p>
        </p:txBody>
      </p:sp>
      <p:pic>
        <p:nvPicPr>
          <p:cNvPr id="7" name="Picture 2" descr="Block Diagram of Full Adder">
            <a:extLst>
              <a:ext uri="{FF2B5EF4-FFF2-40B4-BE49-F238E27FC236}">
                <a16:creationId xmlns:a16="http://schemas.microsoft.com/office/drawing/2014/main" id="{6CDA5306-7A2A-406F-8FE3-16D32F70E7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83" y="2105024"/>
            <a:ext cx="4600135" cy="287596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Full Adder Truth Table">
            <a:extLst>
              <a:ext uri="{FF2B5EF4-FFF2-40B4-BE49-F238E27FC236}">
                <a16:creationId xmlns:a16="http://schemas.microsoft.com/office/drawing/2014/main" id="{9C5B5FF4-CF82-473B-8D84-23280EF08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3181" y="2105024"/>
            <a:ext cx="4304713" cy="4138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20954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1">
            <a:extLst>
              <a:ext uri="{FF2B5EF4-FFF2-40B4-BE49-F238E27FC236}">
                <a16:creationId xmlns:a16="http://schemas.microsoft.com/office/drawing/2014/main" id="{4A2BAD7D-2FCF-4024-BA77-B2BBF4593E9B}"/>
              </a:ext>
            </a:extLst>
          </p:cNvPr>
          <p:cNvSpPr>
            <a:spLocks noChangeArrowheads="1"/>
          </p:cNvSpPr>
          <p:nvPr/>
        </p:nvSpPr>
        <p:spPr bwMode="auto">
          <a:xfrm>
            <a:off x="-1" y="112951"/>
            <a:ext cx="562707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t>Circuit Diagram/combinational circuit diagram</a:t>
            </a:r>
          </a:p>
        </p:txBody>
      </p:sp>
      <p:pic>
        <p:nvPicPr>
          <p:cNvPr id="4100" name="Picture 4" descr="Full Adder Circuit Diagram">
            <a:extLst>
              <a:ext uri="{FF2B5EF4-FFF2-40B4-BE49-F238E27FC236}">
                <a16:creationId xmlns:a16="http://schemas.microsoft.com/office/drawing/2014/main" id="{33197432-3165-4F92-B821-8CDBC1810B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12" y="513060"/>
            <a:ext cx="7956453" cy="3791653"/>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5">
            <a:extLst>
              <a:ext uri="{FF2B5EF4-FFF2-40B4-BE49-F238E27FC236}">
                <a16:creationId xmlns:a16="http://schemas.microsoft.com/office/drawing/2014/main" id="{41FB2784-6978-450B-B495-C3E310778A5E}"/>
              </a:ext>
            </a:extLst>
          </p:cNvPr>
          <p:cNvSpPr>
            <a:spLocks noChangeArrowheads="1"/>
          </p:cNvSpPr>
          <p:nvPr/>
        </p:nvSpPr>
        <p:spPr bwMode="auto">
          <a:xfrm>
            <a:off x="566088" y="5328133"/>
            <a:ext cx="6467758" cy="705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SUM = (A XOR B) XOR Cin = (A ⊕ B) ⊕ Cin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CARRY-OUT = A AND B OR Cin(A XOR B) = A.B + Cin(A ⊕ B) </a:t>
            </a:r>
          </a:p>
        </p:txBody>
      </p:sp>
      <p:sp>
        <p:nvSpPr>
          <p:cNvPr id="17" name="TextBox 16">
            <a:extLst>
              <a:ext uri="{FF2B5EF4-FFF2-40B4-BE49-F238E27FC236}">
                <a16:creationId xmlns:a16="http://schemas.microsoft.com/office/drawing/2014/main" id="{976D965F-B0F9-41A6-84B8-54DD8B074C4E}"/>
              </a:ext>
            </a:extLst>
          </p:cNvPr>
          <p:cNvSpPr txBox="1"/>
          <p:nvPr/>
        </p:nvSpPr>
        <p:spPr>
          <a:xfrm>
            <a:off x="245012" y="4647145"/>
            <a:ext cx="6133512" cy="523220"/>
          </a:xfrm>
          <a:prstGeom prst="rect">
            <a:avLst/>
          </a:prstGeom>
          <a:noFill/>
        </p:spPr>
        <p:txBody>
          <a:bodyPr wrap="square">
            <a:spAutoFit/>
          </a:bodyPr>
          <a:lstStyle/>
          <a:p>
            <a:pPr algn="l" eaLnBrk="0" fontAlgn="base" hangingPunct="0">
              <a:lnSpc>
                <a:spcPct val="100000"/>
              </a:lnSpc>
              <a:spcBef>
                <a:spcPct val="0"/>
              </a:spcBef>
              <a:spcAft>
                <a:spcPct val="0"/>
              </a:spcAft>
            </a:pPr>
            <a:r>
              <a:rPr lang="en-GB" sz="2800" b="1" i="0" u="sng" dirty="0">
                <a:solidFill>
                  <a:srgbClr val="666666"/>
                </a:solidFill>
                <a:effectLst/>
                <a:latin typeface="inherit"/>
              </a:rPr>
              <a:t>Logic </a:t>
            </a:r>
            <a:r>
              <a:rPr lang="en-US" sz="2800" b="1" i="0" u="sng" dirty="0">
                <a:solidFill>
                  <a:srgbClr val="666666"/>
                </a:solidFill>
                <a:effectLst/>
                <a:latin typeface="inherit"/>
              </a:rPr>
              <a:t>Expression</a:t>
            </a:r>
            <a:endParaRPr lang="en-US" altLang="en-US" sz="2800" b="1" u="sng" dirty="0"/>
          </a:p>
        </p:txBody>
      </p:sp>
    </p:spTree>
    <p:extLst>
      <p:ext uri="{BB962C8B-B14F-4D97-AF65-F5344CB8AC3E}">
        <p14:creationId xmlns:p14="http://schemas.microsoft.com/office/powerpoint/2010/main" val="902276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96DC10-C6F5-46AC-8D46-C1D6F6E5AF9C}"/>
              </a:ext>
            </a:extLst>
          </p:cNvPr>
          <p:cNvSpPr>
            <a:spLocks noChangeArrowheads="1"/>
          </p:cNvSpPr>
          <p:nvPr/>
        </p:nvSpPr>
        <p:spPr bwMode="auto">
          <a:xfrm>
            <a:off x="436098" y="1424745"/>
            <a:ext cx="240001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The full adder K-Map is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4" name="Picture 3">
            <a:extLst>
              <a:ext uri="{FF2B5EF4-FFF2-40B4-BE49-F238E27FC236}">
                <a16:creationId xmlns:a16="http://schemas.microsoft.com/office/drawing/2014/main" id="{BD30C53E-57A6-4098-A098-CF96A8FE6F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191" y="1547837"/>
            <a:ext cx="5315831" cy="4782625"/>
          </a:xfrm>
          <a:prstGeom prst="rect">
            <a:avLst/>
          </a:prstGeom>
        </p:spPr>
      </p:pic>
      <p:sp>
        <p:nvSpPr>
          <p:cNvPr id="11" name="Rectangle 5">
            <a:extLst>
              <a:ext uri="{FF2B5EF4-FFF2-40B4-BE49-F238E27FC236}">
                <a16:creationId xmlns:a16="http://schemas.microsoft.com/office/drawing/2014/main" id="{C3F143FA-6E75-42F6-9BC4-62233977C1B3}"/>
              </a:ext>
            </a:extLst>
          </p:cNvPr>
          <p:cNvSpPr>
            <a:spLocks noChangeArrowheads="1"/>
          </p:cNvSpPr>
          <p:nvPr/>
        </p:nvSpPr>
        <p:spPr bwMode="auto">
          <a:xfrm>
            <a:off x="436098" y="565564"/>
            <a:ext cx="6467758" cy="101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SUM = (A XOR B) XOR Cin = (A ⊕ B) ⊕ Cin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CARRY-OUT = A AND B OR Cin(A XOR B)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A.B + Cin(A ⊕ B) </a:t>
            </a:r>
          </a:p>
        </p:txBody>
      </p:sp>
      <p:sp>
        <p:nvSpPr>
          <p:cNvPr id="12" name="TextBox 11">
            <a:extLst>
              <a:ext uri="{FF2B5EF4-FFF2-40B4-BE49-F238E27FC236}">
                <a16:creationId xmlns:a16="http://schemas.microsoft.com/office/drawing/2014/main" id="{F55B37B6-AEDE-4AC5-8369-7D504D8F1CD6}"/>
              </a:ext>
            </a:extLst>
          </p:cNvPr>
          <p:cNvSpPr txBox="1"/>
          <p:nvPr/>
        </p:nvSpPr>
        <p:spPr>
          <a:xfrm>
            <a:off x="142435" y="42344"/>
            <a:ext cx="6133512" cy="523220"/>
          </a:xfrm>
          <a:prstGeom prst="rect">
            <a:avLst/>
          </a:prstGeom>
          <a:noFill/>
        </p:spPr>
        <p:txBody>
          <a:bodyPr wrap="square">
            <a:spAutoFit/>
          </a:bodyPr>
          <a:lstStyle/>
          <a:p>
            <a:pPr algn="l" eaLnBrk="0" fontAlgn="base" hangingPunct="0">
              <a:lnSpc>
                <a:spcPct val="100000"/>
              </a:lnSpc>
              <a:spcBef>
                <a:spcPct val="0"/>
              </a:spcBef>
              <a:spcAft>
                <a:spcPct val="0"/>
              </a:spcAft>
            </a:pPr>
            <a:r>
              <a:rPr lang="en-GB" sz="2800" b="1" i="0" u="sng" dirty="0">
                <a:solidFill>
                  <a:srgbClr val="666666"/>
                </a:solidFill>
                <a:effectLst/>
                <a:latin typeface="inherit"/>
              </a:rPr>
              <a:t>Logic </a:t>
            </a:r>
            <a:r>
              <a:rPr lang="en-US" sz="2800" b="1" i="0" u="sng" dirty="0">
                <a:solidFill>
                  <a:srgbClr val="666666"/>
                </a:solidFill>
                <a:effectLst/>
                <a:latin typeface="inherit"/>
              </a:rPr>
              <a:t>Expression</a:t>
            </a:r>
            <a:endParaRPr lang="en-US" altLang="en-US" sz="2800" b="1" u="sng" dirty="0"/>
          </a:p>
        </p:txBody>
      </p:sp>
    </p:spTree>
    <p:extLst>
      <p:ext uri="{BB962C8B-B14F-4D97-AF65-F5344CB8AC3E}">
        <p14:creationId xmlns:p14="http://schemas.microsoft.com/office/powerpoint/2010/main" val="58997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70CD8-60DB-4CE8-BC9B-7363FFF57BE0}"/>
              </a:ext>
            </a:extLst>
          </p:cNvPr>
          <p:cNvSpPr>
            <a:spLocks noGrp="1"/>
          </p:cNvSpPr>
          <p:nvPr>
            <p:ph type="ctrTitle"/>
          </p:nvPr>
        </p:nvSpPr>
        <p:spPr>
          <a:xfrm>
            <a:off x="935501" y="46429"/>
            <a:ext cx="10320997" cy="579828"/>
          </a:xfrm>
        </p:spPr>
        <p:txBody>
          <a:bodyPr/>
          <a:lstStyle/>
          <a:p>
            <a:r>
              <a:rPr lang="en-GB" sz="2400" b="1" dirty="0"/>
              <a:t>Implementation of Full adder using two half adder and one OR gate</a:t>
            </a:r>
            <a:endParaRPr lang="en-IN" sz="2400" b="1" dirty="0"/>
          </a:p>
        </p:txBody>
      </p:sp>
      <p:sp>
        <p:nvSpPr>
          <p:cNvPr id="4" name="Rectangle 1">
            <a:extLst>
              <a:ext uri="{FF2B5EF4-FFF2-40B4-BE49-F238E27FC236}">
                <a16:creationId xmlns:a16="http://schemas.microsoft.com/office/drawing/2014/main" id="{BBD6F04D-729A-4CD6-8ED3-1796CB304926}"/>
              </a:ext>
            </a:extLst>
          </p:cNvPr>
          <p:cNvSpPr>
            <a:spLocks noChangeArrowheads="1"/>
          </p:cNvSpPr>
          <p:nvPr/>
        </p:nvSpPr>
        <p:spPr bwMode="auto">
          <a:xfrm>
            <a:off x="1154265" y="3577118"/>
            <a:ext cx="7602500" cy="24929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Logical Expression for SUM:</a:t>
            </a:r>
            <a:br>
              <a:rPr lang="en-US" altLang="en-US" dirty="0"/>
            </a:br>
            <a:r>
              <a:rPr lang="en-US" altLang="en-US" dirty="0"/>
              <a:t>= A’ B’ C-IN + A’ B C-IN’ + A B’ C-IN’ + A B C-IN</a:t>
            </a:r>
            <a:br>
              <a:rPr lang="en-US" altLang="en-US" dirty="0"/>
            </a:br>
            <a:r>
              <a:rPr lang="en-US" altLang="en-US" dirty="0"/>
              <a:t>= C-IN (A’ B’ + A B) + C-IN’ (A’ B + A B’)</a:t>
            </a:r>
            <a:br>
              <a:rPr lang="en-US" altLang="en-US" dirty="0"/>
            </a:br>
            <a:r>
              <a:rPr lang="en-US" altLang="en-US" dirty="0"/>
              <a:t>= C-IN XOR (A XOR B)</a:t>
            </a:r>
            <a:br>
              <a:rPr lang="en-US" altLang="en-US" dirty="0"/>
            </a:br>
            <a:r>
              <a:rPr lang="en-US" altLang="en-US" dirty="0"/>
              <a:t>= (1,2,4,7)</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dirty="0"/>
            </a:b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p:txBody>
      </p:sp>
      <p:pic>
        <p:nvPicPr>
          <p:cNvPr id="8194" name="Picture 2">
            <a:extLst>
              <a:ext uri="{FF2B5EF4-FFF2-40B4-BE49-F238E27FC236}">
                <a16:creationId xmlns:a16="http://schemas.microsoft.com/office/drawing/2014/main" id="{4E0B891E-5BDE-4793-80E8-8E6867366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9518" y="1146342"/>
            <a:ext cx="5517368" cy="232410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AB4446C7-4EA1-437F-A72B-0E1E64DDE93A}"/>
              </a:ext>
            </a:extLst>
          </p:cNvPr>
          <p:cNvSpPr txBox="1"/>
          <p:nvPr/>
        </p:nvSpPr>
        <p:spPr>
          <a:xfrm>
            <a:off x="873028" y="670334"/>
            <a:ext cx="7097150"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Full Adder Truth Table:</a:t>
            </a:r>
          </a:p>
        </p:txBody>
      </p:sp>
    </p:spTree>
    <p:extLst>
      <p:ext uri="{BB962C8B-B14F-4D97-AF65-F5344CB8AC3E}">
        <p14:creationId xmlns:p14="http://schemas.microsoft.com/office/powerpoint/2010/main" val="35260964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7348BC0-E7D5-40C4-8BF1-47A8DF5BABD3}"/>
              </a:ext>
            </a:extLst>
          </p:cNvPr>
          <p:cNvSpPr txBox="1"/>
          <p:nvPr/>
        </p:nvSpPr>
        <p:spPr>
          <a:xfrm>
            <a:off x="1880967" y="295483"/>
            <a:ext cx="8430066" cy="507831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lang="en-US" altLang="en-US" dirty="0"/>
            </a:b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Logical Expression for C-OUT:</a:t>
            </a:r>
            <a:br>
              <a:rPr lang="en-US" altLang="en-US" dirty="0"/>
            </a:br>
            <a:r>
              <a:rPr lang="en-US" altLang="en-US" dirty="0"/>
              <a:t>= A’ B C-IN + A B’ C-IN + A B C-IN’ + A B C-IN</a:t>
            </a:r>
            <a:br>
              <a:rPr lang="en-US" altLang="en-US" dirty="0"/>
            </a:br>
            <a:r>
              <a:rPr lang="en-US" altLang="en-US" dirty="0"/>
              <a:t>= A B + B C-IN + A C-IN</a:t>
            </a:r>
            <a:br>
              <a:rPr lang="en-US" altLang="en-US" dirty="0"/>
            </a:br>
            <a:r>
              <a:rPr lang="en-US" altLang="en-US" dirty="0"/>
              <a:t>= (3,5,6,7)</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Another form in which C-OUT can be implemented:</a:t>
            </a:r>
            <a:br>
              <a:rPr lang="en-US" altLang="en-US" dirty="0"/>
            </a:br>
            <a:r>
              <a:rPr lang="en-US" altLang="en-US" dirty="0"/>
              <a:t>= A B + A C-IN + B C-IN (A + A’)</a:t>
            </a:r>
            <a:br>
              <a:rPr lang="en-US" altLang="en-US" dirty="0"/>
            </a:br>
            <a:r>
              <a:rPr lang="en-US" altLang="en-US" dirty="0"/>
              <a:t>= A B C-IN + A B + A C-IN + A’ B C-IN</a:t>
            </a:r>
            <a:br>
              <a:rPr lang="en-US" altLang="en-US" dirty="0"/>
            </a:br>
            <a:r>
              <a:rPr lang="en-US" altLang="en-US" dirty="0"/>
              <a:t>= A B (1 +C-IN) + A C-IN + A’ B C-IN</a:t>
            </a:r>
            <a:br>
              <a:rPr lang="en-US" altLang="en-US" dirty="0"/>
            </a:br>
            <a:r>
              <a:rPr lang="en-US" altLang="en-US" dirty="0"/>
              <a:t>= A B + A C-IN + A’ B C-IN</a:t>
            </a:r>
            <a:br>
              <a:rPr lang="en-US" altLang="en-US" dirty="0"/>
            </a:br>
            <a:r>
              <a:rPr lang="en-US" altLang="en-US" dirty="0"/>
              <a:t>= A B + A C-IN (B + B’) + A’ B C-IN</a:t>
            </a:r>
            <a:br>
              <a:rPr lang="en-US" altLang="en-US" dirty="0"/>
            </a:br>
            <a:r>
              <a:rPr lang="en-US" altLang="en-US" dirty="0"/>
              <a:t>= A B C-IN + A B + A B’ C-IN + A’ B C-IN</a:t>
            </a:r>
            <a:br>
              <a:rPr lang="en-US" altLang="en-US" dirty="0"/>
            </a:br>
            <a:r>
              <a:rPr lang="en-US" altLang="en-US" dirty="0"/>
              <a:t>= A B (C-IN + 1) + A B’ C-IN + A’ B C-IN</a:t>
            </a:r>
            <a:br>
              <a:rPr lang="en-US" altLang="en-US" dirty="0"/>
            </a:br>
            <a:r>
              <a:rPr lang="en-US" altLang="en-US" dirty="0"/>
              <a:t>= A B + A B’ C-IN + A’ B C-IN</a:t>
            </a:r>
            <a:br>
              <a:rPr lang="en-US" altLang="en-US" dirty="0"/>
            </a:br>
            <a:r>
              <a:rPr lang="en-US" altLang="en-US" dirty="0"/>
              <a:t>= AB + C-IN (A’ B + A B’)</a:t>
            </a:r>
            <a:br>
              <a:rPr lang="en-US" altLang="en-US" dirty="0"/>
            </a:br>
            <a:r>
              <a:rPr lang="en-US" altLang="en-US" dirty="0"/>
              <a:t>Therefore COUT = AB + C-IN (A EX – OR B)</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endParaRPr lang="en-IN" dirty="0"/>
          </a:p>
        </p:txBody>
      </p:sp>
    </p:spTree>
    <p:extLst>
      <p:ext uri="{BB962C8B-B14F-4D97-AF65-F5344CB8AC3E}">
        <p14:creationId xmlns:p14="http://schemas.microsoft.com/office/powerpoint/2010/main" val="13053886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2813E307-A8E4-4336-85FB-4550376A47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8711" y="345857"/>
            <a:ext cx="7434434" cy="255208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53541AF-DA7F-4E7B-BA15-025B21F8A725}"/>
              </a:ext>
            </a:extLst>
          </p:cNvPr>
          <p:cNvSpPr txBox="1"/>
          <p:nvPr/>
        </p:nvSpPr>
        <p:spPr>
          <a:xfrm>
            <a:off x="492369" y="145802"/>
            <a:ext cx="7097150"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t>Block Diagram:</a:t>
            </a:r>
          </a:p>
        </p:txBody>
      </p:sp>
      <p:sp>
        <p:nvSpPr>
          <p:cNvPr id="8" name="TextBox 7">
            <a:extLst>
              <a:ext uri="{FF2B5EF4-FFF2-40B4-BE49-F238E27FC236}">
                <a16:creationId xmlns:a16="http://schemas.microsoft.com/office/drawing/2014/main" id="{D19FE0FC-C5C2-49C3-9BA2-E022FCFADC7E}"/>
              </a:ext>
            </a:extLst>
          </p:cNvPr>
          <p:cNvSpPr txBox="1"/>
          <p:nvPr/>
        </p:nvSpPr>
        <p:spPr>
          <a:xfrm>
            <a:off x="492369" y="2881649"/>
            <a:ext cx="7097150"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t>Combinational Circuit Diagram:</a:t>
            </a:r>
          </a:p>
        </p:txBody>
      </p:sp>
      <p:pic>
        <p:nvPicPr>
          <p:cNvPr id="3" name="Picture 2">
            <a:extLst>
              <a:ext uri="{FF2B5EF4-FFF2-40B4-BE49-F238E27FC236}">
                <a16:creationId xmlns:a16="http://schemas.microsoft.com/office/drawing/2014/main" id="{FA147F8D-CAC7-4C88-9F97-03202481FF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2118" y="3281759"/>
            <a:ext cx="7229214" cy="3009041"/>
          </a:xfrm>
          <a:prstGeom prst="rect">
            <a:avLst/>
          </a:prstGeom>
        </p:spPr>
      </p:pic>
    </p:spTree>
    <p:extLst>
      <p:ext uri="{BB962C8B-B14F-4D97-AF65-F5344CB8AC3E}">
        <p14:creationId xmlns:p14="http://schemas.microsoft.com/office/powerpoint/2010/main" val="2668935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BCFBE-5835-4420-BB0C-7BD8EC863B5E}"/>
              </a:ext>
            </a:extLst>
          </p:cNvPr>
          <p:cNvSpPr>
            <a:spLocks noGrp="1"/>
          </p:cNvSpPr>
          <p:nvPr>
            <p:ph type="ctrTitle"/>
          </p:nvPr>
        </p:nvSpPr>
        <p:spPr>
          <a:xfrm>
            <a:off x="1524000" y="174172"/>
            <a:ext cx="9144000" cy="653142"/>
          </a:xfrm>
        </p:spPr>
        <p:txBody>
          <a:bodyPr/>
          <a:lstStyle/>
          <a:p>
            <a:r>
              <a:rPr lang="en-GB" sz="4000" b="1" dirty="0"/>
              <a:t>Subtractors</a:t>
            </a:r>
            <a:endParaRPr lang="en-IN" sz="4000" b="1" dirty="0"/>
          </a:p>
        </p:txBody>
      </p:sp>
      <p:sp>
        <p:nvSpPr>
          <p:cNvPr id="5" name="TextBox 4">
            <a:extLst>
              <a:ext uri="{FF2B5EF4-FFF2-40B4-BE49-F238E27FC236}">
                <a16:creationId xmlns:a16="http://schemas.microsoft.com/office/drawing/2014/main" id="{A9B080DA-0D22-48B0-B55A-C2E77443FF2F}"/>
              </a:ext>
            </a:extLst>
          </p:cNvPr>
          <p:cNvSpPr txBox="1"/>
          <p:nvPr/>
        </p:nvSpPr>
        <p:spPr>
          <a:xfrm>
            <a:off x="137158" y="854508"/>
            <a:ext cx="12054841" cy="1569660"/>
          </a:xfrm>
          <a:prstGeom prst="rect">
            <a:avLst/>
          </a:prstGeom>
          <a:noFill/>
        </p:spPr>
        <p:txBody>
          <a:bodyPr wrap="square">
            <a:spAutoFit/>
          </a:bodyPr>
          <a:lstStyle/>
          <a:p>
            <a:pPr marL="285750" indent="-285750"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An electronic Combinational logic circuit for calculating the difference between two binary numbers, the minuend and the number to be subtracted, the subtrahend.</a:t>
            </a:r>
          </a:p>
          <a:p>
            <a:pPr marL="285750" indent="-285750" algn="just">
              <a:buFont typeface="Wingdings" panose="05000000000000000000" pitchFamily="2" charset="2"/>
              <a:buChar char="Ø"/>
            </a:pPr>
            <a:r>
              <a:rPr lang="en-GB" dirty="0">
                <a:latin typeface="Times New Roman" panose="02020603050405020304" pitchFamily="18" charset="0"/>
                <a:cs typeface="Times New Roman" panose="02020603050405020304" pitchFamily="18" charset="0"/>
              </a:rPr>
              <a:t> There are two types of subtractors ,Full and Half.</a:t>
            </a:r>
          </a:p>
          <a:p>
            <a:pPr algn="just"/>
            <a:endParaRPr lang="en-GB" dirty="0">
              <a:latin typeface="Times New Roman" panose="02020603050405020304" pitchFamily="18" charset="0"/>
              <a:cs typeface="Times New Roman" panose="02020603050405020304" pitchFamily="18" charset="0"/>
            </a:endParaRPr>
          </a:p>
          <a:p>
            <a:pPr algn="ctr"/>
            <a:r>
              <a:rPr lang="en-GB" sz="2400" b="1" dirty="0">
                <a:latin typeface="Times New Roman" panose="02020603050405020304" pitchFamily="18" charset="0"/>
                <a:cs typeface="Times New Roman" panose="02020603050405020304" pitchFamily="18" charset="0"/>
              </a:rPr>
              <a:t>HALF SUBTRACTORS</a:t>
            </a:r>
            <a:endParaRPr lang="en-IN" sz="2400" b="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302A7A97-AD37-400B-B0C4-B20B2C6BFD23}"/>
              </a:ext>
            </a:extLst>
          </p:cNvPr>
          <p:cNvSpPr txBox="1"/>
          <p:nvPr/>
        </p:nvSpPr>
        <p:spPr>
          <a:xfrm>
            <a:off x="5303520" y="5818826"/>
            <a:ext cx="613351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610B4B"/>
                </a:solidFill>
                <a:effectLst/>
                <a:latin typeface="erdana"/>
              </a:rPr>
              <a:t>Block diagram</a:t>
            </a:r>
          </a:p>
        </p:txBody>
      </p:sp>
      <p:sp>
        <p:nvSpPr>
          <p:cNvPr id="14" name="Rectangle 5">
            <a:extLst>
              <a:ext uri="{FF2B5EF4-FFF2-40B4-BE49-F238E27FC236}">
                <a16:creationId xmlns:a16="http://schemas.microsoft.com/office/drawing/2014/main" id="{A31A35FF-D01D-461F-BF63-AC48CE2FEA77}"/>
              </a:ext>
            </a:extLst>
          </p:cNvPr>
          <p:cNvSpPr>
            <a:spLocks noChangeArrowheads="1"/>
          </p:cNvSpPr>
          <p:nvPr/>
        </p:nvSpPr>
        <p:spPr bwMode="auto">
          <a:xfrm>
            <a:off x="296634" y="2451362"/>
            <a:ext cx="11024508" cy="147732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half subtractor is also a building block for subtracting two binary numbers.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It has two inputs and two outputs.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This circuit is used to subtract two single bit binary </a:t>
            </a:r>
            <a:r>
              <a:rPr lang="en-US" altLang="en-US" dirty="0">
                <a:latin typeface="Arial" panose="020B0604020202020204" pitchFamily="34" charset="0"/>
                <a:cs typeface="Arial" panose="020B0604020202020204" pitchFamily="34" charset="0"/>
              </a:rPr>
              <a:t>numbers</a:t>
            </a:r>
            <a:r>
              <a:rPr lang="en-US" altLang="en-US" dirty="0"/>
              <a:t> A and B.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'diff' and 'borrow' are two output states of the half subtractor.</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15" name="Picture 6" descr="Half Subtractor">
            <a:extLst>
              <a:ext uri="{FF2B5EF4-FFF2-40B4-BE49-F238E27FC236}">
                <a16:creationId xmlns:a16="http://schemas.microsoft.com/office/drawing/2014/main" id="{9C202C4F-1082-42EC-A2EC-50471714DF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17463" y="3770951"/>
            <a:ext cx="5715000" cy="2047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79024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ABFDECF-E169-43B6-84D7-4E02D1C7C307}"/>
              </a:ext>
            </a:extLst>
          </p:cNvPr>
          <p:cNvSpPr txBox="1"/>
          <p:nvPr/>
        </p:nvSpPr>
        <p:spPr>
          <a:xfrm>
            <a:off x="4692159" y="225166"/>
            <a:ext cx="2884298" cy="400110"/>
          </a:xfrm>
          <a:prstGeom prst="rect">
            <a:avLst/>
          </a:prstGeom>
          <a:noFill/>
        </p:spPr>
        <p:txBody>
          <a:bodyPr wrap="square">
            <a:spAutoFit/>
          </a:bodyPr>
          <a:lstStyle/>
          <a:p>
            <a:pPr algn="ctr"/>
            <a:r>
              <a:rPr lang="en-GB" sz="2000" b="1" i="0" dirty="0">
                <a:solidFill>
                  <a:srgbClr val="273239"/>
                </a:solidFill>
                <a:effectLst/>
                <a:latin typeface="Arial" panose="020B0604020202020204" pitchFamily="34" charset="0"/>
                <a:cs typeface="Arial" panose="020B0604020202020204" pitchFamily="34" charset="0"/>
              </a:rPr>
              <a:t>HALF SUBTRACTOR</a:t>
            </a:r>
            <a:endParaRPr lang="en-IN" sz="2000" dirty="0">
              <a:latin typeface="Arial" panose="020B0604020202020204" pitchFamily="34" charset="0"/>
              <a:cs typeface="Arial" panose="020B0604020202020204" pitchFamily="34" charset="0"/>
            </a:endParaRPr>
          </a:p>
        </p:txBody>
      </p:sp>
      <p:sp>
        <p:nvSpPr>
          <p:cNvPr id="3" name="Rectangle 1">
            <a:extLst>
              <a:ext uri="{FF2B5EF4-FFF2-40B4-BE49-F238E27FC236}">
                <a16:creationId xmlns:a16="http://schemas.microsoft.com/office/drawing/2014/main" id="{E41B3E2F-57EC-44D5-AE29-0CADC812CF30}"/>
              </a:ext>
            </a:extLst>
          </p:cNvPr>
          <p:cNvSpPr>
            <a:spLocks noChangeArrowheads="1"/>
          </p:cNvSpPr>
          <p:nvPr/>
        </p:nvSpPr>
        <p:spPr bwMode="auto">
          <a:xfrm>
            <a:off x="522515" y="625276"/>
            <a:ext cx="1253420"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Truth Table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6146" name="Picture 2" descr="Half Subtractor">
            <a:extLst>
              <a:ext uri="{FF2B5EF4-FFF2-40B4-BE49-F238E27FC236}">
                <a16:creationId xmlns:a16="http://schemas.microsoft.com/office/drawing/2014/main" id="{8DC85FFB-7EE0-41F2-BDF0-4AB5B145D6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515" y="1271607"/>
            <a:ext cx="3512456" cy="231342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38CC14B5-7227-445D-8865-5F13719EA188}"/>
              </a:ext>
            </a:extLst>
          </p:cNvPr>
          <p:cNvSpPr txBox="1"/>
          <p:nvPr/>
        </p:nvSpPr>
        <p:spPr>
          <a:xfrm>
            <a:off x="333828" y="3729895"/>
            <a:ext cx="11858171" cy="1477328"/>
          </a:xfrm>
          <a:prstGeom prst="rect">
            <a:avLst/>
          </a:prstGeom>
          <a:noFill/>
        </p:spPr>
        <p:txBody>
          <a:bodyPr wrap="square">
            <a:spAutoFit/>
          </a:bodyPr>
          <a:lstStyle/>
          <a:p>
            <a:pPr algn="just"/>
            <a:r>
              <a:rPr lang="en-GB" b="0" i="0" dirty="0">
                <a:solidFill>
                  <a:srgbClr val="000000"/>
                </a:solidFill>
                <a:effectLst/>
                <a:latin typeface="inter-regular"/>
              </a:rPr>
              <a:t>In above truth table</a:t>
            </a:r>
          </a:p>
          <a:p>
            <a:pPr algn="just">
              <a:buFont typeface="Arial" panose="020B0604020202020204" pitchFamily="34" charset="0"/>
              <a:buChar char="•"/>
            </a:pPr>
            <a:r>
              <a:rPr lang="en-GB" b="0" i="0" dirty="0">
                <a:solidFill>
                  <a:srgbClr val="000000"/>
                </a:solidFill>
                <a:effectLst/>
                <a:latin typeface="inter-regular"/>
              </a:rPr>
              <a:t>A' and 'B' are the input variables whose values are going to be subtracted.</a:t>
            </a:r>
          </a:p>
          <a:p>
            <a:pPr algn="just">
              <a:buFont typeface="Arial" panose="020B0604020202020204" pitchFamily="34" charset="0"/>
              <a:buChar char="•"/>
            </a:pPr>
            <a:r>
              <a:rPr lang="en-GB" b="0" i="0" dirty="0">
                <a:solidFill>
                  <a:srgbClr val="000000"/>
                </a:solidFill>
                <a:effectLst/>
                <a:latin typeface="inter-regular"/>
              </a:rPr>
              <a:t>The 'Diff' and 'Borrow' are the variables whose values define the subtraction result, i.e., difference and borrow.</a:t>
            </a:r>
          </a:p>
          <a:p>
            <a:pPr algn="just">
              <a:buFont typeface="Arial" panose="020B0604020202020204" pitchFamily="34" charset="0"/>
              <a:buChar char="•"/>
            </a:pPr>
            <a:r>
              <a:rPr lang="en-GB" b="0" i="0" dirty="0">
                <a:solidFill>
                  <a:srgbClr val="000000"/>
                </a:solidFill>
                <a:effectLst/>
                <a:latin typeface="inter-regular"/>
              </a:rPr>
              <a:t>The first two rows and the last row, the difference is 1, but the 'Borrow' variable is 0.</a:t>
            </a:r>
          </a:p>
          <a:p>
            <a:pPr algn="just">
              <a:buFont typeface="Arial" panose="020B0604020202020204" pitchFamily="34" charset="0"/>
              <a:buChar char="•"/>
            </a:pPr>
            <a:r>
              <a:rPr lang="en-GB" b="0" i="0" dirty="0">
                <a:solidFill>
                  <a:srgbClr val="000000"/>
                </a:solidFill>
                <a:effectLst/>
                <a:latin typeface="inter-regular"/>
              </a:rPr>
              <a:t>The third row is different from the remaining one. When we subtract the bit 1 from the bit 0, the borrow bit is produced.</a:t>
            </a:r>
          </a:p>
        </p:txBody>
      </p:sp>
    </p:spTree>
    <p:extLst>
      <p:ext uri="{BB962C8B-B14F-4D97-AF65-F5344CB8AC3E}">
        <p14:creationId xmlns:p14="http://schemas.microsoft.com/office/powerpoint/2010/main" val="14045244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ABFDECF-E169-43B6-84D7-4E02D1C7C307}"/>
              </a:ext>
            </a:extLst>
          </p:cNvPr>
          <p:cNvSpPr txBox="1"/>
          <p:nvPr/>
        </p:nvSpPr>
        <p:spPr>
          <a:xfrm>
            <a:off x="4692159" y="225166"/>
            <a:ext cx="2884298" cy="400110"/>
          </a:xfrm>
          <a:prstGeom prst="rect">
            <a:avLst/>
          </a:prstGeom>
          <a:noFill/>
        </p:spPr>
        <p:txBody>
          <a:bodyPr wrap="square">
            <a:spAutoFit/>
          </a:bodyPr>
          <a:lstStyle/>
          <a:p>
            <a:pPr algn="ctr"/>
            <a:r>
              <a:rPr lang="en-GB" sz="2000" b="1" i="0" dirty="0">
                <a:solidFill>
                  <a:srgbClr val="273239"/>
                </a:solidFill>
                <a:effectLst/>
                <a:latin typeface="Arial" panose="020B0604020202020204" pitchFamily="34" charset="0"/>
                <a:cs typeface="Arial" panose="020B0604020202020204" pitchFamily="34" charset="0"/>
              </a:rPr>
              <a:t>HALF SUBTRACTOR</a:t>
            </a:r>
            <a:endParaRPr lang="en-IN" sz="2000" dirty="0">
              <a:latin typeface="Arial" panose="020B0604020202020204" pitchFamily="34" charset="0"/>
              <a:cs typeface="Arial" panose="020B0604020202020204" pitchFamily="34" charset="0"/>
            </a:endParaRPr>
          </a:p>
        </p:txBody>
      </p:sp>
      <p:pic>
        <p:nvPicPr>
          <p:cNvPr id="6148" name="Picture 4" descr="Half Subtractor : Circuit Diagram, Truth Table, K – Map &amp;amp; Its Applications">
            <a:extLst>
              <a:ext uri="{FF2B5EF4-FFF2-40B4-BE49-F238E27FC236}">
                <a16:creationId xmlns:a16="http://schemas.microsoft.com/office/drawing/2014/main" id="{AFAFFFB3-3007-42D7-B94A-293A731AAB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5886" y="920174"/>
            <a:ext cx="7503885" cy="316554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B2294A5-830B-48A6-96FD-C825C95B37E3}"/>
              </a:ext>
            </a:extLst>
          </p:cNvPr>
          <p:cNvSpPr>
            <a:spLocks noChangeArrowheads="1"/>
          </p:cNvSpPr>
          <p:nvPr/>
        </p:nvSpPr>
        <p:spPr bwMode="auto">
          <a:xfrm>
            <a:off x="4431356" y="4380620"/>
            <a:ext cx="392887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Logical Expression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Difference = A XOR B</a:t>
            </a:r>
            <a:br>
              <a:rPr lang="en-US" altLang="en-US" dirty="0"/>
            </a:br>
            <a:r>
              <a:rPr lang="en-US" altLang="en-US" dirty="0"/>
              <a:t>Borrow = A’B</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sp>
        <p:nvSpPr>
          <p:cNvPr id="4" name="AutoShape 2" descr=" \overline{A}B">
            <a:extLst>
              <a:ext uri="{FF2B5EF4-FFF2-40B4-BE49-F238E27FC236}">
                <a16:creationId xmlns:a16="http://schemas.microsoft.com/office/drawing/2014/main" id="{05793550-ACAA-48FE-94D8-6A84976C1094}"/>
              </a:ext>
            </a:extLst>
          </p:cNvPr>
          <p:cNvSpPr>
            <a:spLocks noChangeAspect="1" noChangeArrowheads="1"/>
          </p:cNvSpPr>
          <p:nvPr/>
        </p:nvSpPr>
        <p:spPr bwMode="auto">
          <a:xfrm>
            <a:off x="1159329" y="2245029"/>
            <a:ext cx="381000" cy="2190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0297863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ABFDECF-E169-43B6-84D7-4E02D1C7C307}"/>
              </a:ext>
            </a:extLst>
          </p:cNvPr>
          <p:cNvSpPr txBox="1"/>
          <p:nvPr/>
        </p:nvSpPr>
        <p:spPr>
          <a:xfrm>
            <a:off x="2554080" y="4811234"/>
            <a:ext cx="7799742" cy="400110"/>
          </a:xfrm>
          <a:prstGeom prst="rect">
            <a:avLst/>
          </a:prstGeom>
          <a:noFill/>
        </p:spPr>
        <p:txBody>
          <a:bodyPr wrap="square">
            <a:spAutoFit/>
          </a:bodyPr>
          <a:lstStyle/>
          <a:p>
            <a:pPr algn="ctr"/>
            <a:r>
              <a:rPr lang="en-GB" sz="2000" b="1" i="0" dirty="0">
                <a:solidFill>
                  <a:srgbClr val="273239"/>
                </a:solidFill>
                <a:effectLst/>
                <a:latin typeface="Arial" panose="020B0604020202020204" pitchFamily="34" charset="0"/>
                <a:cs typeface="Arial" panose="020B0604020202020204" pitchFamily="34" charset="0"/>
              </a:rPr>
              <a:t>Logic/Combinational Circuit of HALF SUBTRACTOR</a:t>
            </a:r>
            <a:endParaRPr lang="en-IN" sz="2000" dirty="0">
              <a:latin typeface="Arial" panose="020B0604020202020204" pitchFamily="34" charset="0"/>
              <a:cs typeface="Arial" panose="020B0604020202020204" pitchFamily="34" charset="0"/>
            </a:endParaRPr>
          </a:p>
        </p:txBody>
      </p:sp>
      <p:sp>
        <p:nvSpPr>
          <p:cNvPr id="4" name="AutoShape 2" descr=" \overline{A}B">
            <a:extLst>
              <a:ext uri="{FF2B5EF4-FFF2-40B4-BE49-F238E27FC236}">
                <a16:creationId xmlns:a16="http://schemas.microsoft.com/office/drawing/2014/main" id="{05793550-ACAA-48FE-94D8-6A84976C1094}"/>
              </a:ext>
            </a:extLst>
          </p:cNvPr>
          <p:cNvSpPr>
            <a:spLocks noChangeAspect="1" noChangeArrowheads="1"/>
          </p:cNvSpPr>
          <p:nvPr/>
        </p:nvSpPr>
        <p:spPr bwMode="auto">
          <a:xfrm>
            <a:off x="1159329" y="2245029"/>
            <a:ext cx="381000" cy="2190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B312010F-5C9E-4EB9-8892-1848F1EC79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7465" y="1476451"/>
            <a:ext cx="5753685" cy="3025210"/>
          </a:xfrm>
          <a:prstGeom prst="rect">
            <a:avLst/>
          </a:prstGeom>
        </p:spPr>
      </p:pic>
    </p:spTree>
    <p:extLst>
      <p:ext uri="{BB962C8B-B14F-4D97-AF65-F5344CB8AC3E}">
        <p14:creationId xmlns:p14="http://schemas.microsoft.com/office/powerpoint/2010/main" val="2241505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ABFDECF-E169-43B6-84D7-4E02D1C7C307}"/>
              </a:ext>
            </a:extLst>
          </p:cNvPr>
          <p:cNvSpPr txBox="1"/>
          <p:nvPr/>
        </p:nvSpPr>
        <p:spPr>
          <a:xfrm>
            <a:off x="4692159" y="225166"/>
            <a:ext cx="2884298" cy="400110"/>
          </a:xfrm>
          <a:prstGeom prst="rect">
            <a:avLst/>
          </a:prstGeom>
          <a:noFill/>
        </p:spPr>
        <p:txBody>
          <a:bodyPr wrap="square">
            <a:spAutoFit/>
          </a:bodyPr>
          <a:lstStyle/>
          <a:p>
            <a:pPr algn="ctr"/>
            <a:r>
              <a:rPr lang="en-GB" sz="2000" b="1" dirty="0">
                <a:solidFill>
                  <a:srgbClr val="273239"/>
                </a:solidFill>
                <a:latin typeface="Arial" panose="020B0604020202020204" pitchFamily="34" charset="0"/>
                <a:cs typeface="Arial" panose="020B0604020202020204" pitchFamily="34" charset="0"/>
              </a:rPr>
              <a:t>FULL </a:t>
            </a:r>
            <a:r>
              <a:rPr lang="en-GB" sz="2000" b="1" i="0" dirty="0">
                <a:solidFill>
                  <a:srgbClr val="273239"/>
                </a:solidFill>
                <a:effectLst/>
                <a:latin typeface="Arial" panose="020B0604020202020204" pitchFamily="34" charset="0"/>
                <a:cs typeface="Arial" panose="020B0604020202020204" pitchFamily="34" charset="0"/>
              </a:rPr>
              <a:t>SUBTRACTOR</a:t>
            </a:r>
            <a:endParaRPr lang="en-IN" sz="20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2B199B5-4896-4F82-A1A7-7E90A1BE0401}"/>
              </a:ext>
            </a:extLst>
          </p:cNvPr>
          <p:cNvSpPr txBox="1"/>
          <p:nvPr/>
        </p:nvSpPr>
        <p:spPr>
          <a:xfrm>
            <a:off x="5105401" y="4776108"/>
            <a:ext cx="1722662" cy="4001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t>Block diagram</a:t>
            </a:r>
          </a:p>
        </p:txBody>
      </p:sp>
      <p:sp>
        <p:nvSpPr>
          <p:cNvPr id="12" name="Rectangle 1">
            <a:extLst>
              <a:ext uri="{FF2B5EF4-FFF2-40B4-BE49-F238E27FC236}">
                <a16:creationId xmlns:a16="http://schemas.microsoft.com/office/drawing/2014/main" id="{20DB4967-754D-4FC0-8C45-6A350CA108C8}"/>
              </a:ext>
            </a:extLst>
          </p:cNvPr>
          <p:cNvSpPr>
            <a:spLocks noChangeArrowheads="1"/>
          </p:cNvSpPr>
          <p:nvPr/>
        </p:nvSpPr>
        <p:spPr bwMode="auto">
          <a:xfrm>
            <a:off x="333456" y="1213365"/>
            <a:ext cx="11742430" cy="16619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A full subtractor is a combinational circuit that performs subtraction of two bits, one is minuend and other is subtrahend, taking into account borrow of the previous adjacent lower minuend bit.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This circuit has three inputs and two outputs.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three inputs A, B and Bin, denote the minuend, subtrahend, and previous borrow, respectively.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two outputs, D and Bout represent the difference and output borrow, respectively.</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13" name="Picture 4" descr="Full Subtractor">
            <a:extLst>
              <a:ext uri="{FF2B5EF4-FFF2-40B4-BE49-F238E27FC236}">
                <a16:creationId xmlns:a16="http://schemas.microsoft.com/office/drawing/2014/main" id="{2FCC2D32-93CF-4F5D-B1E0-21D9E0CC5C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0" y="2875358"/>
            <a:ext cx="5715000" cy="172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47907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B080DA-0D22-48B0-B55A-C2E77443FF2F}"/>
              </a:ext>
            </a:extLst>
          </p:cNvPr>
          <p:cNvSpPr txBox="1"/>
          <p:nvPr/>
        </p:nvSpPr>
        <p:spPr>
          <a:xfrm>
            <a:off x="137159" y="0"/>
            <a:ext cx="12054841" cy="461665"/>
          </a:xfrm>
          <a:prstGeom prst="rect">
            <a:avLst/>
          </a:prstGeom>
          <a:noFill/>
        </p:spPr>
        <p:txBody>
          <a:bodyPr wrap="square">
            <a:spAutoFit/>
          </a:bodyPr>
          <a:lstStyle/>
          <a:p>
            <a:pPr algn="ctr"/>
            <a:r>
              <a:rPr lang="en-GB" sz="2400" b="1" dirty="0">
                <a:latin typeface="Times New Roman" panose="02020603050405020304" pitchFamily="18" charset="0"/>
                <a:cs typeface="Times New Roman" panose="02020603050405020304" pitchFamily="18" charset="0"/>
              </a:rPr>
              <a:t>FULL SUBTRACTORS</a:t>
            </a:r>
            <a:endParaRPr lang="en-IN" sz="2400" b="1" dirty="0">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4F122E20-B642-4984-8026-A2EC715CDAF8}"/>
              </a:ext>
            </a:extLst>
          </p:cNvPr>
          <p:cNvSpPr>
            <a:spLocks noChangeArrowheads="1"/>
          </p:cNvSpPr>
          <p:nvPr/>
        </p:nvSpPr>
        <p:spPr bwMode="auto">
          <a:xfrm>
            <a:off x="604911" y="461665"/>
            <a:ext cx="1419235" cy="55399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Truth Table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2054" name="Picture 6" descr="Full Subtractor">
            <a:extLst>
              <a:ext uri="{FF2B5EF4-FFF2-40B4-BE49-F238E27FC236}">
                <a16:creationId xmlns:a16="http://schemas.microsoft.com/office/drawing/2014/main" id="{A677C9CC-EBB8-4865-8AD3-AE1BA6D234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69024" y="738664"/>
            <a:ext cx="4547661" cy="3840844"/>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884546B-FAAF-45F7-976F-F10AA1857C38}"/>
              </a:ext>
            </a:extLst>
          </p:cNvPr>
          <p:cNvSpPr txBox="1"/>
          <p:nvPr/>
        </p:nvSpPr>
        <p:spPr>
          <a:xfrm>
            <a:off x="393897" y="4922495"/>
            <a:ext cx="11587089" cy="1477328"/>
          </a:xfrm>
          <a:prstGeom prst="rect">
            <a:avLst/>
          </a:prstGeom>
          <a:noFill/>
        </p:spPr>
        <p:txBody>
          <a:bodyPr wrap="square">
            <a:spAutoFit/>
          </a:bodyPr>
          <a:lstStyle/>
          <a:p>
            <a:pPr algn="just"/>
            <a:r>
              <a:rPr lang="en-GB" b="0" i="0" dirty="0">
                <a:solidFill>
                  <a:srgbClr val="333333"/>
                </a:solidFill>
                <a:effectLst/>
                <a:latin typeface="inter-regular"/>
              </a:rPr>
              <a:t>In the above table,</a:t>
            </a:r>
          </a:p>
          <a:p>
            <a:pPr algn="just">
              <a:buFont typeface="Arial" panose="020B0604020202020204" pitchFamily="34" charset="0"/>
              <a:buChar char="•"/>
            </a:pPr>
            <a:r>
              <a:rPr lang="en-GB" b="0" i="0" dirty="0">
                <a:solidFill>
                  <a:srgbClr val="000000"/>
                </a:solidFill>
                <a:effectLst/>
                <a:latin typeface="inter-regular"/>
              </a:rPr>
              <a:t>'A' and' B' are the input variables. These variables represent the two significant bits that are going to be subtracted.</a:t>
            </a:r>
          </a:p>
          <a:p>
            <a:pPr algn="just">
              <a:buFont typeface="Arial" panose="020B0604020202020204" pitchFamily="34" charset="0"/>
              <a:buChar char="•"/>
            </a:pPr>
            <a:r>
              <a:rPr lang="en-GB" b="0" i="0" dirty="0">
                <a:solidFill>
                  <a:srgbClr val="000000"/>
                </a:solidFill>
                <a:effectLst/>
                <a:latin typeface="inter-regular"/>
              </a:rPr>
              <a:t>'</a:t>
            </a:r>
            <a:r>
              <a:rPr lang="en-GB" b="0" i="0" dirty="0" err="1">
                <a:solidFill>
                  <a:srgbClr val="000000"/>
                </a:solidFill>
                <a:effectLst/>
                <a:latin typeface="inter-regular"/>
              </a:rPr>
              <a:t>Borrow</a:t>
            </a:r>
            <a:r>
              <a:rPr lang="en-GB" b="0" i="0" baseline="-25000" dirty="0" err="1">
                <a:solidFill>
                  <a:srgbClr val="000000"/>
                </a:solidFill>
                <a:effectLst/>
                <a:latin typeface="inter-regular"/>
              </a:rPr>
              <a:t>in</a:t>
            </a:r>
            <a:r>
              <a:rPr lang="en-GB" b="0" i="0" dirty="0">
                <a:solidFill>
                  <a:srgbClr val="000000"/>
                </a:solidFill>
                <a:effectLst/>
                <a:latin typeface="inter-regular"/>
              </a:rPr>
              <a:t>' is the third input which represents borrow.</a:t>
            </a:r>
          </a:p>
          <a:p>
            <a:pPr algn="just">
              <a:buFont typeface="Arial" panose="020B0604020202020204" pitchFamily="34" charset="0"/>
              <a:buChar char="•"/>
            </a:pPr>
            <a:r>
              <a:rPr lang="en-GB" b="0" i="0" dirty="0">
                <a:solidFill>
                  <a:srgbClr val="000000"/>
                </a:solidFill>
                <a:effectLst/>
                <a:latin typeface="inter-regular"/>
              </a:rPr>
              <a:t>The 'Diff' and 'Borrow' are the output variables that define the output values.</a:t>
            </a:r>
          </a:p>
          <a:p>
            <a:pPr algn="just">
              <a:buFont typeface="Arial" panose="020B0604020202020204" pitchFamily="34" charset="0"/>
              <a:buChar char="•"/>
            </a:pPr>
            <a:r>
              <a:rPr lang="en-GB" b="0" i="0" dirty="0">
                <a:solidFill>
                  <a:srgbClr val="000000"/>
                </a:solidFill>
                <a:effectLst/>
                <a:latin typeface="inter-regular"/>
              </a:rPr>
              <a:t>The eight rows under the input variable designate all possible combinations of 0 and 1 that can occur in these variables.</a:t>
            </a:r>
          </a:p>
        </p:txBody>
      </p:sp>
    </p:spTree>
    <p:extLst>
      <p:ext uri="{BB962C8B-B14F-4D97-AF65-F5344CB8AC3E}">
        <p14:creationId xmlns:p14="http://schemas.microsoft.com/office/powerpoint/2010/main" val="2110272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84322D1-71A4-42DD-BE03-44D1C9EB66E7}"/>
              </a:ext>
            </a:extLst>
          </p:cNvPr>
          <p:cNvSpPr>
            <a:spLocks noChangeArrowheads="1"/>
          </p:cNvSpPr>
          <p:nvPr/>
        </p:nvSpPr>
        <p:spPr bwMode="auto">
          <a:xfrm>
            <a:off x="223473" y="777766"/>
            <a:ext cx="23564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K-map for Diff    (D)      </a:t>
            </a:r>
          </a:p>
        </p:txBody>
      </p:sp>
      <p:sp>
        <p:nvSpPr>
          <p:cNvPr id="95" name="Rectangle 1">
            <a:extLst>
              <a:ext uri="{FF2B5EF4-FFF2-40B4-BE49-F238E27FC236}">
                <a16:creationId xmlns:a16="http://schemas.microsoft.com/office/drawing/2014/main" id="{F9065C23-56FF-4917-8CBD-E3500FA873C1}"/>
              </a:ext>
            </a:extLst>
          </p:cNvPr>
          <p:cNvSpPr>
            <a:spLocks noChangeArrowheads="1"/>
          </p:cNvSpPr>
          <p:nvPr/>
        </p:nvSpPr>
        <p:spPr bwMode="auto">
          <a:xfrm>
            <a:off x="5517244" y="593100"/>
            <a:ext cx="286777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K-map for Borrow     (Bout)  </a:t>
            </a:r>
          </a:p>
        </p:txBody>
      </p:sp>
      <p:pic>
        <p:nvPicPr>
          <p:cNvPr id="3162" name="Picture 90" descr="Lightbox">
            <a:extLst>
              <a:ext uri="{FF2B5EF4-FFF2-40B4-BE49-F238E27FC236}">
                <a16:creationId xmlns:a16="http://schemas.microsoft.com/office/drawing/2014/main" id="{34F498D1-3A93-4167-A246-992C15A066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473" y="1210509"/>
            <a:ext cx="5306923" cy="2770108"/>
          </a:xfrm>
          <a:prstGeom prst="rect">
            <a:avLst/>
          </a:prstGeom>
          <a:noFill/>
          <a:extLst>
            <a:ext uri="{909E8E84-426E-40DD-AFC4-6F175D3DCCD1}">
              <a14:hiddenFill xmlns:a14="http://schemas.microsoft.com/office/drawing/2010/main">
                <a:solidFill>
                  <a:srgbClr val="FFFFFF"/>
                </a:solidFill>
              </a14:hiddenFill>
            </a:ext>
          </a:extLst>
        </p:spPr>
      </p:pic>
      <p:pic>
        <p:nvPicPr>
          <p:cNvPr id="3164" name="Picture 92" descr="Lightbox">
            <a:extLst>
              <a:ext uri="{FF2B5EF4-FFF2-40B4-BE49-F238E27FC236}">
                <a16:creationId xmlns:a16="http://schemas.microsoft.com/office/drawing/2014/main" id="{9A800538-2209-45AE-AC55-FA12C7F709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1250" y="1030726"/>
            <a:ext cx="4840288" cy="2948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06388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ABFDECF-E169-43B6-84D7-4E02D1C7C307}"/>
              </a:ext>
            </a:extLst>
          </p:cNvPr>
          <p:cNvSpPr txBox="1"/>
          <p:nvPr/>
        </p:nvSpPr>
        <p:spPr>
          <a:xfrm>
            <a:off x="2732730" y="152594"/>
            <a:ext cx="6098344" cy="369332"/>
          </a:xfrm>
          <a:prstGeom prst="rect">
            <a:avLst/>
          </a:prstGeom>
          <a:noFill/>
        </p:spPr>
        <p:txBody>
          <a:bodyPr wrap="square">
            <a:spAutoFit/>
          </a:bodyPr>
          <a:lstStyle/>
          <a:p>
            <a:r>
              <a:rPr lang="en-GB" b="1" i="0" dirty="0">
                <a:solidFill>
                  <a:srgbClr val="273239"/>
                </a:solidFill>
                <a:effectLst/>
                <a:latin typeface="Arial" panose="020B0604020202020204" pitchFamily="34" charset="0"/>
                <a:cs typeface="Arial" panose="020B0604020202020204" pitchFamily="34" charset="0"/>
              </a:rPr>
              <a:t>Logic/Combinational Circuit for Full Subtractor –</a:t>
            </a:r>
            <a:endParaRPr lang="en-IN"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63FC9A9B-C4FC-4FAB-AFB0-9C3A1D32B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5582" y="669665"/>
            <a:ext cx="9748911" cy="4760463"/>
          </a:xfrm>
          <a:prstGeom prst="rect">
            <a:avLst/>
          </a:prstGeom>
        </p:spPr>
      </p:pic>
    </p:spTree>
    <p:extLst>
      <p:ext uri="{BB962C8B-B14F-4D97-AF65-F5344CB8AC3E}">
        <p14:creationId xmlns:p14="http://schemas.microsoft.com/office/powerpoint/2010/main" val="3248163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8986B-F429-4484-A685-F0676CD49FBF}"/>
              </a:ext>
            </a:extLst>
          </p:cNvPr>
          <p:cNvSpPr>
            <a:spLocks noGrp="1"/>
          </p:cNvSpPr>
          <p:nvPr>
            <p:ph type="ctrTitle"/>
          </p:nvPr>
        </p:nvSpPr>
        <p:spPr>
          <a:xfrm>
            <a:off x="261257" y="207962"/>
            <a:ext cx="11669486" cy="477837"/>
          </a:xfrm>
        </p:spPr>
        <p:txBody>
          <a:bodyPr/>
          <a:lstStyle/>
          <a:p>
            <a:r>
              <a:rPr lang="en-GB" sz="2400" b="1" dirty="0"/>
              <a:t>IMPLEMENTATION OF FULL SUBTRACTOR USING TWO HALF SUBTTRACTOR AND ONE OR GATE</a:t>
            </a:r>
            <a:endParaRPr lang="en-IN" sz="2400" b="1" dirty="0"/>
          </a:p>
        </p:txBody>
      </p:sp>
      <p:sp>
        <p:nvSpPr>
          <p:cNvPr id="4" name="Rectangle 1">
            <a:extLst>
              <a:ext uri="{FF2B5EF4-FFF2-40B4-BE49-F238E27FC236}">
                <a16:creationId xmlns:a16="http://schemas.microsoft.com/office/drawing/2014/main" id="{3625C6CF-7E22-477A-8F5E-FE27131C91E2}"/>
              </a:ext>
            </a:extLst>
          </p:cNvPr>
          <p:cNvSpPr>
            <a:spLocks noChangeArrowheads="1"/>
          </p:cNvSpPr>
          <p:nvPr/>
        </p:nvSpPr>
        <p:spPr bwMode="auto">
          <a:xfrm>
            <a:off x="856343" y="685799"/>
            <a:ext cx="1253420"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Truth Table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9218" name="Picture 2" descr="Full Subtractor">
            <a:extLst>
              <a:ext uri="{FF2B5EF4-FFF2-40B4-BE49-F238E27FC236}">
                <a16:creationId xmlns:a16="http://schemas.microsoft.com/office/drawing/2014/main" id="{92388B99-EA6A-4B4D-ADAF-346BEA95AF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6109" y="1008964"/>
            <a:ext cx="4844143" cy="2687638"/>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4">
            <a:extLst>
              <a:ext uri="{FF2B5EF4-FFF2-40B4-BE49-F238E27FC236}">
                <a16:creationId xmlns:a16="http://schemas.microsoft.com/office/drawing/2014/main" id="{9CE0C64B-7B45-4198-AE0F-34475043DA7C}"/>
              </a:ext>
            </a:extLst>
          </p:cNvPr>
          <p:cNvSpPr>
            <a:spLocks noChangeArrowheads="1"/>
          </p:cNvSpPr>
          <p:nvPr/>
        </p:nvSpPr>
        <p:spPr bwMode="auto">
          <a:xfrm>
            <a:off x="1483053" y="4111581"/>
            <a:ext cx="6673976" cy="1936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D =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r>
              <a:rPr lang="en-US" altLang="en-US" sz="20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Bin(A’B’ + AB) + Bin’(AB’ + A’B)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Bin( A XNOR B) + Bin’(A XOR B)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Bin (A XOR B)’ + Bin’(A XOR B)</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Bin XOR (A XOR B)</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(A XOR B) XOR Bin </a:t>
            </a:r>
          </a:p>
        </p:txBody>
      </p:sp>
      <p:sp>
        <p:nvSpPr>
          <p:cNvPr id="9" name="TextBox 8">
            <a:extLst>
              <a:ext uri="{FF2B5EF4-FFF2-40B4-BE49-F238E27FC236}">
                <a16:creationId xmlns:a16="http://schemas.microsoft.com/office/drawing/2014/main" id="{2C3EC904-6771-4651-B398-7DB5B0BC70BE}"/>
              </a:ext>
            </a:extLst>
          </p:cNvPr>
          <p:cNvSpPr txBox="1"/>
          <p:nvPr/>
        </p:nvSpPr>
        <p:spPr>
          <a:xfrm>
            <a:off x="624114" y="3696602"/>
            <a:ext cx="6096000" cy="400110"/>
          </a:xfrm>
          <a:prstGeom prst="rect">
            <a:avLst/>
          </a:prstGeom>
          <a:noFill/>
        </p:spPr>
        <p:txBody>
          <a:bodyPr wrap="square">
            <a:spAutoFit/>
          </a:bodyPr>
          <a:lstStyle/>
          <a:p>
            <a:r>
              <a:rPr lang="en-IN" sz="2000" b="1" i="0" dirty="0">
                <a:solidFill>
                  <a:srgbClr val="273239"/>
                </a:solidFill>
                <a:effectLst/>
                <a:latin typeface="urw-din"/>
              </a:rPr>
              <a:t>Logical expression for difference –</a:t>
            </a:r>
            <a:endParaRPr lang="en-IN" sz="2000" dirty="0"/>
          </a:p>
        </p:txBody>
      </p:sp>
    </p:spTree>
    <p:extLst>
      <p:ext uri="{BB962C8B-B14F-4D97-AF65-F5344CB8AC3E}">
        <p14:creationId xmlns:p14="http://schemas.microsoft.com/office/powerpoint/2010/main" val="20021940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8986B-F429-4484-A685-F0676CD49FBF}"/>
              </a:ext>
            </a:extLst>
          </p:cNvPr>
          <p:cNvSpPr>
            <a:spLocks noGrp="1"/>
          </p:cNvSpPr>
          <p:nvPr>
            <p:ph type="ctrTitle"/>
          </p:nvPr>
        </p:nvSpPr>
        <p:spPr>
          <a:xfrm>
            <a:off x="261257" y="207962"/>
            <a:ext cx="11669486" cy="477837"/>
          </a:xfrm>
        </p:spPr>
        <p:txBody>
          <a:bodyPr/>
          <a:lstStyle/>
          <a:p>
            <a:r>
              <a:rPr lang="en-GB" sz="2400" b="1" dirty="0"/>
              <a:t>IMPLEMENTATION OF FULL SUBTRACTOR USING TWO HALF SUBTTRACTOR AND ONE OR GATE</a:t>
            </a:r>
            <a:endParaRPr lang="en-IN" sz="2400" b="1" dirty="0"/>
          </a:p>
        </p:txBody>
      </p:sp>
      <p:sp>
        <p:nvSpPr>
          <p:cNvPr id="3" name="Rectangle 1">
            <a:extLst>
              <a:ext uri="{FF2B5EF4-FFF2-40B4-BE49-F238E27FC236}">
                <a16:creationId xmlns:a16="http://schemas.microsoft.com/office/drawing/2014/main" id="{18F380F9-1EF4-4696-A3FA-3B53D66CE45F}"/>
              </a:ext>
            </a:extLst>
          </p:cNvPr>
          <p:cNvSpPr>
            <a:spLocks noChangeArrowheads="1"/>
          </p:cNvSpPr>
          <p:nvPr/>
        </p:nvSpPr>
        <p:spPr bwMode="auto">
          <a:xfrm>
            <a:off x="580572" y="996690"/>
            <a:ext cx="7649028" cy="36599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dirty="0"/>
              <a:t>Logical expression for borrow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Bout =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r>
              <a:rPr lang="en-US" altLang="en-US" sz="20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a:t>
            </a:r>
            <a:r>
              <a:rPr lang="en-US" altLang="en-US" sz="2000" dirty="0" err="1"/>
              <a:t>A’B’Bin</a:t>
            </a:r>
            <a:r>
              <a:rPr lang="en-US" altLang="en-US" sz="2000" dirty="0"/>
              <a:t>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endParaRPr lang="en-US" altLang="en-US" sz="2000"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a:t>
            </a:r>
            <a:r>
              <a:rPr lang="en-US" altLang="en-US" sz="2000" dirty="0" err="1"/>
              <a:t>A’Bin</a:t>
            </a:r>
            <a:r>
              <a:rPr lang="en-US" altLang="en-US" sz="2000" dirty="0"/>
              <a:t>(B + B’) + A’B(Bin + Bin’) + </a:t>
            </a:r>
            <a:r>
              <a:rPr lang="en-US" altLang="en-US" sz="2000" dirty="0" err="1"/>
              <a:t>BBin</a:t>
            </a:r>
            <a:r>
              <a:rPr lang="en-US" altLang="en-US" sz="2000" dirty="0"/>
              <a:t>(A + A’)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a:t>
            </a:r>
            <a:r>
              <a:rPr lang="en-US" altLang="en-US" sz="2000" dirty="0" err="1"/>
              <a:t>A’Bin</a:t>
            </a:r>
            <a:r>
              <a:rPr lang="en-US" altLang="en-US" sz="2000" dirty="0"/>
              <a:t> + A’B + </a:t>
            </a:r>
            <a:r>
              <a:rPr lang="en-US" altLang="en-US" sz="2000" dirty="0" err="1"/>
              <a:t>BBin</a:t>
            </a:r>
            <a:r>
              <a:rPr lang="en-US" altLang="en-US" sz="20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a:t>
            </a:r>
            <a:r>
              <a:rPr lang="en-US" altLang="en-US" sz="3200" b="1" dirty="0"/>
              <a:t>OR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Bout =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r>
              <a:rPr lang="en-US" altLang="en-US" sz="2000" dirty="0"/>
              <a:t> + </a:t>
            </a:r>
            <a:r>
              <a:rPr lang="en-US" altLang="en-US" sz="2000" dirty="0" err="1"/>
              <a:t>ABBin</a:t>
            </a:r>
            <a:r>
              <a:rPr lang="en-US" altLang="en-US" sz="2000"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Bin(AB + A’B’) + A’B(Bin + Bin’)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Bin( A XNOR B) + A’B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a:t>           = Bin (A XOR B)’ + A’B </a:t>
            </a:r>
          </a:p>
        </p:txBody>
      </p:sp>
    </p:spTree>
    <p:extLst>
      <p:ext uri="{BB962C8B-B14F-4D97-AF65-F5344CB8AC3E}">
        <p14:creationId xmlns:p14="http://schemas.microsoft.com/office/powerpoint/2010/main" val="366932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Full Subtractor">
            <a:extLst>
              <a:ext uri="{FF2B5EF4-FFF2-40B4-BE49-F238E27FC236}">
                <a16:creationId xmlns:a16="http://schemas.microsoft.com/office/drawing/2014/main" id="{2FCE0435-CC85-4FB3-836E-C5CE0E4884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6005" y="521926"/>
            <a:ext cx="7631794" cy="212026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Lightbox">
            <a:extLst>
              <a:ext uri="{FF2B5EF4-FFF2-40B4-BE49-F238E27FC236}">
                <a16:creationId xmlns:a16="http://schemas.microsoft.com/office/drawing/2014/main" id="{A0416A9F-821E-4B12-847F-5D61DDBFF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3028" y="2642194"/>
            <a:ext cx="6625772" cy="3410263"/>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A2C84AD6-99E8-4566-B944-A81CAB8F5E8D}"/>
              </a:ext>
            </a:extLst>
          </p:cNvPr>
          <p:cNvSpPr>
            <a:spLocks noGrp="1"/>
          </p:cNvSpPr>
          <p:nvPr>
            <p:ph type="ctrTitle"/>
          </p:nvPr>
        </p:nvSpPr>
        <p:spPr>
          <a:xfrm>
            <a:off x="261257" y="207962"/>
            <a:ext cx="11669486" cy="477837"/>
          </a:xfrm>
        </p:spPr>
        <p:txBody>
          <a:bodyPr/>
          <a:lstStyle/>
          <a:p>
            <a:r>
              <a:rPr lang="en-GB" sz="2400" b="1" dirty="0"/>
              <a:t>IMPLEMENTATION OF FULL SUBTRACTOR USING TWO HALF SUBTTRACTOR AND ONE OR GATE</a:t>
            </a:r>
            <a:endParaRPr lang="en-IN" sz="2400" b="1" dirty="0"/>
          </a:p>
        </p:txBody>
      </p:sp>
    </p:spTree>
    <p:extLst>
      <p:ext uri="{BB962C8B-B14F-4D97-AF65-F5344CB8AC3E}">
        <p14:creationId xmlns:p14="http://schemas.microsoft.com/office/powerpoint/2010/main" val="1144465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840A26E-21FD-4F62-BE3F-7C8AC79ECA91}"/>
              </a:ext>
            </a:extLst>
          </p:cNvPr>
          <p:cNvSpPr>
            <a:spLocks noChangeArrowheads="1"/>
          </p:cNvSpPr>
          <p:nvPr/>
        </p:nvSpPr>
        <p:spPr bwMode="auto">
          <a:xfrm>
            <a:off x="80987" y="163696"/>
            <a:ext cx="1203002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000" b="1" dirty="0"/>
              <a:t>N-Bit Parallel Adder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Full Adder is capable of adding only two single digit binary number along with a carry input.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But in practical we need to add binary numbers which are much longer than just one bit.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To add two n-bit binary numbers we need to use the n-bit parallel adder. It uses a number of full adders in cascade.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carry output of the previous full adder is connected to carry input of the next full adder.</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b="1" dirty="0"/>
              <a:t>4 Bit Parallel Adder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In the block diagram, A0 and B0 represent the LSB of the four bit words A and B.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Hence Full Adder-0 is the lowest stage. Hence its Cin has been permanently made 0.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rest of the connections are exactly same as those of n-bit parallel adder is shown in fig.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four bit parallel adder is a very common logic circuit.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Block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br>
              <a:rPr lang="en-US" altLang="en-US" dirty="0"/>
            </a:br>
            <a:endParaRPr lang="en-US" altLang="en-US" dirty="0"/>
          </a:p>
        </p:txBody>
      </p:sp>
      <p:pic>
        <p:nvPicPr>
          <p:cNvPr id="1026" name="Picture 2" descr="Block Diagram of Four bit Adder">
            <a:extLst>
              <a:ext uri="{FF2B5EF4-FFF2-40B4-BE49-F238E27FC236}">
                <a16:creationId xmlns:a16="http://schemas.microsoft.com/office/drawing/2014/main" id="{E3873D47-BD65-4F95-AB58-B937F20201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60623" y="3249118"/>
            <a:ext cx="7662471" cy="3016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0120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F4CF3C-5B30-41C0-84AA-C4FE66AC7370}"/>
              </a:ext>
            </a:extLst>
          </p:cNvPr>
          <p:cNvSpPr>
            <a:spLocks noChangeArrowheads="1"/>
          </p:cNvSpPr>
          <p:nvPr/>
        </p:nvSpPr>
        <p:spPr bwMode="auto">
          <a:xfrm>
            <a:off x="0" y="-79652"/>
            <a:ext cx="11955645"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b="1" dirty="0"/>
              <a:t>N-Bit Parallel Subtractor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subtraction can be carried out by taking the 1's or 2's complement of the number to be subtracted.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For example we can perform the subtraction (A-B) by adding either 1's or 2's complement of B to A.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That means we can use a binary adder to perform the binary subtraction.</a:t>
            </a:r>
          </a:p>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b="1" dirty="0"/>
              <a:t>4 Bit Parallel Subtractor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number to be subtracted (B) is first passed through inverters to obtain its 1's complement.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4-bit adder then adds A and 2's complement of B to produce the subtraction. S3 S2 S1 S0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represents the result of binary subtraction (A-B) and carry output </a:t>
            </a:r>
            <a:r>
              <a:rPr lang="en-US" altLang="en-US" dirty="0" err="1"/>
              <a:t>Cout</a:t>
            </a:r>
            <a:r>
              <a:rPr lang="en-US" altLang="en-US" dirty="0"/>
              <a:t> represents the polarity of the result.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If A &gt; B then </a:t>
            </a:r>
            <a:r>
              <a:rPr lang="en-US" altLang="en-US" dirty="0" err="1"/>
              <a:t>Cout</a:t>
            </a:r>
            <a:r>
              <a:rPr lang="en-US" altLang="en-US" dirty="0"/>
              <a:t> = 0 and the result of binary form (A-B) then </a:t>
            </a:r>
            <a:r>
              <a:rPr lang="en-US" altLang="en-US" dirty="0" err="1"/>
              <a:t>Cout</a:t>
            </a:r>
            <a:r>
              <a:rPr lang="en-US" altLang="en-US" dirty="0"/>
              <a:t> = 1 and the result is in the 2's complement form.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Block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br>
              <a:rPr lang="en-US" altLang="en-US" dirty="0"/>
            </a:br>
            <a:endParaRPr lang="en-US" altLang="en-US" dirty="0"/>
          </a:p>
        </p:txBody>
      </p:sp>
      <p:pic>
        <p:nvPicPr>
          <p:cNvPr id="2050" name="Picture 2" descr="Block Diagram of Four bit Substrator">
            <a:extLst>
              <a:ext uri="{FF2B5EF4-FFF2-40B4-BE49-F238E27FC236}">
                <a16:creationId xmlns:a16="http://schemas.microsoft.com/office/drawing/2014/main" id="{95C483A0-1AA7-4012-84AD-6845AB200C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568852"/>
            <a:ext cx="7989757" cy="4154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0321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D6C7224-49C3-4BE2-AA1C-6818F7211B63}"/>
              </a:ext>
            </a:extLst>
          </p:cNvPr>
          <p:cNvSpPr txBox="1"/>
          <p:nvPr/>
        </p:nvSpPr>
        <p:spPr>
          <a:xfrm>
            <a:off x="0" y="0"/>
            <a:ext cx="12192000" cy="1569660"/>
          </a:xfrm>
          <a:prstGeom prst="rect">
            <a:avLst/>
          </a:prstGeom>
          <a:noFill/>
        </p:spPr>
        <p:txBody>
          <a:bodyPr wrap="square">
            <a:spAutoFit/>
          </a:bodyPr>
          <a:lstStyle/>
          <a:p>
            <a:pPr algn="ctr"/>
            <a:r>
              <a:rPr lang="en-GB" sz="2400" b="1" dirty="0"/>
              <a:t>Decimal or BCD Adder</a:t>
            </a:r>
          </a:p>
          <a:p>
            <a:pPr marL="285750" indent="-285750" algn="just">
              <a:buFont typeface="Wingdings" panose="05000000000000000000" pitchFamily="2" charset="2"/>
              <a:buChar char="v"/>
            </a:pPr>
            <a:r>
              <a:rPr lang="en-GB" dirty="0"/>
              <a:t>The BCD-Adder is used in the computers and the calculators that perform arithmetic operation directly in the decimal number system. </a:t>
            </a:r>
          </a:p>
          <a:p>
            <a:pPr marL="285750" indent="-285750" algn="just">
              <a:buFont typeface="Wingdings" panose="05000000000000000000" pitchFamily="2" charset="2"/>
              <a:buChar char="v"/>
            </a:pPr>
            <a:r>
              <a:rPr lang="en-GB" dirty="0"/>
              <a:t>The BCD-Adder accepts the binary-coded form of decimal numbers. The Decimal-Adder requires a minimum of nine inputs and five outputs.</a:t>
            </a:r>
          </a:p>
        </p:txBody>
      </p:sp>
      <p:sp>
        <p:nvSpPr>
          <p:cNvPr id="4" name="Rectangle 1">
            <a:extLst>
              <a:ext uri="{FF2B5EF4-FFF2-40B4-BE49-F238E27FC236}">
                <a16:creationId xmlns:a16="http://schemas.microsoft.com/office/drawing/2014/main" id="{3FF25F6F-1A12-4C7D-BCE9-87F40FCFF7FC}"/>
              </a:ext>
            </a:extLst>
          </p:cNvPr>
          <p:cNvSpPr>
            <a:spLocks noChangeArrowheads="1"/>
          </p:cNvSpPr>
          <p:nvPr/>
        </p:nvSpPr>
        <p:spPr bwMode="auto">
          <a:xfrm>
            <a:off x="164892" y="1430035"/>
            <a:ext cx="7928774" cy="5032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333333"/>
                </a:solidFill>
                <a:effectLst/>
                <a:latin typeface="inter-regular"/>
              </a:rPr>
              <a:t>There is the following table used in designing of BCD-Adder.</a:t>
            </a:r>
            <a:endParaRPr kumimoji="0" lang="en-US" altLang="en-US" sz="1600" b="1"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303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3074" name="Picture 2" descr="Decimal or BCD Adder">
            <a:extLst>
              <a:ext uri="{FF2B5EF4-FFF2-40B4-BE49-F238E27FC236}">
                <a16:creationId xmlns:a16="http://schemas.microsoft.com/office/drawing/2014/main" id="{2C39AA60-B975-42E5-888C-66D49C7985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5938" y="1874576"/>
            <a:ext cx="8642246" cy="47510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831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69138A9-8F48-41BF-B81D-A416E6CF5E7D}"/>
              </a:ext>
            </a:extLst>
          </p:cNvPr>
          <p:cNvSpPr txBox="1"/>
          <p:nvPr/>
        </p:nvSpPr>
        <p:spPr>
          <a:xfrm>
            <a:off x="0" y="0"/>
            <a:ext cx="12192000" cy="3139321"/>
          </a:xfrm>
          <a:prstGeom prst="rect">
            <a:avLst/>
          </a:prstGeom>
          <a:noFill/>
        </p:spPr>
        <p:txBody>
          <a:bodyPr wrap="square">
            <a:spAutoFit/>
          </a:bodyPr>
          <a:lstStyle/>
          <a:p>
            <a:pPr algn="just"/>
            <a:r>
              <a:rPr lang="en-GB" b="0" i="0" dirty="0">
                <a:solidFill>
                  <a:srgbClr val="333333"/>
                </a:solidFill>
                <a:effectLst/>
                <a:latin typeface="inter-regular"/>
              </a:rPr>
              <a:t>From the above table, it is clear that if the produced sum is between 1 to 9, the Binary and the BCD code is the same. </a:t>
            </a:r>
          </a:p>
          <a:p>
            <a:pPr algn="just"/>
            <a:r>
              <a:rPr lang="en-GB" b="0" i="0" dirty="0">
                <a:solidFill>
                  <a:srgbClr val="333333"/>
                </a:solidFill>
                <a:effectLst/>
                <a:latin typeface="inter-regular"/>
              </a:rPr>
              <a:t>But for 10 to 19 decimal numbers, both the codes are different. </a:t>
            </a:r>
          </a:p>
          <a:p>
            <a:pPr algn="just"/>
            <a:r>
              <a:rPr lang="en-GB" b="0" i="0" dirty="0">
                <a:solidFill>
                  <a:srgbClr val="333333"/>
                </a:solidFill>
                <a:effectLst/>
                <a:latin typeface="inter-regular"/>
              </a:rPr>
              <a:t>In the above table, the binary sum combinations from 10 to 19 give invalid BCD. </a:t>
            </a:r>
          </a:p>
          <a:p>
            <a:pPr algn="just"/>
            <a:endParaRPr lang="en-GB" dirty="0">
              <a:solidFill>
                <a:srgbClr val="333333"/>
              </a:solidFill>
              <a:latin typeface="inter-regular"/>
            </a:endParaRPr>
          </a:p>
          <a:p>
            <a:pPr algn="just"/>
            <a:r>
              <a:rPr lang="en-GB" b="0" i="0" dirty="0">
                <a:solidFill>
                  <a:srgbClr val="333333"/>
                </a:solidFill>
                <a:effectLst/>
                <a:latin typeface="inter-regular"/>
              </a:rPr>
              <a:t>There are the following points that help the circuit to identify the invalid BCD.</a:t>
            </a:r>
          </a:p>
          <a:p>
            <a:pPr algn="just">
              <a:buFont typeface="+mj-lt"/>
              <a:buAutoNum type="arabicPeriod"/>
            </a:pPr>
            <a:r>
              <a:rPr lang="en-GB" b="0" i="0" dirty="0">
                <a:solidFill>
                  <a:srgbClr val="000000"/>
                </a:solidFill>
                <a:effectLst/>
                <a:latin typeface="inter-regular"/>
              </a:rPr>
              <a:t>It is obvious from the table that a correction is needed when the </a:t>
            </a:r>
            <a:r>
              <a:rPr lang="en-GB" b="1" i="0" dirty="0">
                <a:solidFill>
                  <a:srgbClr val="000000"/>
                </a:solidFill>
                <a:effectLst/>
                <a:latin typeface="inter-bold"/>
              </a:rPr>
              <a:t>'Binary Sum'</a:t>
            </a:r>
            <a:r>
              <a:rPr lang="en-GB" b="0" i="0" dirty="0">
                <a:solidFill>
                  <a:srgbClr val="000000"/>
                </a:solidFill>
                <a:effectLst/>
                <a:latin typeface="inter-regular"/>
              </a:rPr>
              <a:t> has an output carry C=1.</a:t>
            </a:r>
          </a:p>
          <a:p>
            <a:pPr algn="just">
              <a:buFont typeface="+mj-lt"/>
              <a:buAutoNum type="arabicPeriod"/>
            </a:pPr>
            <a:r>
              <a:rPr lang="en-GB" b="0" i="0" dirty="0">
                <a:solidFill>
                  <a:srgbClr val="000000"/>
                </a:solidFill>
                <a:effectLst/>
                <a:latin typeface="inter-regular"/>
              </a:rPr>
              <a:t>The other six combinations from 10 to 15 need correction in which the bit on the Z</a:t>
            </a:r>
            <a:r>
              <a:rPr lang="en-GB" b="0" i="0" baseline="-25000" dirty="0">
                <a:solidFill>
                  <a:srgbClr val="000000"/>
                </a:solidFill>
                <a:effectLst/>
                <a:latin typeface="inter-regular"/>
              </a:rPr>
              <a:t>8</a:t>
            </a:r>
            <a:r>
              <a:rPr lang="en-GB" b="0" i="0" dirty="0">
                <a:solidFill>
                  <a:srgbClr val="000000"/>
                </a:solidFill>
                <a:effectLst/>
                <a:latin typeface="inter-regular"/>
              </a:rPr>
              <a:t> position is 1.</a:t>
            </a:r>
          </a:p>
          <a:p>
            <a:pPr algn="just">
              <a:buFont typeface="+mj-lt"/>
              <a:buAutoNum type="arabicPeriod"/>
            </a:pPr>
            <a:r>
              <a:rPr lang="en-GB" b="0" i="0" dirty="0">
                <a:solidFill>
                  <a:srgbClr val="000000"/>
                </a:solidFill>
                <a:effectLst/>
                <a:latin typeface="inter-regular"/>
              </a:rPr>
              <a:t>In the Binary sum of 8 and 9, the bit on the Z</a:t>
            </a:r>
            <a:r>
              <a:rPr lang="en-GB" b="0" i="0" baseline="-25000" dirty="0">
                <a:solidFill>
                  <a:srgbClr val="000000"/>
                </a:solidFill>
                <a:effectLst/>
                <a:latin typeface="inter-regular"/>
              </a:rPr>
              <a:t>8</a:t>
            </a:r>
            <a:r>
              <a:rPr lang="en-GB" b="0" i="0" dirty="0">
                <a:solidFill>
                  <a:srgbClr val="000000"/>
                </a:solidFill>
                <a:effectLst/>
                <a:latin typeface="inter-regular"/>
              </a:rPr>
              <a:t> position is also 1. So, the second step fails, and we need to modify it.</a:t>
            </a:r>
          </a:p>
          <a:p>
            <a:pPr algn="just">
              <a:buFont typeface="+mj-lt"/>
              <a:buAutoNum type="arabicPeriod"/>
            </a:pPr>
            <a:r>
              <a:rPr lang="en-GB" b="0" i="0" dirty="0">
                <a:solidFill>
                  <a:srgbClr val="000000"/>
                </a:solidFill>
                <a:effectLst/>
                <a:latin typeface="inter-regular"/>
              </a:rPr>
              <a:t>To distinguish these two numbers, we specify that the bit on the Z</a:t>
            </a:r>
            <a:r>
              <a:rPr lang="en-GB" b="0" i="0" baseline="-25000" dirty="0">
                <a:solidFill>
                  <a:srgbClr val="000000"/>
                </a:solidFill>
                <a:effectLst/>
                <a:latin typeface="inter-regular"/>
              </a:rPr>
              <a:t>4</a:t>
            </a:r>
            <a:r>
              <a:rPr lang="en-GB" b="0" i="0" dirty="0">
                <a:solidFill>
                  <a:srgbClr val="000000"/>
                </a:solidFill>
                <a:effectLst/>
                <a:latin typeface="inter-regular"/>
              </a:rPr>
              <a:t> or Z</a:t>
            </a:r>
            <a:r>
              <a:rPr lang="en-GB" b="0" i="0" baseline="-25000" dirty="0">
                <a:solidFill>
                  <a:srgbClr val="000000"/>
                </a:solidFill>
                <a:effectLst/>
                <a:latin typeface="inter-regular"/>
              </a:rPr>
              <a:t>2</a:t>
            </a:r>
            <a:r>
              <a:rPr lang="en-GB" b="0" i="0" dirty="0">
                <a:solidFill>
                  <a:srgbClr val="000000"/>
                </a:solidFill>
                <a:effectLst/>
                <a:latin typeface="inter-regular"/>
              </a:rPr>
              <a:t> position also needs to be 1 with the bit of Z</a:t>
            </a:r>
            <a:r>
              <a:rPr lang="en-GB" b="0" i="0" baseline="-25000" dirty="0">
                <a:solidFill>
                  <a:srgbClr val="000000"/>
                </a:solidFill>
                <a:effectLst/>
                <a:latin typeface="inter-regular"/>
              </a:rPr>
              <a:t>8</a:t>
            </a:r>
            <a:endParaRPr lang="en-GB" b="0" i="0" dirty="0">
              <a:solidFill>
                <a:srgbClr val="000000"/>
              </a:solidFill>
              <a:effectLst/>
              <a:latin typeface="inter-regular"/>
            </a:endParaRPr>
          </a:p>
          <a:p>
            <a:pPr algn="just">
              <a:buFont typeface="+mj-lt"/>
              <a:buAutoNum type="arabicPeriod"/>
            </a:pPr>
            <a:r>
              <a:rPr lang="en-GB" b="0" i="0" dirty="0">
                <a:solidFill>
                  <a:srgbClr val="000000"/>
                </a:solidFill>
                <a:effectLst/>
                <a:latin typeface="inter-regular"/>
              </a:rPr>
              <a:t>The condition for a correction and an output carry can be expressed by the Boolean function:</a:t>
            </a:r>
          </a:p>
          <a:p>
            <a:pPr algn="just"/>
            <a:r>
              <a:rPr lang="en-GB" b="1" i="0" dirty="0">
                <a:solidFill>
                  <a:srgbClr val="333333"/>
                </a:solidFill>
                <a:effectLst/>
                <a:latin typeface="inter-bold"/>
              </a:rPr>
              <a:t>C=</a:t>
            </a:r>
            <a:r>
              <a:rPr lang="en-GB" b="1" dirty="0">
                <a:solidFill>
                  <a:srgbClr val="333333"/>
                </a:solidFill>
                <a:latin typeface="inter-bold"/>
              </a:rPr>
              <a:t>C+s3+s2+s1+s0</a:t>
            </a:r>
            <a:endParaRPr lang="en-GB" b="0" i="0" dirty="0">
              <a:solidFill>
                <a:srgbClr val="333333"/>
              </a:solidFill>
              <a:effectLst/>
              <a:latin typeface="inter-regular"/>
            </a:endParaRPr>
          </a:p>
        </p:txBody>
      </p:sp>
      <p:sp>
        <p:nvSpPr>
          <p:cNvPr id="8" name="TextBox 7">
            <a:extLst>
              <a:ext uri="{FF2B5EF4-FFF2-40B4-BE49-F238E27FC236}">
                <a16:creationId xmlns:a16="http://schemas.microsoft.com/office/drawing/2014/main" id="{7EB13B71-6854-42BC-B024-35D0C0738C0A}"/>
              </a:ext>
            </a:extLst>
          </p:cNvPr>
          <p:cNvSpPr txBox="1"/>
          <p:nvPr/>
        </p:nvSpPr>
        <p:spPr>
          <a:xfrm>
            <a:off x="0" y="3429000"/>
            <a:ext cx="12192000" cy="369332"/>
          </a:xfrm>
          <a:prstGeom prst="rect">
            <a:avLst/>
          </a:prstGeom>
          <a:noFill/>
        </p:spPr>
        <p:txBody>
          <a:bodyPr wrap="square">
            <a:spAutoFit/>
          </a:bodyPr>
          <a:lstStyle/>
          <a:p>
            <a:r>
              <a:rPr lang="en-GB" b="0" i="0" dirty="0">
                <a:solidFill>
                  <a:srgbClr val="333333"/>
                </a:solidFill>
                <a:effectLst/>
                <a:latin typeface="inter-regular"/>
              </a:rPr>
              <a:t>Once the circuit found the invalid BCD, the circuit adds the binary number of 6 into the invalid BCD code to make it valid.</a:t>
            </a:r>
            <a:endParaRPr lang="en-IN" dirty="0"/>
          </a:p>
        </p:txBody>
      </p:sp>
    </p:spTree>
    <p:extLst>
      <p:ext uri="{BB962C8B-B14F-4D97-AF65-F5344CB8AC3E}">
        <p14:creationId xmlns:p14="http://schemas.microsoft.com/office/powerpoint/2010/main" val="7124241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Lightbox">
            <a:extLst>
              <a:ext uri="{FF2B5EF4-FFF2-40B4-BE49-F238E27FC236}">
                <a16:creationId xmlns:a16="http://schemas.microsoft.com/office/drawing/2014/main" id="{E4306B32-CF8F-4C56-BBC7-C8A5397BB6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01184"/>
            <a:ext cx="9413823" cy="6727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897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0AF56-59EA-4C35-B68E-845ECCCB99D5}"/>
              </a:ext>
            </a:extLst>
          </p:cNvPr>
          <p:cNvSpPr>
            <a:spLocks noGrp="1"/>
          </p:cNvSpPr>
          <p:nvPr>
            <p:ph type="ctrTitle"/>
          </p:nvPr>
        </p:nvSpPr>
        <p:spPr>
          <a:xfrm>
            <a:off x="1355187" y="109491"/>
            <a:ext cx="9144000" cy="607962"/>
          </a:xfrm>
        </p:spPr>
        <p:txBody>
          <a:bodyPr/>
          <a:lstStyle/>
          <a:p>
            <a:r>
              <a:rPr lang="en-GB" sz="4000" b="1" dirty="0"/>
              <a:t>Multiplexer</a:t>
            </a:r>
            <a:endParaRPr lang="en-IN" sz="4000" b="1" dirty="0"/>
          </a:p>
        </p:txBody>
      </p:sp>
      <p:sp>
        <p:nvSpPr>
          <p:cNvPr id="5" name="TextBox 4">
            <a:extLst>
              <a:ext uri="{FF2B5EF4-FFF2-40B4-BE49-F238E27FC236}">
                <a16:creationId xmlns:a16="http://schemas.microsoft.com/office/drawing/2014/main" id="{72CE26C3-C00A-4CFC-864C-0F08D96204CC}"/>
              </a:ext>
            </a:extLst>
          </p:cNvPr>
          <p:cNvSpPr txBox="1"/>
          <p:nvPr/>
        </p:nvSpPr>
        <p:spPr>
          <a:xfrm>
            <a:off x="0" y="717453"/>
            <a:ext cx="12056012" cy="5909310"/>
          </a:xfrm>
          <a:prstGeom prst="rect">
            <a:avLst/>
          </a:prstGeom>
          <a:noFill/>
        </p:spPr>
        <p:txBody>
          <a:bodyPr wrap="square">
            <a:spAutoFit/>
          </a:bodyPr>
          <a:lstStyle/>
          <a:p>
            <a:pPr marL="285750" indent="-285750" algn="just">
              <a:buFont typeface="Wingdings" panose="05000000000000000000" pitchFamily="2" charset="2"/>
              <a:buChar char="Ø"/>
            </a:pPr>
            <a:r>
              <a:rPr lang="en-GB" dirty="0"/>
              <a:t>A multiplexer is a combinational circuit that has </a:t>
            </a:r>
            <a:r>
              <a:rPr lang="en-IN" b="0" i="0" dirty="0">
                <a:solidFill>
                  <a:srgbClr val="000000"/>
                </a:solidFill>
                <a:effectLst/>
                <a:latin typeface="Arial" panose="020B0604020202020204" pitchFamily="34" charset="0"/>
              </a:rPr>
              <a:t> 2</a:t>
            </a:r>
            <a:r>
              <a:rPr lang="en-IN" b="0" i="0" baseline="30000" dirty="0">
                <a:solidFill>
                  <a:srgbClr val="000000"/>
                </a:solidFill>
                <a:effectLst/>
                <a:latin typeface="Arial" panose="020B0604020202020204" pitchFamily="34" charset="0"/>
              </a:rPr>
              <a:t>n</a:t>
            </a:r>
            <a:r>
              <a:rPr lang="en-GB" dirty="0"/>
              <a:t> input lines and a single output line. </a:t>
            </a:r>
          </a:p>
          <a:p>
            <a:pPr marL="285750" indent="-285750" algn="just">
              <a:buFont typeface="Wingdings" panose="05000000000000000000" pitchFamily="2" charset="2"/>
              <a:buChar char="Ø"/>
            </a:pPr>
            <a:r>
              <a:rPr lang="en-GB" dirty="0"/>
              <a:t>Simply, the multiplexer is a multi-input and single-output combinational circuit.</a:t>
            </a:r>
          </a:p>
          <a:p>
            <a:pPr marL="285750" indent="-285750" algn="just">
              <a:buFont typeface="Wingdings" panose="05000000000000000000" pitchFamily="2" charset="2"/>
              <a:buChar char="Ø"/>
            </a:pPr>
            <a:r>
              <a:rPr lang="en-GB" dirty="0"/>
              <a:t> The binary information is received from the input lines and directed to the output line.</a:t>
            </a:r>
          </a:p>
          <a:p>
            <a:pPr marL="285750" indent="-285750" algn="just">
              <a:buFont typeface="Wingdings" panose="05000000000000000000" pitchFamily="2" charset="2"/>
              <a:buChar char="Ø"/>
            </a:pPr>
            <a:r>
              <a:rPr lang="en-GB" dirty="0"/>
              <a:t>A multiplexer of </a:t>
            </a:r>
            <a:r>
              <a:rPr lang="en-IN" b="0" i="0" dirty="0">
                <a:solidFill>
                  <a:srgbClr val="000000"/>
                </a:solidFill>
                <a:effectLst/>
                <a:latin typeface="Arial" panose="020B0604020202020204" pitchFamily="34" charset="0"/>
              </a:rPr>
              <a:t> 2</a:t>
            </a:r>
            <a:r>
              <a:rPr lang="en-IN" b="0" i="0" baseline="30000" dirty="0">
                <a:solidFill>
                  <a:srgbClr val="000000"/>
                </a:solidFill>
                <a:effectLst/>
                <a:latin typeface="Arial" panose="020B0604020202020204" pitchFamily="34" charset="0"/>
              </a:rPr>
              <a:t>n</a:t>
            </a:r>
            <a:r>
              <a:rPr lang="en-GB" dirty="0"/>
              <a:t> inputs has n select lines that will be used to select input line to send to the output. </a:t>
            </a:r>
          </a:p>
          <a:p>
            <a:pPr marL="285750" indent="-285750" algn="just">
              <a:buFont typeface="Wingdings" panose="05000000000000000000" pitchFamily="2" charset="2"/>
              <a:buChar char="Ø"/>
            </a:pPr>
            <a:r>
              <a:rPr lang="en-GB" dirty="0"/>
              <a:t>Multiplexer is abbreviated as Mux.</a:t>
            </a:r>
          </a:p>
          <a:p>
            <a:pPr algn="just"/>
            <a:endParaRPr lang="en-GB" dirty="0"/>
          </a:p>
          <a:p>
            <a:pPr algn="just"/>
            <a:endParaRPr lang="en-GB" b="1" i="0" dirty="0">
              <a:solidFill>
                <a:srgbClr val="333333"/>
              </a:solidFill>
              <a:effectLst/>
              <a:latin typeface="inter-regular"/>
            </a:endParaRPr>
          </a:p>
          <a:p>
            <a:pPr algn="just"/>
            <a:endParaRPr lang="en-GB" b="1" dirty="0">
              <a:solidFill>
                <a:srgbClr val="333333"/>
              </a:solidFill>
              <a:latin typeface="inter-regular"/>
            </a:endParaRPr>
          </a:p>
          <a:p>
            <a:pPr algn="just"/>
            <a:endParaRPr lang="en-GB" b="1" i="0" dirty="0">
              <a:solidFill>
                <a:srgbClr val="333333"/>
              </a:solidFill>
              <a:effectLst/>
              <a:latin typeface="inter-regular"/>
            </a:endParaRPr>
          </a:p>
          <a:p>
            <a:pPr algn="just"/>
            <a:endParaRPr lang="en-GB" b="1" dirty="0">
              <a:solidFill>
                <a:srgbClr val="333333"/>
              </a:solidFill>
              <a:latin typeface="inter-regular"/>
            </a:endParaRPr>
          </a:p>
          <a:p>
            <a:pPr algn="just"/>
            <a:endParaRPr lang="en-GB" b="1" i="0" dirty="0">
              <a:solidFill>
                <a:srgbClr val="333333"/>
              </a:solidFill>
              <a:effectLst/>
              <a:latin typeface="inter-regular"/>
            </a:endParaRPr>
          </a:p>
          <a:p>
            <a:pPr algn="just"/>
            <a:endParaRPr lang="en-GB" b="1" dirty="0">
              <a:solidFill>
                <a:srgbClr val="333333"/>
              </a:solidFill>
              <a:latin typeface="inter-regular"/>
            </a:endParaRPr>
          </a:p>
          <a:p>
            <a:pPr algn="just"/>
            <a:endParaRPr lang="en-GB" b="1" i="0" dirty="0">
              <a:solidFill>
                <a:srgbClr val="333333"/>
              </a:solidFill>
              <a:effectLst/>
              <a:latin typeface="inter-regular"/>
            </a:endParaRPr>
          </a:p>
          <a:p>
            <a:pPr algn="just"/>
            <a:endParaRPr lang="en-GB" b="1" dirty="0">
              <a:solidFill>
                <a:srgbClr val="333333"/>
              </a:solidFill>
              <a:latin typeface="inter-regular"/>
            </a:endParaRPr>
          </a:p>
          <a:p>
            <a:pPr algn="just"/>
            <a:endParaRPr lang="en-GB" b="1" i="0" dirty="0">
              <a:solidFill>
                <a:srgbClr val="333333"/>
              </a:solidFill>
              <a:effectLst/>
              <a:latin typeface="inter-regular"/>
            </a:endParaRPr>
          </a:p>
          <a:p>
            <a:pPr algn="just"/>
            <a:r>
              <a:rPr lang="en-GB" b="1" i="0" dirty="0">
                <a:solidFill>
                  <a:srgbClr val="333333"/>
                </a:solidFill>
                <a:effectLst/>
                <a:latin typeface="inter-regular"/>
              </a:rPr>
              <a:t>There are various types of the multiplexer which are as follows:</a:t>
            </a:r>
          </a:p>
          <a:p>
            <a:pPr algn="just"/>
            <a:r>
              <a:rPr lang="en-GB" b="1" dirty="0">
                <a:solidFill>
                  <a:srgbClr val="333333"/>
                </a:solidFill>
                <a:latin typeface="inter-regular"/>
              </a:rPr>
              <a:t>They are </a:t>
            </a:r>
          </a:p>
          <a:p>
            <a:pPr algn="just"/>
            <a:r>
              <a:rPr lang="en-GB" b="1" i="0" dirty="0">
                <a:solidFill>
                  <a:srgbClr val="333333"/>
                </a:solidFill>
                <a:effectLst/>
                <a:latin typeface="inter-regular"/>
              </a:rPr>
              <a:t>2 :1</a:t>
            </a:r>
          </a:p>
          <a:p>
            <a:pPr algn="just"/>
            <a:r>
              <a:rPr lang="en-GB" b="1" dirty="0">
                <a:solidFill>
                  <a:srgbClr val="333333"/>
                </a:solidFill>
                <a:latin typeface="inter-regular"/>
              </a:rPr>
              <a:t>4:1</a:t>
            </a:r>
          </a:p>
          <a:p>
            <a:pPr algn="just"/>
            <a:r>
              <a:rPr lang="en-GB" b="1" i="0" dirty="0">
                <a:solidFill>
                  <a:srgbClr val="333333"/>
                </a:solidFill>
                <a:effectLst/>
                <a:latin typeface="inter-regular"/>
              </a:rPr>
              <a:t>8:1</a:t>
            </a:r>
          </a:p>
          <a:p>
            <a:pPr algn="just"/>
            <a:r>
              <a:rPr lang="en-GB" b="1" dirty="0">
                <a:solidFill>
                  <a:srgbClr val="333333"/>
                </a:solidFill>
                <a:latin typeface="inter-regular"/>
              </a:rPr>
              <a:t>16:1</a:t>
            </a:r>
            <a:endParaRPr lang="en-GB" b="1" i="0" dirty="0">
              <a:solidFill>
                <a:srgbClr val="333333"/>
              </a:solidFill>
              <a:effectLst/>
              <a:latin typeface="inter-regular"/>
            </a:endParaRPr>
          </a:p>
        </p:txBody>
      </p:sp>
      <p:pic>
        <p:nvPicPr>
          <p:cNvPr id="9" name="Picture 8">
            <a:extLst>
              <a:ext uri="{FF2B5EF4-FFF2-40B4-BE49-F238E27FC236}">
                <a16:creationId xmlns:a16="http://schemas.microsoft.com/office/drawing/2014/main" id="{85601279-51A4-4E39-B4A0-EE855E3DD2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2511" y="1969477"/>
            <a:ext cx="3877116" cy="2504050"/>
          </a:xfrm>
          <a:prstGeom prst="rect">
            <a:avLst/>
          </a:prstGeom>
        </p:spPr>
      </p:pic>
    </p:spTree>
    <p:extLst>
      <p:ext uri="{BB962C8B-B14F-4D97-AF65-F5344CB8AC3E}">
        <p14:creationId xmlns:p14="http://schemas.microsoft.com/office/powerpoint/2010/main" val="39245765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29874A-87A4-4953-A6DC-38CFB9A3C87C}"/>
              </a:ext>
            </a:extLst>
          </p:cNvPr>
          <p:cNvSpPr txBox="1"/>
          <p:nvPr/>
        </p:nvSpPr>
        <p:spPr>
          <a:xfrm>
            <a:off x="478301" y="0"/>
            <a:ext cx="11099410" cy="3477875"/>
          </a:xfrm>
          <a:prstGeom prst="rect">
            <a:avLst/>
          </a:prstGeom>
          <a:noFill/>
        </p:spPr>
        <p:txBody>
          <a:bodyPr wrap="square">
            <a:spAutoFit/>
          </a:bodyPr>
          <a:lstStyle/>
          <a:p>
            <a:pPr algn="ctr" fontAlgn="base"/>
            <a:r>
              <a:rPr lang="en-GB" sz="2000" b="1" u="sng" dirty="0"/>
              <a:t>Advantages and Disadvantages of Multiplexer</a:t>
            </a:r>
          </a:p>
          <a:p>
            <a:pPr algn="ctr" fontAlgn="base"/>
            <a:endParaRPr lang="en-GB" sz="2000" b="1" u="sng" dirty="0"/>
          </a:p>
          <a:p>
            <a:pPr algn="just" fontAlgn="base"/>
            <a:r>
              <a:rPr lang="en-GB" b="1" dirty="0"/>
              <a:t>The advantages of multiplexer include the following.</a:t>
            </a:r>
          </a:p>
          <a:p>
            <a:pPr algn="just" fontAlgn="base"/>
            <a:endParaRPr lang="en-GB" b="1" dirty="0"/>
          </a:p>
          <a:p>
            <a:pPr algn="just" fontAlgn="base">
              <a:buFont typeface="Arial" panose="020B0604020202020204" pitchFamily="34" charset="0"/>
              <a:buChar char="•"/>
            </a:pPr>
            <a:r>
              <a:rPr lang="en-GB" dirty="0"/>
              <a:t>In multiplexer, the usage of a number of wires can be decreased</a:t>
            </a:r>
          </a:p>
          <a:p>
            <a:pPr algn="just" fontAlgn="base">
              <a:buFont typeface="Arial" panose="020B0604020202020204" pitchFamily="34" charset="0"/>
              <a:buChar char="•"/>
            </a:pPr>
            <a:r>
              <a:rPr lang="en-GB" dirty="0"/>
              <a:t>It reduces the cost as well as the complexity of the circuit</a:t>
            </a:r>
          </a:p>
          <a:p>
            <a:pPr algn="just" fontAlgn="base">
              <a:buFont typeface="Arial" panose="020B0604020202020204" pitchFamily="34" charset="0"/>
              <a:buChar char="•"/>
            </a:pPr>
            <a:r>
              <a:rPr lang="en-GB" dirty="0"/>
              <a:t>The implementation of a number of combination circuits can be possible by using a multiplexer</a:t>
            </a:r>
          </a:p>
          <a:p>
            <a:pPr algn="just" fontAlgn="base">
              <a:buFont typeface="Arial" panose="020B0604020202020204" pitchFamily="34" charset="0"/>
              <a:buChar char="•"/>
            </a:pPr>
            <a:r>
              <a:rPr lang="en-GB" dirty="0"/>
              <a:t>Mux doesn’t require K-maps &amp; simplification</a:t>
            </a:r>
          </a:p>
          <a:p>
            <a:pPr algn="just" fontAlgn="base">
              <a:buFont typeface="Arial" panose="020B0604020202020204" pitchFamily="34" charset="0"/>
              <a:buChar char="•"/>
            </a:pPr>
            <a:r>
              <a:rPr lang="en-GB" dirty="0"/>
              <a:t>The multiplexer can make the transmission circuit less complex &amp; economical</a:t>
            </a:r>
          </a:p>
          <a:p>
            <a:pPr algn="just" fontAlgn="base">
              <a:buFont typeface="Arial" panose="020B0604020202020204" pitchFamily="34" charset="0"/>
              <a:buChar char="•"/>
            </a:pPr>
            <a:r>
              <a:rPr lang="en-GB" dirty="0"/>
              <a:t>The multiplexer ability can be extended to switch audio signals, video signals, etc.</a:t>
            </a:r>
          </a:p>
          <a:p>
            <a:pPr algn="just" fontAlgn="base">
              <a:buFont typeface="Arial" panose="020B0604020202020204" pitchFamily="34" charset="0"/>
              <a:buChar char="•"/>
            </a:pPr>
            <a:r>
              <a:rPr lang="en-GB" dirty="0"/>
              <a:t>The digital system reliability can be improved using a MUX as it decreases the number of exterior wired connections.</a:t>
            </a:r>
          </a:p>
          <a:p>
            <a:pPr algn="just" fontAlgn="base">
              <a:buFont typeface="Arial" panose="020B0604020202020204" pitchFamily="34" charset="0"/>
              <a:buChar char="•"/>
            </a:pPr>
            <a:r>
              <a:rPr lang="en-GB" dirty="0"/>
              <a:t>MUX is used to implement several combinational circuits</a:t>
            </a:r>
          </a:p>
        </p:txBody>
      </p:sp>
      <p:sp>
        <p:nvSpPr>
          <p:cNvPr id="7" name="TextBox 6">
            <a:extLst>
              <a:ext uri="{FF2B5EF4-FFF2-40B4-BE49-F238E27FC236}">
                <a16:creationId xmlns:a16="http://schemas.microsoft.com/office/drawing/2014/main" id="{7956F899-CAD4-4083-9BDA-81405420A1DE}"/>
              </a:ext>
            </a:extLst>
          </p:cNvPr>
          <p:cNvSpPr txBox="1"/>
          <p:nvPr/>
        </p:nvSpPr>
        <p:spPr>
          <a:xfrm>
            <a:off x="478301" y="3429000"/>
            <a:ext cx="11099410" cy="1508105"/>
          </a:xfrm>
          <a:prstGeom prst="rect">
            <a:avLst/>
          </a:prstGeom>
          <a:noFill/>
        </p:spPr>
        <p:txBody>
          <a:bodyPr wrap="square">
            <a:spAutoFit/>
          </a:bodyPr>
          <a:lstStyle/>
          <a:p>
            <a:pPr algn="just" fontAlgn="base"/>
            <a:r>
              <a:rPr lang="en-GB" sz="2000" b="1" dirty="0"/>
              <a:t>The disadvantages of multiplexer include the following.</a:t>
            </a:r>
          </a:p>
          <a:p>
            <a:pPr algn="just" fontAlgn="base">
              <a:buFont typeface="Arial" panose="020B0604020202020204" pitchFamily="34" charset="0"/>
              <a:buChar char="•"/>
            </a:pPr>
            <a:r>
              <a:rPr lang="en-GB" dirty="0"/>
              <a:t>Additional delays required within switching ports &amp; I/O signals which propagate throughout the multiplexer.</a:t>
            </a:r>
          </a:p>
          <a:p>
            <a:pPr algn="just" fontAlgn="base">
              <a:buFont typeface="Arial" panose="020B0604020202020204" pitchFamily="34" charset="0"/>
              <a:buChar char="•"/>
            </a:pPr>
            <a:r>
              <a:rPr lang="en-GB" dirty="0"/>
              <a:t>The ports which can be utilized at the same time have limitations</a:t>
            </a:r>
          </a:p>
          <a:p>
            <a:pPr algn="just" fontAlgn="base">
              <a:buFont typeface="Arial" panose="020B0604020202020204" pitchFamily="34" charset="0"/>
              <a:buChar char="•"/>
            </a:pPr>
            <a:r>
              <a:rPr lang="en-GB" dirty="0"/>
              <a:t>Switching ports can be handled by adding the complexity of firmware</a:t>
            </a:r>
          </a:p>
          <a:p>
            <a:pPr algn="just" fontAlgn="base">
              <a:buFont typeface="Arial" panose="020B0604020202020204" pitchFamily="34" charset="0"/>
              <a:buChar char="•"/>
            </a:pPr>
            <a:r>
              <a:rPr lang="en-GB" dirty="0"/>
              <a:t>The controlling of multiplexer can be done by using additional I/O ports.</a:t>
            </a:r>
          </a:p>
        </p:txBody>
      </p:sp>
      <p:sp>
        <p:nvSpPr>
          <p:cNvPr id="8" name="TextBox 7">
            <a:extLst>
              <a:ext uri="{FF2B5EF4-FFF2-40B4-BE49-F238E27FC236}">
                <a16:creationId xmlns:a16="http://schemas.microsoft.com/office/drawing/2014/main" id="{01C2B828-0838-472D-BC02-5215A252B0CD}"/>
              </a:ext>
            </a:extLst>
          </p:cNvPr>
          <p:cNvSpPr txBox="1"/>
          <p:nvPr/>
        </p:nvSpPr>
        <p:spPr>
          <a:xfrm>
            <a:off x="478301" y="4937105"/>
            <a:ext cx="12192000" cy="1477328"/>
          </a:xfrm>
          <a:prstGeom prst="rect">
            <a:avLst/>
          </a:prstGeom>
          <a:noFill/>
        </p:spPr>
        <p:txBody>
          <a:bodyPr wrap="square">
            <a:spAutoFit/>
          </a:bodyPr>
          <a:lstStyle/>
          <a:p>
            <a:pPr algn="just" fontAlgn="base"/>
            <a:r>
              <a:rPr lang="en-GB" b="1" u="sng" dirty="0"/>
              <a:t>Applications of Multiplexers</a:t>
            </a:r>
          </a:p>
          <a:p>
            <a:pPr algn="just" fontAlgn="base"/>
            <a:endParaRPr lang="en-GB" dirty="0"/>
          </a:p>
          <a:p>
            <a:pPr marL="285750" indent="-285750" algn="l" fontAlgn="base">
              <a:buFont typeface="Wingdings" panose="05000000000000000000" pitchFamily="2" charset="2"/>
              <a:buChar char="Ø"/>
            </a:pPr>
            <a:r>
              <a:rPr lang="en-GB" dirty="0"/>
              <a:t>Communication System</a:t>
            </a:r>
          </a:p>
          <a:p>
            <a:pPr marL="285750" indent="-285750" algn="l" fontAlgn="base">
              <a:buFont typeface="Wingdings" panose="05000000000000000000" pitchFamily="2" charset="2"/>
              <a:buChar char="Ø"/>
            </a:pPr>
            <a:r>
              <a:rPr lang="en-GB" dirty="0"/>
              <a:t>Computer Memory</a:t>
            </a:r>
          </a:p>
          <a:p>
            <a:pPr marL="285750" indent="-285750" algn="l" fontAlgn="base">
              <a:buFont typeface="Wingdings" panose="05000000000000000000" pitchFamily="2" charset="2"/>
              <a:buChar char="Ø"/>
            </a:pPr>
            <a:r>
              <a:rPr lang="en-GB" dirty="0"/>
              <a:t>Transmission from the Computer System of a Satellite</a:t>
            </a:r>
          </a:p>
        </p:txBody>
      </p:sp>
    </p:spTree>
    <p:extLst>
      <p:ext uri="{BB962C8B-B14F-4D97-AF65-F5344CB8AC3E}">
        <p14:creationId xmlns:p14="http://schemas.microsoft.com/office/powerpoint/2010/main" val="20746644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E6774-C44A-4A8D-8C5E-798734C039CD}"/>
              </a:ext>
            </a:extLst>
          </p:cNvPr>
          <p:cNvSpPr>
            <a:spLocks noGrp="1"/>
          </p:cNvSpPr>
          <p:nvPr>
            <p:ph type="ctrTitle"/>
          </p:nvPr>
        </p:nvSpPr>
        <p:spPr>
          <a:xfrm>
            <a:off x="1524000" y="187106"/>
            <a:ext cx="9144000" cy="720505"/>
          </a:xfrm>
        </p:spPr>
        <p:txBody>
          <a:bodyPr/>
          <a:lstStyle/>
          <a:p>
            <a:r>
              <a:rPr lang="en-GB" sz="4000" b="1" dirty="0"/>
              <a:t>2 X 1 /(2:1) MUX</a:t>
            </a:r>
            <a:endParaRPr lang="en-IN" sz="4000" b="1" dirty="0"/>
          </a:p>
        </p:txBody>
      </p:sp>
      <p:sp>
        <p:nvSpPr>
          <p:cNvPr id="4" name="TextBox 3">
            <a:extLst>
              <a:ext uri="{FF2B5EF4-FFF2-40B4-BE49-F238E27FC236}">
                <a16:creationId xmlns:a16="http://schemas.microsoft.com/office/drawing/2014/main" id="{49AE6F9A-D02B-40B0-A0BE-02D656682ECD}"/>
              </a:ext>
            </a:extLst>
          </p:cNvPr>
          <p:cNvSpPr txBox="1"/>
          <p:nvPr/>
        </p:nvSpPr>
        <p:spPr>
          <a:xfrm>
            <a:off x="135989" y="907611"/>
            <a:ext cx="11765279" cy="1477328"/>
          </a:xfrm>
          <a:prstGeom prst="rect">
            <a:avLst/>
          </a:prstGeom>
          <a:noFill/>
        </p:spPr>
        <p:txBody>
          <a:bodyPr wrap="square">
            <a:spAutoFit/>
          </a:bodyPr>
          <a:lstStyle/>
          <a:p>
            <a:pPr algn="just"/>
            <a:r>
              <a:rPr lang="en-GB" b="1" i="0" u="sng" dirty="0">
                <a:effectLst/>
                <a:latin typeface="erdana"/>
              </a:rPr>
              <a:t>2×1 Multiplexer:</a:t>
            </a:r>
          </a:p>
          <a:p>
            <a:pPr marL="285750" indent="-285750" algn="just">
              <a:buFont typeface="Wingdings" panose="05000000000000000000" pitchFamily="2" charset="2"/>
              <a:buChar char="Ø"/>
            </a:pPr>
            <a:r>
              <a:rPr lang="en-GB" b="0" i="0" dirty="0">
                <a:solidFill>
                  <a:srgbClr val="333333"/>
                </a:solidFill>
                <a:effectLst/>
                <a:latin typeface="inter-regular"/>
              </a:rPr>
              <a:t>In 2×1 multiplexer, there are only two inputs, i.e., A</a:t>
            </a:r>
            <a:r>
              <a:rPr lang="en-GB" b="0" i="0" baseline="-25000" dirty="0">
                <a:solidFill>
                  <a:srgbClr val="333333"/>
                </a:solidFill>
                <a:effectLst/>
                <a:latin typeface="inter-regular"/>
              </a:rPr>
              <a:t>0</a:t>
            </a:r>
            <a:r>
              <a:rPr lang="en-GB" b="0" i="0" dirty="0">
                <a:solidFill>
                  <a:srgbClr val="333333"/>
                </a:solidFill>
                <a:effectLst/>
                <a:latin typeface="inter-regular"/>
              </a:rPr>
              <a:t> and A</a:t>
            </a:r>
            <a:r>
              <a:rPr lang="en-GB" b="0" i="0" baseline="-25000" dirty="0">
                <a:solidFill>
                  <a:srgbClr val="333333"/>
                </a:solidFill>
                <a:effectLst/>
                <a:latin typeface="inter-regular"/>
              </a:rPr>
              <a:t>1</a:t>
            </a:r>
            <a:r>
              <a:rPr lang="en-GB" b="0" i="0" dirty="0">
                <a:solidFill>
                  <a:srgbClr val="333333"/>
                </a:solidFill>
                <a:effectLst/>
                <a:latin typeface="inter-regular"/>
              </a:rPr>
              <a:t>, 1 selection line, i.e., S</a:t>
            </a:r>
            <a:r>
              <a:rPr lang="en-GB" b="0" i="0" baseline="-25000" dirty="0">
                <a:solidFill>
                  <a:srgbClr val="333333"/>
                </a:solidFill>
                <a:effectLst/>
                <a:latin typeface="inter-regular"/>
              </a:rPr>
              <a:t>0</a:t>
            </a:r>
            <a:r>
              <a:rPr lang="en-GB" b="0" i="0" dirty="0">
                <a:solidFill>
                  <a:srgbClr val="333333"/>
                </a:solidFill>
                <a:effectLst/>
                <a:latin typeface="inter-regular"/>
              </a:rPr>
              <a:t> and single outputs, i.e., Y. </a:t>
            </a:r>
          </a:p>
          <a:p>
            <a:pPr marL="285750" indent="-285750" algn="just">
              <a:buFont typeface="Wingdings" panose="05000000000000000000" pitchFamily="2" charset="2"/>
              <a:buChar char="Ø"/>
            </a:pPr>
            <a:r>
              <a:rPr lang="en-GB" b="0" i="0" dirty="0">
                <a:solidFill>
                  <a:srgbClr val="333333"/>
                </a:solidFill>
                <a:effectLst/>
                <a:latin typeface="inter-regular"/>
              </a:rPr>
              <a:t>On the basis of the combination of inputs which are present at the selection line S</a:t>
            </a:r>
            <a:r>
              <a:rPr lang="en-GB" b="0" i="0" baseline="30000" dirty="0">
                <a:solidFill>
                  <a:srgbClr val="333333"/>
                </a:solidFill>
                <a:effectLst/>
                <a:latin typeface="inter-regular"/>
              </a:rPr>
              <a:t>0</a:t>
            </a:r>
            <a:r>
              <a:rPr lang="en-GB" b="0" i="0" dirty="0">
                <a:solidFill>
                  <a:srgbClr val="333333"/>
                </a:solidFill>
                <a:effectLst/>
                <a:latin typeface="inter-regular"/>
              </a:rPr>
              <a:t>, one of these 2 inputs will be connected to the output. </a:t>
            </a:r>
          </a:p>
          <a:p>
            <a:pPr marL="285750" indent="-285750" algn="just">
              <a:buFont typeface="Wingdings" panose="05000000000000000000" pitchFamily="2" charset="2"/>
              <a:buChar char="Ø"/>
            </a:pPr>
            <a:r>
              <a:rPr lang="en-GB" b="0" i="0" dirty="0">
                <a:solidFill>
                  <a:srgbClr val="333333"/>
                </a:solidFill>
                <a:effectLst/>
                <a:latin typeface="inter-regular"/>
              </a:rPr>
              <a:t>The block diagram and the truth table of the 2</a:t>
            </a:r>
            <a:r>
              <a:rPr lang="en-GB" b="1" i="0" dirty="0">
                <a:solidFill>
                  <a:srgbClr val="333333"/>
                </a:solidFill>
                <a:effectLst/>
                <a:latin typeface="inter-bold"/>
              </a:rPr>
              <a:t>×</a:t>
            </a:r>
            <a:r>
              <a:rPr lang="en-GB" b="0" i="0" dirty="0">
                <a:solidFill>
                  <a:srgbClr val="333333"/>
                </a:solidFill>
                <a:effectLst/>
                <a:latin typeface="inter-regular"/>
              </a:rPr>
              <a:t>1 multiplexer are given below.</a:t>
            </a:r>
          </a:p>
        </p:txBody>
      </p:sp>
      <p:sp>
        <p:nvSpPr>
          <p:cNvPr id="5" name="Rectangle 1">
            <a:extLst>
              <a:ext uri="{FF2B5EF4-FFF2-40B4-BE49-F238E27FC236}">
                <a16:creationId xmlns:a16="http://schemas.microsoft.com/office/drawing/2014/main" id="{CFC4BC08-11D9-4131-B4E8-26BE0902C7FB}"/>
              </a:ext>
            </a:extLst>
          </p:cNvPr>
          <p:cNvSpPr>
            <a:spLocks noChangeArrowheads="1"/>
          </p:cNvSpPr>
          <p:nvPr/>
        </p:nvSpPr>
        <p:spPr bwMode="auto">
          <a:xfrm>
            <a:off x="5704196" y="2459323"/>
            <a:ext cx="5228996" cy="341632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Truth Table:</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logical expression of the term Y is as follows: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Y=S0'.A0+S0.A1</a:t>
            </a:r>
          </a:p>
        </p:txBody>
      </p:sp>
      <p:pic>
        <p:nvPicPr>
          <p:cNvPr id="1026" name="Picture 2" descr="Multiplexer">
            <a:extLst>
              <a:ext uri="{FF2B5EF4-FFF2-40B4-BE49-F238E27FC236}">
                <a16:creationId xmlns:a16="http://schemas.microsoft.com/office/drawing/2014/main" id="{14B02A39-F7CF-4E92-8A7D-C4C8B1550A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540" y="2736321"/>
            <a:ext cx="3171825" cy="212407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Multiplexer">
            <a:extLst>
              <a:ext uri="{FF2B5EF4-FFF2-40B4-BE49-F238E27FC236}">
                <a16:creationId xmlns:a16="http://schemas.microsoft.com/office/drawing/2014/main" id="{A707DC76-B19E-4FDD-B7A2-11B974BB4A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52136" y="3130061"/>
            <a:ext cx="3060675" cy="187526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18F16BC-6926-49A3-96C2-EB43A4FA4EFD}"/>
              </a:ext>
            </a:extLst>
          </p:cNvPr>
          <p:cNvSpPr txBox="1"/>
          <p:nvPr/>
        </p:nvSpPr>
        <p:spPr>
          <a:xfrm>
            <a:off x="1258808" y="5005322"/>
            <a:ext cx="1681340"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Block Diagram</a:t>
            </a:r>
          </a:p>
        </p:txBody>
      </p:sp>
    </p:spTree>
    <p:extLst>
      <p:ext uri="{BB962C8B-B14F-4D97-AF65-F5344CB8AC3E}">
        <p14:creationId xmlns:p14="http://schemas.microsoft.com/office/powerpoint/2010/main" val="4862837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4B4B80ED-60AC-4538-A422-A3E02CFE582B}"/>
              </a:ext>
            </a:extLst>
          </p:cNvPr>
          <p:cNvSpPr>
            <a:spLocks noChangeArrowheads="1"/>
          </p:cNvSpPr>
          <p:nvPr/>
        </p:nvSpPr>
        <p:spPr bwMode="auto">
          <a:xfrm>
            <a:off x="1561515" y="544927"/>
            <a:ext cx="52772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Logical circuit of the above expression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2050" name="Picture 2" descr="Multiplexer">
            <a:extLst>
              <a:ext uri="{FF2B5EF4-FFF2-40B4-BE49-F238E27FC236}">
                <a16:creationId xmlns:a16="http://schemas.microsoft.com/office/drawing/2014/main" id="{6643A56E-BD55-4AF2-88B4-9AF03804E9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9523" y="1726809"/>
            <a:ext cx="6456679" cy="4586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17848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A1F11-A347-4BBE-A2AC-384CA59193E0}"/>
              </a:ext>
            </a:extLst>
          </p:cNvPr>
          <p:cNvSpPr>
            <a:spLocks noGrp="1"/>
          </p:cNvSpPr>
          <p:nvPr>
            <p:ph type="ctrTitle"/>
          </p:nvPr>
        </p:nvSpPr>
        <p:spPr>
          <a:xfrm>
            <a:off x="1411459" y="0"/>
            <a:ext cx="9144000" cy="703385"/>
          </a:xfrm>
        </p:spPr>
        <p:txBody>
          <a:bodyPr/>
          <a:lstStyle/>
          <a:p>
            <a:r>
              <a:rPr lang="en-GB" sz="4000" b="1" dirty="0"/>
              <a:t>4:1/(4X1) MUX</a:t>
            </a:r>
            <a:endParaRPr lang="en-IN" sz="4000" b="1" dirty="0"/>
          </a:p>
        </p:txBody>
      </p:sp>
      <p:graphicFrame>
        <p:nvGraphicFramePr>
          <p:cNvPr id="4" name="Table 3">
            <a:extLst>
              <a:ext uri="{FF2B5EF4-FFF2-40B4-BE49-F238E27FC236}">
                <a16:creationId xmlns:a16="http://schemas.microsoft.com/office/drawing/2014/main" id="{40C50D23-7BFC-4B81-8A6A-AD77C4A34DD0}"/>
              </a:ext>
            </a:extLst>
          </p:cNvPr>
          <p:cNvGraphicFramePr>
            <a:graphicFrameLocks noGrp="1"/>
          </p:cNvGraphicFramePr>
          <p:nvPr>
            <p:extLst>
              <p:ext uri="{D42A27DB-BD31-4B8C-83A1-F6EECF244321}">
                <p14:modId xmlns:p14="http://schemas.microsoft.com/office/powerpoint/2010/main" val="3621385462"/>
              </p:ext>
            </p:extLst>
          </p:nvPr>
        </p:nvGraphicFramePr>
        <p:xfrm>
          <a:off x="6645252" y="2258150"/>
          <a:ext cx="4416924" cy="2560320"/>
        </p:xfrm>
        <a:graphic>
          <a:graphicData uri="http://schemas.openxmlformats.org/drawingml/2006/table">
            <a:tbl>
              <a:tblPr/>
              <a:tblGrid>
                <a:gridCol w="1472308">
                  <a:extLst>
                    <a:ext uri="{9D8B030D-6E8A-4147-A177-3AD203B41FA5}">
                      <a16:colId xmlns:a16="http://schemas.microsoft.com/office/drawing/2014/main" val="1937772725"/>
                    </a:ext>
                  </a:extLst>
                </a:gridCol>
                <a:gridCol w="1472308">
                  <a:extLst>
                    <a:ext uri="{9D8B030D-6E8A-4147-A177-3AD203B41FA5}">
                      <a16:colId xmlns:a16="http://schemas.microsoft.com/office/drawing/2014/main" val="3039510550"/>
                    </a:ext>
                  </a:extLst>
                </a:gridCol>
                <a:gridCol w="1472308">
                  <a:extLst>
                    <a:ext uri="{9D8B030D-6E8A-4147-A177-3AD203B41FA5}">
                      <a16:colId xmlns:a16="http://schemas.microsoft.com/office/drawing/2014/main" val="627910764"/>
                    </a:ext>
                  </a:extLst>
                </a:gridCol>
              </a:tblGrid>
              <a:tr h="0">
                <a:tc gridSpan="2">
                  <a:txBody>
                    <a:bodyPr/>
                    <a:lstStyle/>
                    <a:p>
                      <a:pPr algn="ctr" fontAlgn="t"/>
                      <a:r>
                        <a:rPr lang="en-IN">
                          <a:effectLst/>
                        </a:rPr>
                        <a:t>Selection Lines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IN"/>
                    </a:p>
                  </a:txBody>
                  <a:tcPr/>
                </a:tc>
                <a:tc>
                  <a:txBody>
                    <a:bodyPr/>
                    <a:lstStyle/>
                    <a:p>
                      <a:pPr algn="ctr" fontAlgn="t"/>
                      <a:r>
                        <a:rPr lang="en-IN">
                          <a:effectLst/>
                        </a:rPr>
                        <a:t>Output</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345077526"/>
                  </a:ext>
                </a:extLst>
              </a:tr>
              <a:tr h="0">
                <a:tc>
                  <a:txBody>
                    <a:bodyPr/>
                    <a:lstStyle/>
                    <a:p>
                      <a:pPr algn="ctr" fontAlgn="t"/>
                      <a:r>
                        <a:rPr lang="en-IN" b="1">
                          <a:effectLst/>
                        </a:rPr>
                        <a:t>S</a:t>
                      </a:r>
                      <a:r>
                        <a:rPr lang="en-IN" b="1" baseline="-25000">
                          <a:effectLst/>
                        </a:rPr>
                        <a:t>1</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b="1">
                          <a:effectLst/>
                        </a:rPr>
                        <a:t>S</a:t>
                      </a:r>
                      <a:r>
                        <a:rPr lang="en-IN" b="1" baseline="-25000">
                          <a:effectLst/>
                        </a:rPr>
                        <a:t>0</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b="1">
                          <a:effectLst/>
                        </a:rPr>
                        <a:t>Y</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39329615"/>
                  </a:ext>
                </a:extLst>
              </a:tr>
              <a:tr h="0">
                <a:tc>
                  <a:txBody>
                    <a:bodyPr/>
                    <a:lstStyle/>
                    <a:p>
                      <a:pPr algn="ct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dirty="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a:effectLst/>
                        </a:rPr>
                        <a:t>I</a:t>
                      </a:r>
                      <a:r>
                        <a:rPr lang="en-IN" baseline="-25000">
                          <a:effectLst/>
                        </a:rPr>
                        <a:t>0</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31377890"/>
                  </a:ext>
                </a:extLst>
              </a:tr>
              <a:tr h="0">
                <a:tc>
                  <a:txBody>
                    <a:bodyPr/>
                    <a:lstStyle/>
                    <a:p>
                      <a:pPr algn="ct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a:effectLst/>
                        </a:rPr>
                        <a:t>I</a:t>
                      </a:r>
                      <a:r>
                        <a:rPr lang="en-IN" baseline="-25000">
                          <a:effectLst/>
                        </a:rPr>
                        <a:t>1</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86637054"/>
                  </a:ext>
                </a:extLst>
              </a:tr>
              <a:tr h="0">
                <a:tc>
                  <a:txBody>
                    <a:bodyPr/>
                    <a:lstStyle/>
                    <a:p>
                      <a:pPr algn="ct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a:effectLst/>
                        </a:rPr>
                        <a:t>I</a:t>
                      </a:r>
                      <a:r>
                        <a:rPr lang="en-IN" baseline="-25000">
                          <a:effectLst/>
                        </a:rPr>
                        <a:t>2</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32345697"/>
                  </a:ext>
                </a:extLst>
              </a:tr>
              <a:tr h="0">
                <a:tc>
                  <a:txBody>
                    <a:bodyPr/>
                    <a:lstStyle/>
                    <a:p>
                      <a:pPr algn="ct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dirty="0">
                          <a:effectLst/>
                        </a:rPr>
                        <a:t>I</a:t>
                      </a:r>
                      <a:r>
                        <a:rPr lang="en-IN" baseline="-25000" dirty="0">
                          <a:effectLst/>
                        </a:rPr>
                        <a:t>3</a:t>
                      </a:r>
                      <a:endParaRPr lang="en-IN" dirty="0">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74785096"/>
                  </a:ext>
                </a:extLst>
              </a:tr>
            </a:tbl>
          </a:graphicData>
        </a:graphic>
      </p:graphicFrame>
      <p:sp>
        <p:nvSpPr>
          <p:cNvPr id="5" name="Rectangle 1">
            <a:extLst>
              <a:ext uri="{FF2B5EF4-FFF2-40B4-BE49-F238E27FC236}">
                <a16:creationId xmlns:a16="http://schemas.microsoft.com/office/drawing/2014/main" id="{2A1028DC-010A-449E-86F2-D8167253CFB6}"/>
              </a:ext>
            </a:extLst>
          </p:cNvPr>
          <p:cNvSpPr>
            <a:spLocks noChangeArrowheads="1"/>
          </p:cNvSpPr>
          <p:nvPr/>
        </p:nvSpPr>
        <p:spPr bwMode="auto">
          <a:xfrm>
            <a:off x="0" y="639814"/>
            <a:ext cx="12192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4x1 Multiplexer has four data inputs I3, I2, I1 &amp; I0, two selection lines s1 &amp; s0 and one output Y.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block diagram of 4x1 Multiplexer is shown in the following figure.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One of these 4 inputs will be connected to the output based on the combination of inputs present at these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two selection lines. </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dirty="0"/>
            </a:br>
            <a:endParaRPr lang="en-US" altLang="en-US" dirty="0"/>
          </a:p>
        </p:txBody>
      </p:sp>
      <p:pic>
        <p:nvPicPr>
          <p:cNvPr id="3074" name="Picture 2" descr="4x1 Multiplexer">
            <a:extLst>
              <a:ext uri="{FF2B5EF4-FFF2-40B4-BE49-F238E27FC236}">
                <a16:creationId xmlns:a16="http://schemas.microsoft.com/office/drawing/2014/main" id="{457BD2B2-BF83-4430-B4D4-21AAE0C399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38350"/>
            <a:ext cx="5715000" cy="27813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90091D1-0535-4899-A8EF-A769689C7DA3}"/>
              </a:ext>
            </a:extLst>
          </p:cNvPr>
          <p:cNvSpPr txBox="1"/>
          <p:nvPr/>
        </p:nvSpPr>
        <p:spPr>
          <a:xfrm>
            <a:off x="5715000" y="5208412"/>
            <a:ext cx="6117770" cy="107721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From Truth table, we can directly write the Boolean function for output, Y as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1" dirty="0"/>
              <a:t>Y=S1′S0′I0+S1′S0I1+S1S0′I2+S1S0I3</a:t>
            </a:r>
          </a:p>
        </p:txBody>
      </p:sp>
      <p:sp>
        <p:nvSpPr>
          <p:cNvPr id="10" name="TextBox 9">
            <a:extLst>
              <a:ext uri="{FF2B5EF4-FFF2-40B4-BE49-F238E27FC236}">
                <a16:creationId xmlns:a16="http://schemas.microsoft.com/office/drawing/2014/main" id="{78DFFB77-1673-418D-BFCF-F6418C6A972E}"/>
              </a:ext>
            </a:extLst>
          </p:cNvPr>
          <p:cNvSpPr txBox="1"/>
          <p:nvPr/>
        </p:nvSpPr>
        <p:spPr>
          <a:xfrm>
            <a:off x="6477002" y="1787686"/>
            <a:ext cx="6117770" cy="369332"/>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lang="en-US" altLang="en-US" b="1" dirty="0"/>
              <a:t>Truth table of 4x1 Multiplexer is shown below.</a:t>
            </a:r>
          </a:p>
        </p:txBody>
      </p:sp>
      <p:sp>
        <p:nvSpPr>
          <p:cNvPr id="11" name="TextBox 10">
            <a:extLst>
              <a:ext uri="{FF2B5EF4-FFF2-40B4-BE49-F238E27FC236}">
                <a16:creationId xmlns:a16="http://schemas.microsoft.com/office/drawing/2014/main" id="{EDC7627A-3B35-4FA8-BB10-C05693AD8C25}"/>
              </a:ext>
            </a:extLst>
          </p:cNvPr>
          <p:cNvSpPr txBox="1"/>
          <p:nvPr/>
        </p:nvSpPr>
        <p:spPr>
          <a:xfrm>
            <a:off x="2173208" y="4934531"/>
            <a:ext cx="1681340"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Block Diagram</a:t>
            </a:r>
          </a:p>
        </p:txBody>
      </p:sp>
    </p:spTree>
    <p:extLst>
      <p:ext uri="{BB962C8B-B14F-4D97-AF65-F5344CB8AC3E}">
        <p14:creationId xmlns:p14="http://schemas.microsoft.com/office/powerpoint/2010/main" val="23131021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1655D9D-C57C-4BCC-9391-026DB66ECE2E}"/>
              </a:ext>
            </a:extLst>
          </p:cNvPr>
          <p:cNvSpPr>
            <a:spLocks noChangeArrowheads="1"/>
          </p:cNvSpPr>
          <p:nvPr/>
        </p:nvSpPr>
        <p:spPr bwMode="auto">
          <a:xfrm>
            <a:off x="1520324" y="177075"/>
            <a:ext cx="91513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t>The circuit diagram of 4x1 multiplexer is shown in the following figure.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b="1" dirty="0"/>
              <a:t>         </a:t>
            </a:r>
            <a:br>
              <a:rPr lang="en-US" altLang="en-US" sz="2400" b="1" dirty="0"/>
            </a:br>
            <a:endParaRPr lang="en-US" altLang="en-US" sz="2400" b="1" dirty="0"/>
          </a:p>
        </p:txBody>
      </p:sp>
      <p:pic>
        <p:nvPicPr>
          <p:cNvPr id="4098" name="Picture 2" descr="4 to 1 Multiplexer Circuit Diagram">
            <a:extLst>
              <a:ext uri="{FF2B5EF4-FFF2-40B4-BE49-F238E27FC236}">
                <a16:creationId xmlns:a16="http://schemas.microsoft.com/office/drawing/2014/main" id="{841B4F36-7B7D-4E98-A20E-C1E6212162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3544" y="872196"/>
            <a:ext cx="9151351" cy="51673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77522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1AF5A-B853-4C56-990E-6C63013AA114}"/>
              </a:ext>
            </a:extLst>
          </p:cNvPr>
          <p:cNvSpPr>
            <a:spLocks noGrp="1"/>
          </p:cNvSpPr>
          <p:nvPr>
            <p:ph type="ctrTitle"/>
          </p:nvPr>
        </p:nvSpPr>
        <p:spPr>
          <a:xfrm>
            <a:off x="1524000" y="123557"/>
            <a:ext cx="9144000" cy="917452"/>
          </a:xfrm>
        </p:spPr>
        <p:txBody>
          <a:bodyPr/>
          <a:lstStyle/>
          <a:p>
            <a:r>
              <a:rPr lang="en-GB" dirty="0"/>
              <a:t>8X1 / (8:1) MUX</a:t>
            </a:r>
            <a:endParaRPr lang="en-IN" dirty="0"/>
          </a:p>
        </p:txBody>
      </p:sp>
      <p:sp>
        <p:nvSpPr>
          <p:cNvPr id="5" name="TextBox 4">
            <a:extLst>
              <a:ext uri="{FF2B5EF4-FFF2-40B4-BE49-F238E27FC236}">
                <a16:creationId xmlns:a16="http://schemas.microsoft.com/office/drawing/2014/main" id="{50CF25BC-3717-48A6-917A-A8CB9F87E2E4}"/>
              </a:ext>
            </a:extLst>
          </p:cNvPr>
          <p:cNvSpPr txBox="1"/>
          <p:nvPr/>
        </p:nvSpPr>
        <p:spPr>
          <a:xfrm>
            <a:off x="193430" y="1164829"/>
            <a:ext cx="11998569" cy="1477328"/>
          </a:xfrm>
          <a:prstGeom prst="rect">
            <a:avLst/>
          </a:prstGeom>
          <a:noFill/>
        </p:spPr>
        <p:txBody>
          <a:bodyPr wrap="square">
            <a:spAutoFit/>
          </a:bodyPr>
          <a:lstStyle/>
          <a:p>
            <a:pPr marL="285750" indent="-285750" algn="just">
              <a:buFont typeface="Wingdings" panose="05000000000000000000" pitchFamily="2" charset="2"/>
              <a:buChar char="Ø"/>
            </a:pPr>
            <a:r>
              <a:rPr lang="en-GB" b="0" i="0" dirty="0">
                <a:solidFill>
                  <a:srgbClr val="333333"/>
                </a:solidFill>
                <a:effectLst/>
                <a:latin typeface="inter-regular"/>
              </a:rPr>
              <a:t>In the 8 to 1 multiplexer, there are total eight inputs, i.e., A</a:t>
            </a:r>
            <a:r>
              <a:rPr lang="en-GB" b="0" i="0" baseline="-25000" dirty="0">
                <a:solidFill>
                  <a:srgbClr val="333333"/>
                </a:solidFill>
                <a:effectLst/>
                <a:latin typeface="inter-regular"/>
              </a:rPr>
              <a:t>0</a:t>
            </a:r>
            <a:r>
              <a:rPr lang="en-GB" b="0" i="0" dirty="0">
                <a:solidFill>
                  <a:srgbClr val="333333"/>
                </a:solidFill>
                <a:effectLst/>
                <a:latin typeface="inter-regular"/>
              </a:rPr>
              <a:t>, A</a:t>
            </a:r>
            <a:r>
              <a:rPr lang="en-GB" b="0" i="0" baseline="-25000" dirty="0">
                <a:solidFill>
                  <a:srgbClr val="333333"/>
                </a:solidFill>
                <a:effectLst/>
                <a:latin typeface="inter-regular"/>
              </a:rPr>
              <a:t>1</a:t>
            </a:r>
            <a:r>
              <a:rPr lang="en-GB" b="0" i="0" dirty="0">
                <a:solidFill>
                  <a:srgbClr val="333333"/>
                </a:solidFill>
                <a:effectLst/>
                <a:latin typeface="inter-regular"/>
              </a:rPr>
              <a:t>, A</a:t>
            </a:r>
            <a:r>
              <a:rPr lang="en-GB" b="0" i="0" baseline="-25000" dirty="0">
                <a:solidFill>
                  <a:srgbClr val="333333"/>
                </a:solidFill>
                <a:effectLst/>
                <a:latin typeface="inter-regular"/>
              </a:rPr>
              <a:t>2</a:t>
            </a:r>
            <a:r>
              <a:rPr lang="en-GB" b="0" i="0" dirty="0">
                <a:solidFill>
                  <a:srgbClr val="333333"/>
                </a:solidFill>
                <a:effectLst/>
                <a:latin typeface="inter-regular"/>
              </a:rPr>
              <a:t>, A</a:t>
            </a:r>
            <a:r>
              <a:rPr lang="en-GB" b="0" i="0" baseline="-25000" dirty="0">
                <a:solidFill>
                  <a:srgbClr val="333333"/>
                </a:solidFill>
                <a:effectLst/>
                <a:latin typeface="inter-regular"/>
              </a:rPr>
              <a:t>3</a:t>
            </a:r>
            <a:r>
              <a:rPr lang="en-GB" b="0" i="0" dirty="0">
                <a:solidFill>
                  <a:srgbClr val="333333"/>
                </a:solidFill>
                <a:effectLst/>
                <a:latin typeface="inter-regular"/>
              </a:rPr>
              <a:t>, A</a:t>
            </a:r>
            <a:r>
              <a:rPr lang="en-GB" b="0" i="0" baseline="-25000" dirty="0">
                <a:solidFill>
                  <a:srgbClr val="333333"/>
                </a:solidFill>
                <a:effectLst/>
                <a:latin typeface="inter-regular"/>
              </a:rPr>
              <a:t>4</a:t>
            </a:r>
            <a:r>
              <a:rPr lang="en-GB" b="0" i="0" dirty="0">
                <a:solidFill>
                  <a:srgbClr val="333333"/>
                </a:solidFill>
                <a:effectLst/>
                <a:latin typeface="inter-regular"/>
              </a:rPr>
              <a:t>, A</a:t>
            </a:r>
            <a:r>
              <a:rPr lang="en-GB" b="0" i="0" baseline="-25000" dirty="0">
                <a:solidFill>
                  <a:srgbClr val="333333"/>
                </a:solidFill>
                <a:effectLst/>
                <a:latin typeface="inter-regular"/>
              </a:rPr>
              <a:t>5</a:t>
            </a:r>
            <a:r>
              <a:rPr lang="en-GB" b="0" i="0" dirty="0">
                <a:solidFill>
                  <a:srgbClr val="333333"/>
                </a:solidFill>
                <a:effectLst/>
                <a:latin typeface="inter-regular"/>
              </a:rPr>
              <a:t>, A</a:t>
            </a:r>
            <a:r>
              <a:rPr lang="en-GB" b="0" i="0" baseline="-25000" dirty="0">
                <a:solidFill>
                  <a:srgbClr val="333333"/>
                </a:solidFill>
                <a:effectLst/>
                <a:latin typeface="inter-regular"/>
              </a:rPr>
              <a:t>6</a:t>
            </a:r>
            <a:r>
              <a:rPr lang="en-GB" b="0" i="0" dirty="0">
                <a:solidFill>
                  <a:srgbClr val="333333"/>
                </a:solidFill>
                <a:effectLst/>
                <a:latin typeface="inter-regular"/>
              </a:rPr>
              <a:t>, and A</a:t>
            </a:r>
            <a:r>
              <a:rPr lang="en-GB" b="0" i="0" baseline="-25000" dirty="0">
                <a:solidFill>
                  <a:srgbClr val="333333"/>
                </a:solidFill>
                <a:effectLst/>
                <a:latin typeface="inter-regular"/>
              </a:rPr>
              <a:t>7</a:t>
            </a:r>
            <a:r>
              <a:rPr lang="en-GB" b="0" i="0" dirty="0">
                <a:solidFill>
                  <a:srgbClr val="333333"/>
                </a:solidFill>
                <a:effectLst/>
                <a:latin typeface="inter-regular"/>
              </a:rPr>
              <a:t>, 3 selection lines, i.e., S</a:t>
            </a:r>
            <a:r>
              <a:rPr lang="en-GB" b="0" i="0" baseline="-25000" dirty="0">
                <a:solidFill>
                  <a:srgbClr val="333333"/>
                </a:solidFill>
                <a:effectLst/>
                <a:latin typeface="inter-regular"/>
              </a:rPr>
              <a:t>0</a:t>
            </a:r>
            <a:r>
              <a:rPr lang="en-GB" b="0" i="0" dirty="0">
                <a:solidFill>
                  <a:srgbClr val="333333"/>
                </a:solidFill>
                <a:effectLst/>
                <a:latin typeface="inter-regular"/>
              </a:rPr>
              <a:t>, S</a:t>
            </a:r>
            <a:r>
              <a:rPr lang="en-GB" b="0" i="0" baseline="-25000" dirty="0">
                <a:solidFill>
                  <a:srgbClr val="333333"/>
                </a:solidFill>
                <a:effectLst/>
                <a:latin typeface="inter-regular"/>
              </a:rPr>
              <a:t>1</a:t>
            </a:r>
            <a:r>
              <a:rPr lang="en-GB" b="0" i="0" dirty="0">
                <a:solidFill>
                  <a:srgbClr val="333333"/>
                </a:solidFill>
                <a:effectLst/>
                <a:latin typeface="inter-regular"/>
              </a:rPr>
              <a:t>and S</a:t>
            </a:r>
            <a:r>
              <a:rPr lang="en-GB" b="0" i="0" baseline="-25000" dirty="0">
                <a:solidFill>
                  <a:srgbClr val="333333"/>
                </a:solidFill>
                <a:effectLst/>
                <a:latin typeface="inter-regular"/>
              </a:rPr>
              <a:t>2</a:t>
            </a:r>
            <a:r>
              <a:rPr lang="en-GB" b="0" i="0" dirty="0">
                <a:solidFill>
                  <a:srgbClr val="333333"/>
                </a:solidFill>
                <a:effectLst/>
                <a:latin typeface="inter-regular"/>
              </a:rPr>
              <a:t> and single output, i.e., Y. </a:t>
            </a:r>
          </a:p>
          <a:p>
            <a:pPr marL="285750" indent="-285750" algn="just">
              <a:buFont typeface="Wingdings" panose="05000000000000000000" pitchFamily="2" charset="2"/>
              <a:buChar char="Ø"/>
            </a:pPr>
            <a:r>
              <a:rPr lang="en-GB" b="0" i="0" dirty="0">
                <a:solidFill>
                  <a:srgbClr val="333333"/>
                </a:solidFill>
                <a:effectLst/>
                <a:latin typeface="inter-regular"/>
              </a:rPr>
              <a:t>On the basis of the combination of inputs that are present at the selection lines S</a:t>
            </a:r>
            <a:r>
              <a:rPr lang="en-GB" b="0" i="0" baseline="30000" dirty="0">
                <a:solidFill>
                  <a:srgbClr val="333333"/>
                </a:solidFill>
                <a:effectLst/>
                <a:latin typeface="inter-regular"/>
              </a:rPr>
              <a:t>0</a:t>
            </a:r>
            <a:r>
              <a:rPr lang="en-GB" b="0" i="0" dirty="0">
                <a:solidFill>
                  <a:srgbClr val="333333"/>
                </a:solidFill>
                <a:effectLst/>
                <a:latin typeface="inter-regular"/>
              </a:rPr>
              <a:t>, S</a:t>
            </a:r>
            <a:r>
              <a:rPr lang="en-GB" b="0" i="0" baseline="30000" dirty="0">
                <a:solidFill>
                  <a:srgbClr val="333333"/>
                </a:solidFill>
                <a:effectLst/>
                <a:latin typeface="inter-regular"/>
              </a:rPr>
              <a:t>1, </a:t>
            </a:r>
            <a:r>
              <a:rPr lang="en-GB" b="0" i="0" dirty="0">
                <a:solidFill>
                  <a:srgbClr val="333333"/>
                </a:solidFill>
                <a:effectLst/>
                <a:latin typeface="inter-regular"/>
              </a:rPr>
              <a:t>and S</a:t>
            </a:r>
            <a:r>
              <a:rPr lang="en-GB" b="0" i="0" baseline="-25000" dirty="0">
                <a:solidFill>
                  <a:srgbClr val="333333"/>
                </a:solidFill>
                <a:effectLst/>
                <a:latin typeface="inter-regular"/>
              </a:rPr>
              <a:t>2</a:t>
            </a:r>
            <a:r>
              <a:rPr lang="en-GB" b="0" i="0" dirty="0">
                <a:solidFill>
                  <a:srgbClr val="333333"/>
                </a:solidFill>
                <a:effectLst/>
                <a:latin typeface="inter-regular"/>
              </a:rPr>
              <a:t>, one of these 8 inputs are connected to the output. </a:t>
            </a:r>
          </a:p>
          <a:p>
            <a:pPr algn="just"/>
            <a:endParaRPr lang="en-GB" b="0" i="0" dirty="0">
              <a:solidFill>
                <a:srgbClr val="333333"/>
              </a:solidFill>
              <a:effectLst/>
              <a:latin typeface="inter-regular"/>
            </a:endParaRPr>
          </a:p>
        </p:txBody>
      </p:sp>
      <p:sp>
        <p:nvSpPr>
          <p:cNvPr id="6" name="Rectangle 1">
            <a:extLst>
              <a:ext uri="{FF2B5EF4-FFF2-40B4-BE49-F238E27FC236}">
                <a16:creationId xmlns:a16="http://schemas.microsoft.com/office/drawing/2014/main" id="{6982167A-2E4A-496F-91DA-60CFDED150F6}"/>
              </a:ext>
            </a:extLst>
          </p:cNvPr>
          <p:cNvSpPr>
            <a:spLocks noChangeArrowheads="1"/>
          </p:cNvSpPr>
          <p:nvPr/>
        </p:nvSpPr>
        <p:spPr bwMode="auto">
          <a:xfrm>
            <a:off x="96714" y="5412943"/>
            <a:ext cx="12191999"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logical expression of the term Y is as follows: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Y=S0'.S1'.S2'.A0+S0.S1'.S2'.A1+S0'.S1.S2'.A2+S0.S1.S2'.A3+S0'.S1'.S2 A4+S0.S1'.S2 A5+S0'.S1.S2 .A6+</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S0.S1.S3.A7</a:t>
            </a:r>
          </a:p>
        </p:txBody>
      </p:sp>
      <p:pic>
        <p:nvPicPr>
          <p:cNvPr id="5122" name="Picture 2" descr="Multiplexer">
            <a:extLst>
              <a:ext uri="{FF2B5EF4-FFF2-40B4-BE49-F238E27FC236}">
                <a16:creationId xmlns:a16="http://schemas.microsoft.com/office/drawing/2014/main" id="{7FC072C3-9CA2-45B8-834D-BEDC3E6CAA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3926" y="2284674"/>
            <a:ext cx="3771900" cy="3219450"/>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Multiplexer">
            <a:extLst>
              <a:ext uri="{FF2B5EF4-FFF2-40B4-BE49-F238E27FC236}">
                <a16:creationId xmlns:a16="http://schemas.microsoft.com/office/drawing/2014/main" id="{035BFEB6-F996-482F-9322-457E98CB8E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73309" y="2657228"/>
            <a:ext cx="3876862" cy="321945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B388626-62F6-49FF-B3EE-311FAAFEAA66}"/>
              </a:ext>
            </a:extLst>
          </p:cNvPr>
          <p:cNvSpPr txBox="1"/>
          <p:nvPr/>
        </p:nvSpPr>
        <p:spPr>
          <a:xfrm>
            <a:off x="1661166" y="5453276"/>
            <a:ext cx="1681340"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Block Diagram</a:t>
            </a:r>
          </a:p>
        </p:txBody>
      </p:sp>
      <p:sp>
        <p:nvSpPr>
          <p:cNvPr id="11" name="TextBox 10">
            <a:extLst>
              <a:ext uri="{FF2B5EF4-FFF2-40B4-BE49-F238E27FC236}">
                <a16:creationId xmlns:a16="http://schemas.microsoft.com/office/drawing/2014/main" id="{3A48E589-A1F6-49A7-B4E6-CC604CFE35D2}"/>
              </a:ext>
            </a:extLst>
          </p:cNvPr>
          <p:cNvSpPr txBox="1"/>
          <p:nvPr/>
        </p:nvSpPr>
        <p:spPr>
          <a:xfrm>
            <a:off x="6600372" y="2241736"/>
            <a:ext cx="4894942" cy="369332"/>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tabLst/>
            </a:pPr>
            <a:r>
              <a:rPr lang="en-US" altLang="en-US" b="1" dirty="0"/>
              <a:t>Truth table of 8x1 Multiplexer is shown below.</a:t>
            </a:r>
          </a:p>
        </p:txBody>
      </p:sp>
    </p:spTree>
    <p:extLst>
      <p:ext uri="{BB962C8B-B14F-4D97-AF65-F5344CB8AC3E}">
        <p14:creationId xmlns:p14="http://schemas.microsoft.com/office/powerpoint/2010/main" val="5162009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E3475138-3742-4470-B024-7CF98046AB60}"/>
              </a:ext>
            </a:extLst>
          </p:cNvPr>
          <p:cNvSpPr>
            <a:spLocks noChangeArrowheads="1"/>
          </p:cNvSpPr>
          <p:nvPr/>
        </p:nvSpPr>
        <p:spPr bwMode="auto">
          <a:xfrm>
            <a:off x="1899138" y="292342"/>
            <a:ext cx="586205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b="1" dirty="0"/>
              <a:t>Logical circuit of the above expression is given below:</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b="1" dirty="0"/>
              <a:t>         </a:t>
            </a:r>
          </a:p>
        </p:txBody>
      </p:sp>
      <p:pic>
        <p:nvPicPr>
          <p:cNvPr id="6146" name="Picture 2" descr="Multiplexer">
            <a:extLst>
              <a:ext uri="{FF2B5EF4-FFF2-40B4-BE49-F238E27FC236}">
                <a16:creationId xmlns:a16="http://schemas.microsoft.com/office/drawing/2014/main" id="{6D0633AA-5EE3-42DA-A230-CDA54E3E6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2804" y="819760"/>
            <a:ext cx="8923214" cy="5218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4938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C4D5F-504C-41ED-BC43-B62A471F2B82}"/>
              </a:ext>
            </a:extLst>
          </p:cNvPr>
          <p:cNvSpPr>
            <a:spLocks noGrp="1"/>
          </p:cNvSpPr>
          <p:nvPr>
            <p:ph type="ctrTitle"/>
          </p:nvPr>
        </p:nvSpPr>
        <p:spPr>
          <a:xfrm>
            <a:off x="1692813" y="60496"/>
            <a:ext cx="9144000" cy="593895"/>
          </a:xfrm>
        </p:spPr>
        <p:txBody>
          <a:bodyPr/>
          <a:lstStyle/>
          <a:p>
            <a:r>
              <a:rPr lang="en-GB" sz="4000" b="1" dirty="0"/>
              <a:t>16X1 / (16:1) MUX</a:t>
            </a:r>
            <a:endParaRPr lang="en-IN" sz="4000" b="1" dirty="0"/>
          </a:p>
        </p:txBody>
      </p:sp>
      <p:sp>
        <p:nvSpPr>
          <p:cNvPr id="4" name="Rectangle 1">
            <a:extLst>
              <a:ext uri="{FF2B5EF4-FFF2-40B4-BE49-F238E27FC236}">
                <a16:creationId xmlns:a16="http://schemas.microsoft.com/office/drawing/2014/main" id="{1B7EF026-A671-4B83-B906-8EE1981A52E0}"/>
              </a:ext>
            </a:extLst>
          </p:cNvPr>
          <p:cNvSpPr>
            <a:spLocks noChangeArrowheads="1"/>
          </p:cNvSpPr>
          <p:nvPr/>
        </p:nvSpPr>
        <p:spPr bwMode="auto">
          <a:xfrm>
            <a:off x="0" y="792890"/>
            <a:ext cx="11561306"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In the 16 to 1 multiplexer, there are total of 16 inputs, i.e., A0, A1, …, A16, 4 selection lines, i.e., S0, S1, S2, and S3 and</a:t>
            </a:r>
          </a:p>
          <a:p>
            <a:pPr marR="0" lvl="0" algn="just" defTabSz="914400" rtl="0" eaLnBrk="0" fontAlgn="base" latinLnBrk="0" hangingPunct="0">
              <a:lnSpc>
                <a:spcPct val="100000"/>
              </a:lnSpc>
              <a:spcBef>
                <a:spcPct val="0"/>
              </a:spcBef>
              <a:spcAft>
                <a:spcPct val="0"/>
              </a:spcAft>
              <a:buClrTx/>
              <a:buSzTx/>
              <a:tabLst/>
            </a:pPr>
            <a:r>
              <a:rPr lang="en-US" altLang="en-US" dirty="0"/>
              <a:t>      single output ,i.e., Y. On the basis of the combination of inputs that are present at the selection lines S0, S1,S2 and S3, </a:t>
            </a:r>
          </a:p>
          <a:p>
            <a:pPr marR="0" lvl="0" algn="just" defTabSz="914400" rtl="0" eaLnBrk="0" fontAlgn="base" latinLnBrk="0" hangingPunct="0">
              <a:lnSpc>
                <a:spcPct val="100000"/>
              </a:lnSpc>
              <a:spcBef>
                <a:spcPct val="0"/>
              </a:spcBef>
              <a:spcAft>
                <a:spcPct val="0"/>
              </a:spcAft>
              <a:buClrTx/>
              <a:buSzTx/>
              <a:tabLst/>
            </a:pPr>
            <a:r>
              <a:rPr lang="en-US" altLang="en-US" dirty="0"/>
              <a:t>      one of these 16 inputs will be connected to the output.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7170" name="Picture 2" descr="Multiplexer">
            <a:extLst>
              <a:ext uri="{FF2B5EF4-FFF2-40B4-BE49-F238E27FC236}">
                <a16:creationId xmlns:a16="http://schemas.microsoft.com/office/drawing/2014/main" id="{2DA160E2-E065-4311-8BFA-436FC31809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9095" y="1615325"/>
            <a:ext cx="4646079" cy="42519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5F92325-2E08-4B6A-A934-3748FA60D84F}"/>
              </a:ext>
            </a:extLst>
          </p:cNvPr>
          <p:cNvSpPr txBox="1"/>
          <p:nvPr/>
        </p:nvSpPr>
        <p:spPr>
          <a:xfrm>
            <a:off x="5056646" y="5981787"/>
            <a:ext cx="1690976"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Block Diagram</a:t>
            </a:r>
          </a:p>
        </p:txBody>
      </p:sp>
    </p:spTree>
    <p:extLst>
      <p:ext uri="{BB962C8B-B14F-4D97-AF65-F5344CB8AC3E}">
        <p14:creationId xmlns:p14="http://schemas.microsoft.com/office/powerpoint/2010/main" val="31674758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C3B5A6F0-5AF7-4D34-BEE1-77AEEB55E523}"/>
              </a:ext>
            </a:extLst>
          </p:cNvPr>
          <p:cNvSpPr>
            <a:spLocks noChangeArrowheads="1"/>
          </p:cNvSpPr>
          <p:nvPr/>
        </p:nvSpPr>
        <p:spPr bwMode="auto">
          <a:xfrm>
            <a:off x="1237957" y="151032"/>
            <a:ext cx="1317540"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Truth Table: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8194" name="Picture 2" descr="Multiplexer">
            <a:extLst>
              <a:ext uri="{FF2B5EF4-FFF2-40B4-BE49-F238E27FC236}">
                <a16:creationId xmlns:a16="http://schemas.microsoft.com/office/drawing/2014/main" id="{4FF83D9A-1FA9-411A-A86F-4EE60FD69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175" y="548908"/>
            <a:ext cx="4615954" cy="46385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EE91F1E-D678-4B46-94AC-B99138C572BB}"/>
              </a:ext>
            </a:extLst>
          </p:cNvPr>
          <p:cNvSpPr txBox="1"/>
          <p:nvPr/>
        </p:nvSpPr>
        <p:spPr>
          <a:xfrm>
            <a:off x="814175" y="5187436"/>
            <a:ext cx="8872020" cy="1200329"/>
          </a:xfrm>
          <a:prstGeom prst="rect">
            <a:avLst/>
          </a:prstGeom>
          <a:noFill/>
        </p:spPr>
        <p:txBody>
          <a:bodyPr wrap="square">
            <a:spAutoFit/>
          </a:bodyPr>
          <a:lstStyle/>
          <a:p>
            <a:pPr algn="just"/>
            <a:r>
              <a:rPr lang="en-IN" b="0" i="0" dirty="0">
                <a:solidFill>
                  <a:srgbClr val="333333"/>
                </a:solidFill>
                <a:effectLst/>
                <a:latin typeface="inter-regular"/>
              </a:rPr>
              <a:t>The logical expression of the term Y is as follows:</a:t>
            </a:r>
          </a:p>
          <a:p>
            <a:pPr algn="just"/>
            <a:r>
              <a:rPr lang="en-IN" b="1" i="0" dirty="0">
                <a:solidFill>
                  <a:srgbClr val="333333"/>
                </a:solidFill>
                <a:effectLst/>
                <a:latin typeface="Cambria" panose="02040503050406030204" pitchFamily="18" charset="0"/>
              </a:rPr>
              <a:t>Y=A</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 '.S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 '.S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4</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5</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 '.S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6</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7</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 '.S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8</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9</a:t>
            </a:r>
            <a:r>
              <a:rPr lang="en-IN" b="1" i="0" dirty="0">
                <a:solidFill>
                  <a:srgbClr val="333333"/>
                </a:solidFill>
                <a:effectLst/>
                <a:latin typeface="Cambria" panose="02040503050406030204" pitchFamily="18" charset="0"/>
              </a:rPr>
              <a:t> .S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+Y</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0.S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 '+A</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1.S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2 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 '.S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3.S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4.S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 .S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r>
              <a:rPr lang="en-IN" b="1" i="0" dirty="0">
                <a:solidFill>
                  <a:srgbClr val="333333"/>
                </a:solidFill>
                <a:effectLst/>
                <a:latin typeface="Cambria" panose="02040503050406030204" pitchFamily="18" charset="0"/>
              </a:rPr>
              <a:t>'+A</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5.S</a:t>
            </a:r>
            <a:r>
              <a:rPr lang="en-IN" b="1" i="0" baseline="-25000" dirty="0">
                <a:solidFill>
                  <a:srgbClr val="333333"/>
                </a:solidFill>
                <a:effectLst/>
                <a:latin typeface="Cambria" panose="02040503050406030204" pitchFamily="18" charset="0"/>
              </a:rPr>
              <a:t>0</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1</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2</a:t>
            </a:r>
            <a:r>
              <a:rPr lang="en-IN" b="1" i="0" dirty="0">
                <a:solidFill>
                  <a:srgbClr val="333333"/>
                </a:solidFill>
                <a:effectLst/>
                <a:latin typeface="Cambria" panose="02040503050406030204" pitchFamily="18" charset="0"/>
              </a:rPr>
              <a:t>'.S</a:t>
            </a:r>
            <a:r>
              <a:rPr lang="en-IN" b="1" i="0" baseline="-25000" dirty="0">
                <a:solidFill>
                  <a:srgbClr val="333333"/>
                </a:solidFill>
                <a:effectLst/>
                <a:latin typeface="Cambria" panose="02040503050406030204" pitchFamily="18" charset="0"/>
              </a:rPr>
              <a:t>3</a:t>
            </a:r>
            <a:endParaRPr lang="en-IN" b="1" i="0" dirty="0">
              <a:solidFill>
                <a:srgbClr val="333333"/>
              </a:solidFill>
              <a:effectLst/>
              <a:latin typeface="Cambria" panose="02040503050406030204" pitchFamily="18" charset="0"/>
            </a:endParaRPr>
          </a:p>
        </p:txBody>
      </p:sp>
    </p:spTree>
    <p:extLst>
      <p:ext uri="{BB962C8B-B14F-4D97-AF65-F5344CB8AC3E}">
        <p14:creationId xmlns:p14="http://schemas.microsoft.com/office/powerpoint/2010/main" val="193621961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C6996C-23DE-4BD2-AE55-7A20C495621B}"/>
              </a:ext>
            </a:extLst>
          </p:cNvPr>
          <p:cNvSpPr>
            <a:spLocks noChangeArrowheads="1"/>
          </p:cNvSpPr>
          <p:nvPr/>
        </p:nvSpPr>
        <p:spPr bwMode="auto">
          <a:xfrm>
            <a:off x="2462236" y="248333"/>
            <a:ext cx="527727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Logical circuit of the above expression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9218" name="Picture 2" descr="Multiplexer">
            <a:extLst>
              <a:ext uri="{FF2B5EF4-FFF2-40B4-BE49-F238E27FC236}">
                <a16:creationId xmlns:a16="http://schemas.microsoft.com/office/drawing/2014/main" id="{4ECCD2D2-8BB7-41E8-893C-B5E00BA95B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2236" y="571499"/>
            <a:ext cx="7718083" cy="6068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839778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EBB26B-2EDA-4723-BB49-1342B2CF68E0}"/>
              </a:ext>
            </a:extLst>
          </p:cNvPr>
          <p:cNvSpPr txBox="1"/>
          <p:nvPr/>
        </p:nvSpPr>
        <p:spPr>
          <a:xfrm>
            <a:off x="225083" y="0"/>
            <a:ext cx="12192000" cy="2400657"/>
          </a:xfrm>
          <a:prstGeom prst="rect">
            <a:avLst/>
          </a:prstGeom>
          <a:noFill/>
        </p:spPr>
        <p:txBody>
          <a:bodyPr wrap="square">
            <a:spAutoFit/>
          </a:bodyPr>
          <a:lstStyle/>
          <a:p>
            <a:pPr algn="ctr"/>
            <a:r>
              <a:rPr lang="en-GB" sz="2400" b="1" i="0" dirty="0">
                <a:solidFill>
                  <a:srgbClr val="610B4B"/>
                </a:solidFill>
                <a:effectLst/>
                <a:latin typeface="+mj-lt"/>
              </a:rPr>
              <a:t>8 ×1 multiplexer using 4×1 and 2×1 multiplexer</a:t>
            </a:r>
          </a:p>
          <a:p>
            <a:pPr marL="285750" indent="-285750" algn="just">
              <a:buFont typeface="Wingdings" panose="05000000000000000000" pitchFamily="2" charset="2"/>
              <a:buChar char="Ø"/>
            </a:pPr>
            <a:r>
              <a:rPr lang="en-GB" b="0" i="0" dirty="0">
                <a:solidFill>
                  <a:srgbClr val="333333"/>
                </a:solidFill>
                <a:effectLst/>
                <a:latin typeface="inter-regular"/>
              </a:rPr>
              <a:t>We can implement the 8</a:t>
            </a:r>
            <a:r>
              <a:rPr lang="en-GB" b="1" i="0" dirty="0">
                <a:solidFill>
                  <a:srgbClr val="333333"/>
                </a:solidFill>
                <a:effectLst/>
                <a:latin typeface="inter-bold"/>
              </a:rPr>
              <a:t>×</a:t>
            </a:r>
            <a:r>
              <a:rPr lang="en-GB" b="0" i="0" dirty="0">
                <a:solidFill>
                  <a:srgbClr val="333333"/>
                </a:solidFill>
                <a:effectLst/>
                <a:latin typeface="inter-regular"/>
              </a:rPr>
              <a:t>1 multiplexer using a lower order multiplexer.</a:t>
            </a:r>
          </a:p>
          <a:p>
            <a:pPr marL="285750" indent="-285750" algn="just">
              <a:buFont typeface="Wingdings" panose="05000000000000000000" pitchFamily="2" charset="2"/>
              <a:buChar char="Ø"/>
            </a:pPr>
            <a:r>
              <a:rPr lang="en-GB" b="0" i="0" dirty="0">
                <a:solidFill>
                  <a:srgbClr val="333333"/>
                </a:solidFill>
                <a:effectLst/>
                <a:latin typeface="inter-regular"/>
              </a:rPr>
              <a:t> To implement the 8</a:t>
            </a:r>
            <a:r>
              <a:rPr lang="en-GB" b="1" i="0" dirty="0">
                <a:solidFill>
                  <a:srgbClr val="333333"/>
                </a:solidFill>
                <a:effectLst/>
                <a:latin typeface="inter-bold"/>
              </a:rPr>
              <a:t>×</a:t>
            </a:r>
            <a:r>
              <a:rPr lang="en-GB" b="0" i="0" dirty="0">
                <a:solidFill>
                  <a:srgbClr val="333333"/>
                </a:solidFill>
                <a:effectLst/>
                <a:latin typeface="inter-regular"/>
              </a:rPr>
              <a:t>1 multiplexer, we need two 4</a:t>
            </a:r>
            <a:r>
              <a:rPr lang="en-GB" b="1" i="0" dirty="0">
                <a:solidFill>
                  <a:srgbClr val="333333"/>
                </a:solidFill>
                <a:effectLst/>
                <a:latin typeface="inter-bold"/>
              </a:rPr>
              <a:t>×</a:t>
            </a:r>
            <a:r>
              <a:rPr lang="en-GB" b="0" i="0" dirty="0">
                <a:solidFill>
                  <a:srgbClr val="333333"/>
                </a:solidFill>
                <a:effectLst/>
                <a:latin typeface="inter-regular"/>
              </a:rPr>
              <a:t>1 multiplexers and one 2</a:t>
            </a:r>
            <a:r>
              <a:rPr lang="en-GB" b="1" i="0" dirty="0">
                <a:solidFill>
                  <a:srgbClr val="333333"/>
                </a:solidFill>
                <a:effectLst/>
                <a:latin typeface="inter-bold"/>
              </a:rPr>
              <a:t>×</a:t>
            </a:r>
            <a:r>
              <a:rPr lang="en-GB" b="0" i="0" dirty="0">
                <a:solidFill>
                  <a:srgbClr val="333333"/>
                </a:solidFill>
                <a:effectLst/>
                <a:latin typeface="inter-regular"/>
              </a:rPr>
              <a:t>1 multiplexer.</a:t>
            </a:r>
          </a:p>
          <a:p>
            <a:pPr marL="285750" indent="-285750" algn="just">
              <a:buFont typeface="Wingdings" panose="05000000000000000000" pitchFamily="2" charset="2"/>
              <a:buChar char="Ø"/>
            </a:pPr>
            <a:r>
              <a:rPr lang="en-GB" b="0" i="0" dirty="0">
                <a:solidFill>
                  <a:srgbClr val="333333"/>
                </a:solidFill>
                <a:effectLst/>
                <a:latin typeface="inter-regular"/>
              </a:rPr>
              <a:t> The 4</a:t>
            </a:r>
            <a:r>
              <a:rPr lang="en-GB" b="1" i="0" dirty="0">
                <a:solidFill>
                  <a:srgbClr val="333333"/>
                </a:solidFill>
                <a:effectLst/>
                <a:latin typeface="inter-bold"/>
              </a:rPr>
              <a:t>×</a:t>
            </a:r>
            <a:r>
              <a:rPr lang="en-GB" b="0" i="0" dirty="0">
                <a:solidFill>
                  <a:srgbClr val="333333"/>
                </a:solidFill>
                <a:effectLst/>
                <a:latin typeface="inter-regular"/>
              </a:rPr>
              <a:t>1 multiplexer has 2 selection lines, 4 inputs, and 1 output. The 2</a:t>
            </a:r>
            <a:r>
              <a:rPr lang="en-GB" b="1" i="0" dirty="0">
                <a:solidFill>
                  <a:srgbClr val="333333"/>
                </a:solidFill>
                <a:effectLst/>
                <a:latin typeface="inter-bold"/>
              </a:rPr>
              <a:t>×</a:t>
            </a:r>
            <a:r>
              <a:rPr lang="en-GB" b="0" i="0" dirty="0">
                <a:solidFill>
                  <a:srgbClr val="333333"/>
                </a:solidFill>
                <a:effectLst/>
                <a:latin typeface="inter-regular"/>
              </a:rPr>
              <a:t>1 multiplexer has only 1 selection line.</a:t>
            </a:r>
          </a:p>
          <a:p>
            <a:pPr marL="285750" indent="-285750" algn="just">
              <a:buFont typeface="Wingdings" panose="05000000000000000000" pitchFamily="2" charset="2"/>
              <a:buChar char="Ø"/>
            </a:pPr>
            <a:r>
              <a:rPr lang="en-GB" b="0" i="0" dirty="0">
                <a:solidFill>
                  <a:srgbClr val="333333"/>
                </a:solidFill>
                <a:effectLst/>
                <a:latin typeface="inter-regular"/>
              </a:rPr>
              <a:t>For getting 8 data inputs, we need two 4</a:t>
            </a:r>
            <a:r>
              <a:rPr lang="en-GB" b="1" i="0" dirty="0">
                <a:solidFill>
                  <a:srgbClr val="333333"/>
                </a:solidFill>
                <a:effectLst/>
                <a:latin typeface="inter-bold"/>
              </a:rPr>
              <a:t>×</a:t>
            </a:r>
            <a:r>
              <a:rPr lang="en-GB" b="0" i="0" dirty="0">
                <a:solidFill>
                  <a:srgbClr val="333333"/>
                </a:solidFill>
                <a:effectLst/>
                <a:latin typeface="inter-regular"/>
              </a:rPr>
              <a:t>1 multiplexers. </a:t>
            </a:r>
          </a:p>
          <a:p>
            <a:pPr marL="285750" indent="-285750" algn="just">
              <a:buFont typeface="Wingdings" panose="05000000000000000000" pitchFamily="2" charset="2"/>
              <a:buChar char="Ø"/>
            </a:pPr>
            <a:r>
              <a:rPr lang="en-GB" b="0" i="0" dirty="0">
                <a:solidFill>
                  <a:srgbClr val="333333"/>
                </a:solidFill>
                <a:effectLst/>
                <a:latin typeface="inter-regular"/>
              </a:rPr>
              <a:t>The 4</a:t>
            </a:r>
            <a:r>
              <a:rPr lang="en-GB" b="1" i="0" dirty="0">
                <a:solidFill>
                  <a:srgbClr val="333333"/>
                </a:solidFill>
                <a:effectLst/>
                <a:latin typeface="inter-bold"/>
              </a:rPr>
              <a:t>×</a:t>
            </a:r>
            <a:r>
              <a:rPr lang="en-GB" b="0" i="0" dirty="0">
                <a:solidFill>
                  <a:srgbClr val="333333"/>
                </a:solidFill>
                <a:effectLst/>
                <a:latin typeface="inter-regular"/>
              </a:rPr>
              <a:t>1 multiplexer produces one output. </a:t>
            </a:r>
          </a:p>
          <a:p>
            <a:pPr marL="285750" indent="-285750" algn="just">
              <a:buFont typeface="Wingdings" panose="05000000000000000000" pitchFamily="2" charset="2"/>
              <a:buChar char="Ø"/>
            </a:pPr>
            <a:r>
              <a:rPr lang="en-GB" b="0" i="0" dirty="0">
                <a:solidFill>
                  <a:srgbClr val="333333"/>
                </a:solidFill>
                <a:effectLst/>
                <a:latin typeface="inter-regular"/>
              </a:rPr>
              <a:t>So, in order to get the final output, we need a 2</a:t>
            </a:r>
            <a:r>
              <a:rPr lang="en-GB" b="1" i="0" dirty="0">
                <a:solidFill>
                  <a:srgbClr val="333333"/>
                </a:solidFill>
                <a:effectLst/>
                <a:latin typeface="inter-bold"/>
              </a:rPr>
              <a:t>×</a:t>
            </a:r>
            <a:r>
              <a:rPr lang="en-GB" b="0" i="0" dirty="0">
                <a:solidFill>
                  <a:srgbClr val="333333"/>
                </a:solidFill>
                <a:effectLst/>
                <a:latin typeface="inter-regular"/>
              </a:rPr>
              <a:t>1 multiplexer. </a:t>
            </a:r>
          </a:p>
          <a:p>
            <a:pPr algn="just"/>
            <a:r>
              <a:rPr lang="en-GB" b="1" i="0" dirty="0">
                <a:solidFill>
                  <a:srgbClr val="333333"/>
                </a:solidFill>
                <a:effectLst/>
                <a:latin typeface="inter-regular"/>
              </a:rPr>
              <a:t>The block diagram of 8</a:t>
            </a:r>
            <a:r>
              <a:rPr lang="en-GB" b="1" i="0" dirty="0">
                <a:solidFill>
                  <a:srgbClr val="333333"/>
                </a:solidFill>
                <a:effectLst/>
                <a:latin typeface="inter-bold"/>
              </a:rPr>
              <a:t>×</a:t>
            </a:r>
            <a:r>
              <a:rPr lang="en-GB" b="1" i="0" dirty="0">
                <a:solidFill>
                  <a:srgbClr val="333333"/>
                </a:solidFill>
                <a:effectLst/>
                <a:latin typeface="inter-regular"/>
              </a:rPr>
              <a:t>1 multiplexer using 4</a:t>
            </a:r>
            <a:r>
              <a:rPr lang="en-GB" b="1" i="0" dirty="0">
                <a:solidFill>
                  <a:srgbClr val="333333"/>
                </a:solidFill>
                <a:effectLst/>
                <a:latin typeface="inter-bold"/>
              </a:rPr>
              <a:t>×</a:t>
            </a:r>
            <a:r>
              <a:rPr lang="en-GB" b="1" i="0" dirty="0">
                <a:solidFill>
                  <a:srgbClr val="333333"/>
                </a:solidFill>
                <a:effectLst/>
                <a:latin typeface="inter-regular"/>
              </a:rPr>
              <a:t>1 and 2</a:t>
            </a:r>
            <a:r>
              <a:rPr lang="en-GB" b="1" i="0" dirty="0">
                <a:solidFill>
                  <a:srgbClr val="333333"/>
                </a:solidFill>
                <a:effectLst/>
                <a:latin typeface="inter-bold"/>
              </a:rPr>
              <a:t>×</a:t>
            </a:r>
            <a:r>
              <a:rPr lang="en-GB" b="1" i="0" dirty="0">
                <a:solidFill>
                  <a:srgbClr val="333333"/>
                </a:solidFill>
                <a:effectLst/>
                <a:latin typeface="inter-regular"/>
              </a:rPr>
              <a:t>1 multiplexer is given below.</a:t>
            </a:r>
          </a:p>
        </p:txBody>
      </p:sp>
      <p:pic>
        <p:nvPicPr>
          <p:cNvPr id="10242" name="Picture 2" descr="Multiplexer">
            <a:extLst>
              <a:ext uri="{FF2B5EF4-FFF2-40B4-BE49-F238E27FC236}">
                <a16:creationId xmlns:a16="http://schemas.microsoft.com/office/drawing/2014/main" id="{36DCB3B0-A155-4C81-A79F-B2DDC018F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3212" y="2308324"/>
            <a:ext cx="6489090" cy="42050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24909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69956A-0935-4349-98A1-1A82743406E7}"/>
              </a:ext>
            </a:extLst>
          </p:cNvPr>
          <p:cNvSpPr>
            <a:spLocks noChangeArrowheads="1"/>
          </p:cNvSpPr>
          <p:nvPr/>
        </p:nvSpPr>
        <p:spPr bwMode="auto">
          <a:xfrm>
            <a:off x="365759" y="147711"/>
            <a:ext cx="11826241" cy="295465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b="1" dirty="0"/>
              <a:t>16×1 multiplexer using 8×1 and 2×1 multiplexer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We can implement the 16×1 multiplexer using a lower order multiplexer.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 To implement the 8×1 multiplexer, we need two 8×1 multiplexers and one 2×1 multiplexer.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8×1 multiplexer has 3 selection lines, 4 inputs, and 1 output.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2×1 multiplexer has only 1 selection line.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For getting 16 data inputs, we need two 8 ×1 multiplexers.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8×1 multiplexer produces one output.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So, in order to get the final output, we need a 2×1 multiplexer. </a:t>
            </a:r>
          </a:p>
          <a:p>
            <a:pPr marR="0" lvl="0" algn="l" defTabSz="914400" rtl="0" eaLnBrk="0" fontAlgn="base" latinLnBrk="0" hangingPunct="0">
              <a:lnSpc>
                <a:spcPct val="100000"/>
              </a:lnSpc>
              <a:spcBef>
                <a:spcPct val="0"/>
              </a:spcBef>
              <a:spcAft>
                <a:spcPct val="0"/>
              </a:spcAft>
              <a:buClrTx/>
              <a:buSzTx/>
              <a:tabLst/>
            </a:pPr>
            <a:r>
              <a:rPr lang="en-US" altLang="en-US" dirty="0"/>
              <a:t>The block diagram of 16×1 multiplexer using 8×1 and 2×1 multiplexer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11266" name="Picture 2" descr="Multiplexer">
            <a:extLst>
              <a:ext uri="{FF2B5EF4-FFF2-40B4-BE49-F238E27FC236}">
                <a16:creationId xmlns:a16="http://schemas.microsoft.com/office/drawing/2014/main" id="{2C6946CF-72DA-4D3A-BD97-6353A75B6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2345" y="2769495"/>
            <a:ext cx="5987310" cy="3940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9085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48714-5744-4D73-A9EA-A1D4E18C0518}"/>
              </a:ext>
            </a:extLst>
          </p:cNvPr>
          <p:cNvSpPr>
            <a:spLocks noGrp="1"/>
          </p:cNvSpPr>
          <p:nvPr>
            <p:ph type="ctrTitle"/>
          </p:nvPr>
        </p:nvSpPr>
        <p:spPr>
          <a:xfrm>
            <a:off x="1383323" y="151692"/>
            <a:ext cx="9144000" cy="875249"/>
          </a:xfrm>
        </p:spPr>
        <p:txBody>
          <a:bodyPr/>
          <a:lstStyle/>
          <a:p>
            <a:r>
              <a:rPr lang="en-GB" b="1" dirty="0"/>
              <a:t>Demultiplexer</a:t>
            </a:r>
            <a:endParaRPr lang="en-IN" b="1" dirty="0"/>
          </a:p>
        </p:txBody>
      </p:sp>
      <p:sp>
        <p:nvSpPr>
          <p:cNvPr id="4" name="TextBox 3">
            <a:extLst>
              <a:ext uri="{FF2B5EF4-FFF2-40B4-BE49-F238E27FC236}">
                <a16:creationId xmlns:a16="http://schemas.microsoft.com/office/drawing/2014/main" id="{4318E840-4376-4C28-9CD1-EBC68194DBB5}"/>
              </a:ext>
            </a:extLst>
          </p:cNvPr>
          <p:cNvSpPr txBox="1"/>
          <p:nvPr/>
        </p:nvSpPr>
        <p:spPr>
          <a:xfrm>
            <a:off x="267285" y="897042"/>
            <a:ext cx="11690254" cy="2031325"/>
          </a:xfrm>
          <a:prstGeom prst="rect">
            <a:avLst/>
          </a:prstGeom>
          <a:noFill/>
        </p:spPr>
        <p:txBody>
          <a:bodyPr wrap="square">
            <a:spAutoFit/>
          </a:bodyPr>
          <a:lstStyle/>
          <a:p>
            <a:pPr marL="285750" indent="-285750" algn="just">
              <a:buFont typeface="Wingdings" panose="05000000000000000000" pitchFamily="2" charset="2"/>
              <a:buChar char="Ø"/>
            </a:pPr>
            <a:r>
              <a:rPr lang="en-GB" dirty="0"/>
              <a:t>A De-multiplexer is a combinational circuit that has only 1 input line and </a:t>
            </a:r>
            <a:r>
              <a:rPr lang="en-IN" b="0" i="0" dirty="0">
                <a:solidFill>
                  <a:srgbClr val="333333"/>
                </a:solidFill>
                <a:effectLst/>
                <a:latin typeface="inter-regular"/>
              </a:rPr>
              <a:t> 2</a:t>
            </a:r>
            <a:r>
              <a:rPr lang="en-IN" b="0" i="0" baseline="30000" dirty="0">
                <a:solidFill>
                  <a:srgbClr val="333333"/>
                </a:solidFill>
                <a:effectLst/>
                <a:latin typeface="inter-regular"/>
              </a:rPr>
              <a:t>N</a:t>
            </a:r>
            <a:r>
              <a:rPr lang="en-GB" dirty="0"/>
              <a:t> output lines. </a:t>
            </a:r>
          </a:p>
          <a:p>
            <a:pPr marL="285750" indent="-285750" algn="just">
              <a:buFont typeface="Wingdings" panose="05000000000000000000" pitchFamily="2" charset="2"/>
              <a:buChar char="Ø"/>
            </a:pPr>
            <a:r>
              <a:rPr lang="en-GB" dirty="0"/>
              <a:t>Simply, the De-multiplexer is a single-input and multi-output combinational circuit. </a:t>
            </a:r>
          </a:p>
          <a:p>
            <a:pPr marL="285750" indent="-285750" algn="just">
              <a:buFont typeface="Wingdings" panose="05000000000000000000" pitchFamily="2" charset="2"/>
              <a:buChar char="Ø"/>
            </a:pPr>
            <a:r>
              <a:rPr lang="en-GB" dirty="0"/>
              <a:t>The information is received from the single input lines and directed to the output line. </a:t>
            </a:r>
          </a:p>
          <a:p>
            <a:pPr marL="285750" indent="-285750" algn="just">
              <a:buFont typeface="Wingdings" panose="05000000000000000000" pitchFamily="2" charset="2"/>
              <a:buChar char="Ø"/>
            </a:pPr>
            <a:r>
              <a:rPr lang="en-GB" dirty="0"/>
              <a:t>On the basis of the values of the selection lines, the input will be connected to one of these outputs. </a:t>
            </a:r>
          </a:p>
          <a:p>
            <a:pPr marL="285750" indent="-285750" algn="just">
              <a:buFont typeface="Wingdings" panose="05000000000000000000" pitchFamily="2" charset="2"/>
              <a:buChar char="Ø"/>
            </a:pPr>
            <a:r>
              <a:rPr lang="en-GB" dirty="0"/>
              <a:t>De-multiplexer is opposite to the multiplexer.</a:t>
            </a:r>
          </a:p>
          <a:p>
            <a:pPr marL="285750" indent="-285750" algn="just">
              <a:buFont typeface="Wingdings" panose="05000000000000000000" pitchFamily="2" charset="2"/>
              <a:buChar char="Ø"/>
            </a:pPr>
            <a:r>
              <a:rPr lang="en-GB" dirty="0"/>
              <a:t> Select Lines is based on N output lines.</a:t>
            </a:r>
          </a:p>
          <a:p>
            <a:pPr marL="285750" indent="-285750" algn="just">
              <a:buFont typeface="Wingdings" panose="05000000000000000000" pitchFamily="2" charset="2"/>
              <a:buChar char="Ø"/>
            </a:pPr>
            <a:r>
              <a:rPr lang="en-GB" dirty="0"/>
              <a:t>De-multiplexer is also treated as De-mux.</a:t>
            </a:r>
          </a:p>
        </p:txBody>
      </p:sp>
      <p:sp>
        <p:nvSpPr>
          <p:cNvPr id="6" name="TextBox 5">
            <a:extLst>
              <a:ext uri="{FF2B5EF4-FFF2-40B4-BE49-F238E27FC236}">
                <a16:creationId xmlns:a16="http://schemas.microsoft.com/office/drawing/2014/main" id="{B178CD11-3B5E-435A-AE18-715F8A90BE78}"/>
              </a:ext>
            </a:extLst>
          </p:cNvPr>
          <p:cNvSpPr txBox="1"/>
          <p:nvPr/>
        </p:nvSpPr>
        <p:spPr>
          <a:xfrm>
            <a:off x="14068" y="2928367"/>
            <a:ext cx="12177932" cy="2308324"/>
          </a:xfrm>
          <a:prstGeom prst="rect">
            <a:avLst/>
          </a:prstGeom>
          <a:noFill/>
        </p:spPr>
        <p:txBody>
          <a:bodyPr wrap="square">
            <a:spAutoFit/>
          </a:bodyPr>
          <a:lstStyle/>
          <a:p>
            <a:pPr algn="l"/>
            <a:r>
              <a:rPr lang="en-GB" b="1" dirty="0"/>
              <a:t>Applications of Demultiplexers</a:t>
            </a:r>
          </a:p>
          <a:p>
            <a:pPr algn="l"/>
            <a:r>
              <a:rPr lang="en-GB" dirty="0"/>
              <a:t>The applications include:</a:t>
            </a:r>
          </a:p>
          <a:p>
            <a:pPr algn="l">
              <a:buFont typeface="Arial" panose="020B0604020202020204" pitchFamily="34" charset="0"/>
              <a:buChar char="•"/>
            </a:pPr>
            <a:r>
              <a:rPr lang="en-GB" dirty="0"/>
              <a:t>Demultiplexers are used in clock data recovery solutions.</a:t>
            </a:r>
          </a:p>
          <a:p>
            <a:pPr algn="l">
              <a:buFont typeface="Arial" panose="020B0604020202020204" pitchFamily="34" charset="0"/>
              <a:buChar char="•"/>
            </a:pPr>
            <a:r>
              <a:rPr lang="en-GB" dirty="0"/>
              <a:t>Demultiplexer along with multiplexer is necessary for any communication system for data transmission.</a:t>
            </a:r>
          </a:p>
          <a:p>
            <a:pPr algn="l">
              <a:buFont typeface="Arial" panose="020B0604020202020204" pitchFamily="34" charset="0"/>
              <a:buChar char="•"/>
            </a:pPr>
            <a:r>
              <a:rPr lang="en-GB" dirty="0"/>
              <a:t>Demultiplexers are used in ATM packets broadcasting.</a:t>
            </a:r>
          </a:p>
          <a:p>
            <a:pPr algn="l">
              <a:buFont typeface="Arial" panose="020B0604020202020204" pitchFamily="34" charset="0"/>
              <a:buChar char="•"/>
            </a:pPr>
            <a:r>
              <a:rPr lang="en-GB" dirty="0"/>
              <a:t>The output of Arithmetic Logic Unit is stored in respective registers using Demultiplexers.</a:t>
            </a:r>
          </a:p>
          <a:p>
            <a:pPr algn="l">
              <a:buFont typeface="Arial" panose="020B0604020202020204" pitchFamily="34" charset="0"/>
              <a:buChar char="•"/>
            </a:pPr>
            <a:r>
              <a:rPr lang="en-GB" dirty="0"/>
              <a:t>They act as Serial to Parallel converter.</a:t>
            </a:r>
          </a:p>
          <a:p>
            <a:pPr algn="l">
              <a:buFont typeface="Arial" panose="020B0604020202020204" pitchFamily="34" charset="0"/>
              <a:buChar char="•"/>
            </a:pPr>
            <a:r>
              <a:rPr lang="en-GB" dirty="0"/>
              <a:t>They are also used in Wavelength routers.</a:t>
            </a:r>
          </a:p>
        </p:txBody>
      </p:sp>
    </p:spTree>
    <p:extLst>
      <p:ext uri="{BB962C8B-B14F-4D97-AF65-F5344CB8AC3E}">
        <p14:creationId xmlns:p14="http://schemas.microsoft.com/office/powerpoint/2010/main" val="30206190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4E482EAE-0475-4DD8-B2C4-57529333C81F}"/>
              </a:ext>
            </a:extLst>
          </p:cNvPr>
          <p:cNvSpPr txBox="1"/>
          <p:nvPr/>
        </p:nvSpPr>
        <p:spPr>
          <a:xfrm>
            <a:off x="0" y="0"/>
            <a:ext cx="11830928" cy="4524315"/>
          </a:xfrm>
          <a:prstGeom prst="rect">
            <a:avLst/>
          </a:prstGeom>
          <a:noFill/>
        </p:spPr>
        <p:txBody>
          <a:bodyPr wrap="square">
            <a:spAutoFit/>
          </a:bodyPr>
          <a:lstStyle/>
          <a:p>
            <a:pPr algn="l"/>
            <a:r>
              <a:rPr lang="en-GB" b="1" u="sng" dirty="0"/>
              <a:t>Advantages of Demultiplexers</a:t>
            </a:r>
          </a:p>
          <a:p>
            <a:pPr algn="l"/>
            <a:r>
              <a:rPr lang="en-GB" b="1" dirty="0"/>
              <a:t>The advantages include:</a:t>
            </a:r>
          </a:p>
          <a:p>
            <a:pPr algn="l">
              <a:buFont typeface="Arial" panose="020B0604020202020204" pitchFamily="34" charset="0"/>
              <a:buChar char="•"/>
            </a:pPr>
            <a:r>
              <a:rPr lang="en-GB" dirty="0"/>
              <a:t>Transmission of Audio/Video signals requires combination of Multiplexers and Demultiplexers.</a:t>
            </a:r>
          </a:p>
          <a:p>
            <a:pPr algn="l">
              <a:buFont typeface="Arial" panose="020B0604020202020204" pitchFamily="34" charset="0"/>
              <a:buChar char="•"/>
            </a:pPr>
            <a:r>
              <a:rPr lang="en-GB" dirty="0"/>
              <a:t>They are also used as decoders in security systems like banking sectors.</a:t>
            </a:r>
          </a:p>
          <a:p>
            <a:pPr algn="l">
              <a:buFont typeface="Arial" panose="020B0604020202020204" pitchFamily="34" charset="0"/>
              <a:buChar char="•"/>
            </a:pPr>
            <a:r>
              <a:rPr lang="en-GB" dirty="0"/>
              <a:t>Combination of De-</a:t>
            </a:r>
            <a:r>
              <a:rPr lang="en-GB" dirty="0" err="1"/>
              <a:t>muxes</a:t>
            </a:r>
            <a:r>
              <a:rPr lang="en-GB" dirty="0"/>
              <a:t> with </a:t>
            </a:r>
            <a:r>
              <a:rPr lang="en-GB" dirty="0" err="1"/>
              <a:t>Muxes</a:t>
            </a:r>
            <a:r>
              <a:rPr lang="en-GB" dirty="0"/>
              <a:t> increases the efficiency of the communication system.</a:t>
            </a:r>
          </a:p>
          <a:p>
            <a:pPr algn="l"/>
            <a:endParaRPr lang="en-GB" dirty="0"/>
          </a:p>
          <a:p>
            <a:pPr algn="l"/>
            <a:r>
              <a:rPr lang="en-GB" b="1" u="sng" dirty="0"/>
              <a:t>Disadvantages of Demultiplexers</a:t>
            </a:r>
          </a:p>
          <a:p>
            <a:pPr algn="l"/>
            <a:r>
              <a:rPr lang="en-GB" b="1" dirty="0"/>
              <a:t>The disadvantages include:</a:t>
            </a:r>
          </a:p>
          <a:p>
            <a:pPr algn="l">
              <a:buFont typeface="Arial" panose="020B0604020202020204" pitchFamily="34" charset="0"/>
              <a:buChar char="•"/>
            </a:pPr>
            <a:r>
              <a:rPr lang="en-GB" dirty="0"/>
              <a:t>Wastage of Bandwidth might occur.</a:t>
            </a:r>
          </a:p>
          <a:p>
            <a:pPr algn="l">
              <a:buFont typeface="Arial" panose="020B0604020202020204" pitchFamily="34" charset="0"/>
              <a:buChar char="•"/>
            </a:pPr>
            <a:r>
              <a:rPr lang="en-GB" dirty="0"/>
              <a:t>Delays might occur due to synchronization of signals.</a:t>
            </a:r>
          </a:p>
          <a:p>
            <a:pPr algn="l"/>
            <a:endParaRPr lang="en-GB" dirty="0"/>
          </a:p>
          <a:p>
            <a:pPr algn="l"/>
            <a:r>
              <a:rPr lang="en-GB" dirty="0"/>
              <a:t>Types of Demultiplexer:</a:t>
            </a:r>
          </a:p>
          <a:p>
            <a:pPr marL="342900" indent="-342900" algn="l">
              <a:buAutoNum type="arabicParenR"/>
            </a:pPr>
            <a:r>
              <a:rPr lang="en-GB" dirty="0"/>
              <a:t>1:2 De-mux</a:t>
            </a:r>
          </a:p>
          <a:p>
            <a:pPr marL="342900" indent="-342900" algn="l">
              <a:buAutoNum type="arabicParenR"/>
            </a:pPr>
            <a:r>
              <a:rPr lang="en-GB" dirty="0"/>
              <a:t> 1:4 De-mux</a:t>
            </a:r>
          </a:p>
          <a:p>
            <a:pPr marL="342900" indent="-342900" algn="l">
              <a:buAutoNum type="arabicParenR"/>
            </a:pPr>
            <a:r>
              <a:rPr lang="en-GB" dirty="0"/>
              <a:t> 1:8 De-mux</a:t>
            </a:r>
          </a:p>
          <a:p>
            <a:pPr marL="342900" indent="-342900" algn="l">
              <a:buAutoNum type="arabicParenR"/>
            </a:pPr>
            <a:r>
              <a:rPr lang="en-GB" dirty="0"/>
              <a:t> 1:16 De-mux</a:t>
            </a:r>
          </a:p>
        </p:txBody>
      </p:sp>
    </p:spTree>
    <p:extLst>
      <p:ext uri="{BB962C8B-B14F-4D97-AF65-F5344CB8AC3E}">
        <p14:creationId xmlns:p14="http://schemas.microsoft.com/office/powerpoint/2010/main" val="37846694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6CCE696-62A3-4CE8-BBAB-442F5106F7B2}"/>
              </a:ext>
            </a:extLst>
          </p:cNvPr>
          <p:cNvSpPr txBox="1"/>
          <p:nvPr/>
        </p:nvSpPr>
        <p:spPr>
          <a:xfrm>
            <a:off x="0" y="0"/>
            <a:ext cx="12192000" cy="1508105"/>
          </a:xfrm>
          <a:prstGeom prst="rect">
            <a:avLst/>
          </a:prstGeom>
          <a:noFill/>
        </p:spPr>
        <p:txBody>
          <a:bodyPr wrap="square">
            <a:spAutoFit/>
          </a:bodyPr>
          <a:lstStyle/>
          <a:p>
            <a:pPr algn="just"/>
            <a:r>
              <a:rPr lang="en-GB" sz="2000" b="1" i="0" u="sng" dirty="0">
                <a:solidFill>
                  <a:srgbClr val="610B38"/>
                </a:solidFill>
                <a:effectLst/>
                <a:latin typeface="erdana"/>
              </a:rPr>
              <a:t>1×2 De-multiplexer:</a:t>
            </a:r>
          </a:p>
          <a:p>
            <a:pPr marL="285750" indent="-285750" algn="just">
              <a:buFont typeface="Arial" panose="020B0604020202020204" pitchFamily="34" charset="0"/>
              <a:buChar char="•"/>
            </a:pPr>
            <a:r>
              <a:rPr lang="en-GB" b="0" i="0" dirty="0">
                <a:solidFill>
                  <a:srgbClr val="333333"/>
                </a:solidFill>
                <a:effectLst/>
                <a:latin typeface="inter-regular"/>
              </a:rPr>
              <a:t>In the 1 to 2 De-multiplexer, there are only two outputs, i.e., Y</a:t>
            </a:r>
            <a:r>
              <a:rPr lang="en-GB" b="0" i="0" baseline="-25000" dirty="0">
                <a:solidFill>
                  <a:srgbClr val="333333"/>
                </a:solidFill>
                <a:effectLst/>
                <a:latin typeface="inter-regular"/>
              </a:rPr>
              <a:t>0</a:t>
            </a:r>
            <a:r>
              <a:rPr lang="en-GB" b="0" i="0" dirty="0">
                <a:solidFill>
                  <a:srgbClr val="333333"/>
                </a:solidFill>
                <a:effectLst/>
                <a:latin typeface="inter-regular"/>
              </a:rPr>
              <a:t>, and Y</a:t>
            </a:r>
            <a:r>
              <a:rPr lang="en-GB" b="0" i="0" baseline="-25000" dirty="0">
                <a:solidFill>
                  <a:srgbClr val="333333"/>
                </a:solidFill>
                <a:effectLst/>
                <a:latin typeface="inter-regular"/>
              </a:rPr>
              <a:t>1</a:t>
            </a:r>
            <a:r>
              <a:rPr lang="en-GB" b="0" i="0" dirty="0">
                <a:solidFill>
                  <a:srgbClr val="333333"/>
                </a:solidFill>
                <a:effectLst/>
                <a:latin typeface="inter-regular"/>
              </a:rPr>
              <a:t>, 1 selection lines, i.e., S</a:t>
            </a:r>
            <a:r>
              <a:rPr lang="en-GB" b="0" i="0" baseline="-25000" dirty="0">
                <a:solidFill>
                  <a:srgbClr val="333333"/>
                </a:solidFill>
                <a:effectLst/>
                <a:latin typeface="inter-regular"/>
              </a:rPr>
              <a:t>0</a:t>
            </a:r>
            <a:r>
              <a:rPr lang="en-GB" b="0" i="0" dirty="0">
                <a:solidFill>
                  <a:srgbClr val="333333"/>
                </a:solidFill>
                <a:effectLst/>
                <a:latin typeface="inter-regular"/>
              </a:rPr>
              <a:t>, and single input, i.e., A. </a:t>
            </a:r>
          </a:p>
          <a:p>
            <a:pPr marL="285750" indent="-285750" algn="just">
              <a:buFont typeface="Arial" panose="020B0604020202020204" pitchFamily="34" charset="0"/>
              <a:buChar char="•"/>
            </a:pPr>
            <a:r>
              <a:rPr lang="en-GB" b="0" i="0" dirty="0">
                <a:solidFill>
                  <a:srgbClr val="333333"/>
                </a:solidFill>
                <a:effectLst/>
                <a:latin typeface="inter-regular"/>
              </a:rPr>
              <a:t>On the basis of the selection value, the input will be connected to one of the outputs. </a:t>
            </a:r>
          </a:p>
          <a:p>
            <a:pPr algn="just"/>
            <a:endParaRPr lang="en-GB" b="0" i="0" dirty="0">
              <a:solidFill>
                <a:srgbClr val="333333"/>
              </a:solidFill>
              <a:effectLst/>
              <a:latin typeface="inter-regular"/>
            </a:endParaRPr>
          </a:p>
          <a:p>
            <a:pPr algn="just"/>
            <a:r>
              <a:rPr lang="en-GB" b="0" i="0" dirty="0">
                <a:solidFill>
                  <a:srgbClr val="333333"/>
                </a:solidFill>
                <a:effectLst/>
                <a:latin typeface="inter-regular"/>
              </a:rPr>
              <a:t>The block diagram and the truth table of the 1</a:t>
            </a:r>
            <a:r>
              <a:rPr lang="en-GB" b="1" i="0" dirty="0">
                <a:solidFill>
                  <a:srgbClr val="333333"/>
                </a:solidFill>
                <a:effectLst/>
                <a:latin typeface="inter-bold"/>
              </a:rPr>
              <a:t>×</a:t>
            </a:r>
            <a:r>
              <a:rPr lang="en-GB" b="0" i="0" dirty="0">
                <a:solidFill>
                  <a:srgbClr val="333333"/>
                </a:solidFill>
                <a:effectLst/>
                <a:latin typeface="inter-regular"/>
              </a:rPr>
              <a:t>2 multiplexer are given below.</a:t>
            </a:r>
          </a:p>
        </p:txBody>
      </p:sp>
      <p:sp>
        <p:nvSpPr>
          <p:cNvPr id="5" name="Rectangle 1">
            <a:extLst>
              <a:ext uri="{FF2B5EF4-FFF2-40B4-BE49-F238E27FC236}">
                <a16:creationId xmlns:a16="http://schemas.microsoft.com/office/drawing/2014/main" id="{B2629588-19ED-4FAF-A200-7E9B1F565FB1}"/>
              </a:ext>
            </a:extLst>
          </p:cNvPr>
          <p:cNvSpPr>
            <a:spLocks noChangeArrowheads="1"/>
          </p:cNvSpPr>
          <p:nvPr/>
        </p:nvSpPr>
        <p:spPr bwMode="auto">
          <a:xfrm>
            <a:off x="4961916" y="1443841"/>
            <a:ext cx="6292237" cy="397031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Truth Table:</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logical expression of the term Y is as follows: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Y0=S0’.A</a:t>
            </a:r>
            <a:br>
              <a:rPr lang="en-US" altLang="en-US" b="1" dirty="0"/>
            </a:br>
            <a:r>
              <a:rPr lang="en-US" altLang="en-US" b="1" dirty="0"/>
              <a:t>                                         Y1=S0.A</a:t>
            </a:r>
          </a:p>
        </p:txBody>
      </p:sp>
      <p:pic>
        <p:nvPicPr>
          <p:cNvPr id="1026" name="Picture 2" descr="De-multiplexer">
            <a:extLst>
              <a:ext uri="{FF2B5EF4-FFF2-40B4-BE49-F238E27FC236}">
                <a16:creationId xmlns:a16="http://schemas.microsoft.com/office/drawing/2014/main" id="{1949E4DF-4AE1-4DC4-AA42-65567D9B1F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538" y="1499160"/>
            <a:ext cx="4497726" cy="385967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De-multiplexer">
            <a:extLst>
              <a:ext uri="{FF2B5EF4-FFF2-40B4-BE49-F238E27FC236}">
                <a16:creationId xmlns:a16="http://schemas.microsoft.com/office/drawing/2014/main" id="{1F5FE240-8F0B-4D98-8B8C-5AA3ED0BBB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776" y="2089004"/>
            <a:ext cx="5359790" cy="2314184"/>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93938769-E089-4EC7-B4C4-20CC8EB8C263}"/>
              </a:ext>
            </a:extLst>
          </p:cNvPr>
          <p:cNvSpPr txBox="1"/>
          <p:nvPr/>
        </p:nvSpPr>
        <p:spPr>
          <a:xfrm>
            <a:off x="1485899" y="5414159"/>
            <a:ext cx="1614267"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Block Diagram</a:t>
            </a:r>
            <a:endParaRPr lang="en-US" altLang="en-US" dirty="0"/>
          </a:p>
        </p:txBody>
      </p:sp>
    </p:spTree>
    <p:extLst>
      <p:ext uri="{BB962C8B-B14F-4D97-AF65-F5344CB8AC3E}">
        <p14:creationId xmlns:p14="http://schemas.microsoft.com/office/powerpoint/2010/main" val="4849996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A1E81B4-63BE-4067-A1B4-0130EC788787}"/>
              </a:ext>
            </a:extLst>
          </p:cNvPr>
          <p:cNvSpPr>
            <a:spLocks noChangeArrowheads="1"/>
          </p:cNvSpPr>
          <p:nvPr/>
        </p:nvSpPr>
        <p:spPr bwMode="auto">
          <a:xfrm>
            <a:off x="819171" y="819833"/>
            <a:ext cx="52768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Logical circuit of the above expressions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2050" name="Picture 2" descr="De-multiplexer">
            <a:extLst>
              <a:ext uri="{FF2B5EF4-FFF2-40B4-BE49-F238E27FC236}">
                <a16:creationId xmlns:a16="http://schemas.microsoft.com/office/drawing/2014/main" id="{7A1F1E47-BF6E-4C01-98CE-225E07D3D3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6592" y="1276644"/>
            <a:ext cx="5276829" cy="3886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273050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C21124-FFEA-458A-80A8-67BE235AB81C}"/>
              </a:ext>
            </a:extLst>
          </p:cNvPr>
          <p:cNvSpPr txBox="1"/>
          <p:nvPr/>
        </p:nvSpPr>
        <p:spPr>
          <a:xfrm>
            <a:off x="-2344" y="0"/>
            <a:ext cx="12194344" cy="2062103"/>
          </a:xfrm>
          <a:prstGeom prst="rect">
            <a:avLst/>
          </a:prstGeom>
          <a:noFill/>
        </p:spPr>
        <p:txBody>
          <a:bodyPr wrap="square">
            <a:spAutoFit/>
          </a:bodyPr>
          <a:lstStyle/>
          <a:p>
            <a:pPr algn="just"/>
            <a:r>
              <a:rPr lang="en-GB" sz="2000" b="1" u="sng" dirty="0"/>
              <a:t>1×4 De-multiplexer:</a:t>
            </a:r>
          </a:p>
          <a:p>
            <a:pPr marL="285750" indent="-285750" algn="just">
              <a:buFont typeface="Wingdings" panose="05000000000000000000" pitchFamily="2" charset="2"/>
              <a:buChar char="Ø"/>
            </a:pPr>
            <a:r>
              <a:rPr lang="en-GB" dirty="0"/>
              <a:t>In 1 to 4 De-multiplexer, there are total of four outputs, i.e., Y0, Y1, Y2, and Y3, 2 selection lines, i.e., S0 and S1 and single input, i.e., A. </a:t>
            </a:r>
          </a:p>
          <a:p>
            <a:pPr marL="285750" indent="-285750" algn="just">
              <a:buFont typeface="Wingdings" panose="05000000000000000000" pitchFamily="2" charset="2"/>
              <a:buChar char="Ø"/>
            </a:pPr>
            <a:r>
              <a:rPr lang="en-GB" dirty="0"/>
              <a:t>On the basis of the combination of inputs which are present at the selection lines S0 and S1, the input be connected to one of the outputs. </a:t>
            </a:r>
          </a:p>
          <a:p>
            <a:pPr algn="just"/>
            <a:endParaRPr lang="en-GB" dirty="0"/>
          </a:p>
          <a:p>
            <a:pPr algn="just"/>
            <a:r>
              <a:rPr lang="en-GB" dirty="0"/>
              <a:t>The block diagram and the truth table of the 1×4 multiplexer are given below.</a:t>
            </a:r>
          </a:p>
        </p:txBody>
      </p:sp>
      <p:sp>
        <p:nvSpPr>
          <p:cNvPr id="3" name="Rectangle 1">
            <a:extLst>
              <a:ext uri="{FF2B5EF4-FFF2-40B4-BE49-F238E27FC236}">
                <a16:creationId xmlns:a16="http://schemas.microsoft.com/office/drawing/2014/main" id="{52F1A56E-06C6-4B4B-BC1B-7F2EC98A62D5}"/>
              </a:ext>
            </a:extLst>
          </p:cNvPr>
          <p:cNvSpPr>
            <a:spLocks noChangeArrowheads="1"/>
          </p:cNvSpPr>
          <p:nvPr/>
        </p:nvSpPr>
        <p:spPr bwMode="auto">
          <a:xfrm>
            <a:off x="5704197" y="1635227"/>
            <a:ext cx="5228996" cy="452431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Truth Table:</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logical expression of the term Y is as follows: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Y0=S1' S0' A</a:t>
            </a:r>
            <a:br>
              <a:rPr lang="en-US" altLang="en-US" b="1" dirty="0"/>
            </a:br>
            <a:r>
              <a:rPr lang="en-US" altLang="en-US" b="1" dirty="0"/>
              <a:t>y1=S1' S0 A</a:t>
            </a:r>
            <a:br>
              <a:rPr lang="en-US" altLang="en-US" b="1" dirty="0"/>
            </a:br>
            <a:r>
              <a:rPr lang="en-US" altLang="en-US" b="1" dirty="0"/>
              <a:t>y2=S1 S0' A</a:t>
            </a:r>
            <a:br>
              <a:rPr lang="en-US" altLang="en-US" b="1" dirty="0"/>
            </a:br>
            <a:r>
              <a:rPr lang="en-US" altLang="en-US" b="1" dirty="0"/>
              <a:t>y3=S1 S0 A</a:t>
            </a:r>
          </a:p>
        </p:txBody>
      </p:sp>
      <p:pic>
        <p:nvPicPr>
          <p:cNvPr id="3074" name="Picture 2" descr="De-multiplexer">
            <a:extLst>
              <a:ext uri="{FF2B5EF4-FFF2-40B4-BE49-F238E27FC236}">
                <a16:creationId xmlns:a16="http://schemas.microsoft.com/office/drawing/2014/main" id="{9255373C-E634-4199-8967-90B74A5F9B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09" y="2109566"/>
            <a:ext cx="4594274" cy="3276457"/>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De-multiplexer">
            <a:extLst>
              <a:ext uri="{FF2B5EF4-FFF2-40B4-BE49-F238E27FC236}">
                <a16:creationId xmlns:a16="http://schemas.microsoft.com/office/drawing/2014/main" id="{0ED6D5A4-8495-41C7-A1CF-3E3CF51C5E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4197" y="2343149"/>
            <a:ext cx="5971988" cy="2256986"/>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C39224F-6942-4F9C-8194-36346E8ED271}"/>
              </a:ext>
            </a:extLst>
          </p:cNvPr>
          <p:cNvSpPr txBox="1"/>
          <p:nvPr/>
        </p:nvSpPr>
        <p:spPr>
          <a:xfrm>
            <a:off x="1692812" y="5582972"/>
            <a:ext cx="1614267"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Block Diagram</a:t>
            </a:r>
            <a:endParaRPr lang="en-US" altLang="en-US" dirty="0"/>
          </a:p>
        </p:txBody>
      </p:sp>
    </p:spTree>
    <p:extLst>
      <p:ext uri="{BB962C8B-B14F-4D97-AF65-F5344CB8AC3E}">
        <p14:creationId xmlns:p14="http://schemas.microsoft.com/office/powerpoint/2010/main" val="5617910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5A4199-E063-4BD4-AE1C-6B00F7076CBE}"/>
              </a:ext>
            </a:extLst>
          </p:cNvPr>
          <p:cNvSpPr>
            <a:spLocks noChangeArrowheads="1"/>
          </p:cNvSpPr>
          <p:nvPr/>
        </p:nvSpPr>
        <p:spPr bwMode="auto">
          <a:xfrm>
            <a:off x="1507853" y="327465"/>
            <a:ext cx="53686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Logical circuit of the above expressions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4098" name="Picture 2" descr="De-multiplexer">
            <a:extLst>
              <a:ext uri="{FF2B5EF4-FFF2-40B4-BE49-F238E27FC236}">
                <a16:creationId xmlns:a16="http://schemas.microsoft.com/office/drawing/2014/main" id="{4D1F389F-426D-4B2A-B727-336773FB8E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5075" y="1171135"/>
            <a:ext cx="6062150" cy="50749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74981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FDDEDA4-440B-410C-83A2-6805A906105E}"/>
              </a:ext>
            </a:extLst>
          </p:cNvPr>
          <p:cNvSpPr txBox="1"/>
          <p:nvPr/>
        </p:nvSpPr>
        <p:spPr>
          <a:xfrm>
            <a:off x="-2344" y="0"/>
            <a:ext cx="12194344" cy="2062103"/>
          </a:xfrm>
          <a:prstGeom prst="rect">
            <a:avLst/>
          </a:prstGeom>
          <a:noFill/>
        </p:spPr>
        <p:txBody>
          <a:bodyPr wrap="square">
            <a:spAutoFit/>
          </a:bodyPr>
          <a:lstStyle/>
          <a:p>
            <a:pPr algn="just"/>
            <a:r>
              <a:rPr lang="en-GB" sz="2000" b="1" u="sng" dirty="0"/>
              <a:t>1×8 De-multiplexer:</a:t>
            </a:r>
          </a:p>
          <a:p>
            <a:pPr marL="285750" indent="-285750" algn="just">
              <a:buFont typeface="Wingdings" panose="05000000000000000000" pitchFamily="2" charset="2"/>
              <a:buChar char="Ø"/>
            </a:pPr>
            <a:r>
              <a:rPr lang="en-GB" dirty="0"/>
              <a:t>In 1 to 8 De-multiplexer, there are total of eight outputs, i.e., Y0, Y1, Y2, Y3, Y4, Y5, Y6, and Y7, 3 selection lines, i.e., S0, S1and S2 and single input, i.e., A. </a:t>
            </a:r>
          </a:p>
          <a:p>
            <a:pPr marL="285750" indent="-285750" algn="just">
              <a:buFont typeface="Wingdings" panose="05000000000000000000" pitchFamily="2" charset="2"/>
              <a:buChar char="Ø"/>
            </a:pPr>
            <a:r>
              <a:rPr lang="en-GB" dirty="0"/>
              <a:t>On the basis of the combination of inputs which are present at the selection lines S0, S1 and S2, the input will be connected to one of these outputs.</a:t>
            </a:r>
          </a:p>
          <a:p>
            <a:pPr algn="just"/>
            <a:endParaRPr lang="en-GB" dirty="0"/>
          </a:p>
          <a:p>
            <a:pPr algn="just"/>
            <a:r>
              <a:rPr lang="en-GB" dirty="0"/>
              <a:t> The block diagram and the truth table of the 1×8 de-multiplexer are given below.</a:t>
            </a:r>
          </a:p>
        </p:txBody>
      </p:sp>
      <p:pic>
        <p:nvPicPr>
          <p:cNvPr id="5122" name="Picture 2" descr="De-multiplexer">
            <a:extLst>
              <a:ext uri="{FF2B5EF4-FFF2-40B4-BE49-F238E27FC236}">
                <a16:creationId xmlns:a16="http://schemas.microsoft.com/office/drawing/2014/main" id="{B3EB4EAF-5F5F-4921-BAEF-AE94D1E99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812" y="2062103"/>
            <a:ext cx="6255434" cy="413984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D2086DA-498E-4C7F-9B7F-6C2E016C94ED}"/>
              </a:ext>
            </a:extLst>
          </p:cNvPr>
          <p:cNvSpPr txBox="1"/>
          <p:nvPr/>
        </p:nvSpPr>
        <p:spPr>
          <a:xfrm>
            <a:off x="4013395" y="6201951"/>
            <a:ext cx="1614267"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Block Diagram</a:t>
            </a:r>
            <a:endParaRPr lang="en-US" altLang="en-US" dirty="0"/>
          </a:p>
        </p:txBody>
      </p:sp>
    </p:spTree>
    <p:extLst>
      <p:ext uri="{BB962C8B-B14F-4D97-AF65-F5344CB8AC3E}">
        <p14:creationId xmlns:p14="http://schemas.microsoft.com/office/powerpoint/2010/main" val="35529106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E951A61-AE84-4ADE-8B5A-0AEDD5DED94A}"/>
              </a:ext>
            </a:extLst>
          </p:cNvPr>
          <p:cNvSpPr>
            <a:spLocks noChangeArrowheads="1"/>
          </p:cNvSpPr>
          <p:nvPr/>
        </p:nvSpPr>
        <p:spPr bwMode="auto">
          <a:xfrm>
            <a:off x="1188468" y="3594526"/>
            <a:ext cx="5228996"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logical expression of the term Y is as follows: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Y0=S0'.S1'.S2'.A</a:t>
            </a:r>
            <a:br>
              <a:rPr lang="en-US" altLang="en-US" b="1" dirty="0"/>
            </a:br>
            <a:r>
              <a:rPr lang="en-US" altLang="en-US" b="1" dirty="0"/>
              <a:t>Y1=S0.S1'.S2'.A</a:t>
            </a:r>
            <a:br>
              <a:rPr lang="en-US" altLang="en-US" b="1" dirty="0"/>
            </a:br>
            <a:r>
              <a:rPr lang="en-US" altLang="en-US" b="1" dirty="0"/>
              <a:t>Y2=S0'.S1.S2'.A</a:t>
            </a:r>
            <a:br>
              <a:rPr lang="en-US" altLang="en-US" b="1" dirty="0"/>
            </a:br>
            <a:r>
              <a:rPr lang="en-US" altLang="en-US" b="1" dirty="0"/>
              <a:t>Y3=S0.S1.S2'.A</a:t>
            </a:r>
            <a:br>
              <a:rPr lang="en-US" altLang="en-US" b="1" dirty="0"/>
            </a:br>
            <a:r>
              <a:rPr lang="en-US" altLang="en-US" b="1" dirty="0"/>
              <a:t>Y4=S0'.S1'.S2 A</a:t>
            </a:r>
            <a:br>
              <a:rPr lang="en-US" altLang="en-US" b="1" dirty="0"/>
            </a:br>
            <a:r>
              <a:rPr lang="en-US" altLang="en-US" b="1" dirty="0"/>
              <a:t>Y5=S0.S1'.S2 A</a:t>
            </a:r>
            <a:br>
              <a:rPr lang="en-US" altLang="en-US" b="1" dirty="0"/>
            </a:br>
            <a:r>
              <a:rPr lang="en-US" altLang="en-US" b="1" dirty="0"/>
              <a:t>Y6=S0'.S1.S2 A</a:t>
            </a:r>
            <a:br>
              <a:rPr lang="en-US" altLang="en-US" b="1" dirty="0"/>
            </a:br>
            <a:r>
              <a:rPr lang="en-US" altLang="en-US" b="1" dirty="0"/>
              <a:t>Y7=S0.S1.S3.A</a:t>
            </a:r>
          </a:p>
        </p:txBody>
      </p:sp>
      <p:pic>
        <p:nvPicPr>
          <p:cNvPr id="6146" name="Picture 2" descr="De-multiplexer">
            <a:extLst>
              <a:ext uri="{FF2B5EF4-FFF2-40B4-BE49-F238E27FC236}">
                <a16:creationId xmlns:a16="http://schemas.microsoft.com/office/drawing/2014/main" id="{A1D2EA52-DA0C-48BC-AEA8-7101B8B458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059" y="577542"/>
            <a:ext cx="8491024" cy="329833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40CEA63-2608-4070-BD8F-AE88E4642A54}"/>
              </a:ext>
            </a:extLst>
          </p:cNvPr>
          <p:cNvSpPr txBox="1"/>
          <p:nvPr/>
        </p:nvSpPr>
        <p:spPr>
          <a:xfrm>
            <a:off x="1033724" y="119798"/>
            <a:ext cx="6443002"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Truth Table:</a:t>
            </a:r>
          </a:p>
        </p:txBody>
      </p:sp>
    </p:spTree>
    <p:extLst>
      <p:ext uri="{BB962C8B-B14F-4D97-AF65-F5344CB8AC3E}">
        <p14:creationId xmlns:p14="http://schemas.microsoft.com/office/powerpoint/2010/main" val="20608206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F34C37-8DB0-4060-98E8-1ABF9D5C5099}"/>
              </a:ext>
            </a:extLst>
          </p:cNvPr>
          <p:cNvSpPr>
            <a:spLocks noChangeArrowheads="1"/>
          </p:cNvSpPr>
          <p:nvPr/>
        </p:nvSpPr>
        <p:spPr bwMode="auto">
          <a:xfrm>
            <a:off x="1983546" y="325023"/>
            <a:ext cx="789197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Logical circuit of the above expressions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7170" name="Picture 2" descr="De-multiplexer">
            <a:extLst>
              <a:ext uri="{FF2B5EF4-FFF2-40B4-BE49-F238E27FC236}">
                <a16:creationId xmlns:a16="http://schemas.microsoft.com/office/drawing/2014/main" id="{29665F24-CDCD-4DEA-96A0-E58C20791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1217" y="809624"/>
            <a:ext cx="5893971" cy="5492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1961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1B3D465-659B-4A1E-B405-F32A26CA6BF2}"/>
              </a:ext>
            </a:extLst>
          </p:cNvPr>
          <p:cNvSpPr txBox="1"/>
          <p:nvPr/>
        </p:nvSpPr>
        <p:spPr>
          <a:xfrm>
            <a:off x="0" y="158990"/>
            <a:ext cx="12192000" cy="2062103"/>
          </a:xfrm>
          <a:prstGeom prst="rect">
            <a:avLst/>
          </a:prstGeom>
          <a:noFill/>
        </p:spPr>
        <p:txBody>
          <a:bodyPr wrap="square">
            <a:spAutoFit/>
          </a:bodyPr>
          <a:lstStyle/>
          <a:p>
            <a:pPr algn="just"/>
            <a:r>
              <a:rPr lang="en-GB" sz="2000" b="1" u="sng" dirty="0"/>
              <a:t>1 x 16 De-multiplexer</a:t>
            </a:r>
          </a:p>
          <a:p>
            <a:pPr marL="285750" indent="-285750" algn="just">
              <a:buFont typeface="Wingdings" panose="05000000000000000000" pitchFamily="2" charset="2"/>
              <a:buChar char="Ø"/>
            </a:pPr>
            <a:r>
              <a:rPr lang="en-GB" b="0" i="0" dirty="0">
                <a:solidFill>
                  <a:srgbClr val="333333"/>
                </a:solidFill>
                <a:effectLst/>
                <a:latin typeface="inter-regular"/>
              </a:rPr>
              <a:t>In 1×16 de-multiplexer, there are total of 16 outputs, i.e., Y</a:t>
            </a:r>
            <a:r>
              <a:rPr lang="en-GB" b="0" i="0" baseline="-25000" dirty="0">
                <a:solidFill>
                  <a:srgbClr val="333333"/>
                </a:solidFill>
                <a:effectLst/>
                <a:latin typeface="inter-regular"/>
              </a:rPr>
              <a:t>0</a:t>
            </a:r>
            <a:r>
              <a:rPr lang="en-GB" b="0" i="0" dirty="0">
                <a:solidFill>
                  <a:srgbClr val="333333"/>
                </a:solidFill>
                <a:effectLst/>
                <a:latin typeface="inter-regular"/>
              </a:rPr>
              <a:t>, Y</a:t>
            </a:r>
            <a:r>
              <a:rPr lang="en-GB" b="0" i="0" baseline="-25000" dirty="0">
                <a:solidFill>
                  <a:srgbClr val="333333"/>
                </a:solidFill>
                <a:effectLst/>
                <a:latin typeface="inter-regular"/>
              </a:rPr>
              <a:t>1</a:t>
            </a:r>
            <a:r>
              <a:rPr lang="en-GB" b="0" i="0" dirty="0">
                <a:solidFill>
                  <a:srgbClr val="333333"/>
                </a:solidFill>
                <a:effectLst/>
                <a:latin typeface="inter-regular"/>
              </a:rPr>
              <a:t>, …, Y</a:t>
            </a:r>
            <a:r>
              <a:rPr lang="en-GB" b="0" i="0" baseline="-25000" dirty="0">
                <a:solidFill>
                  <a:srgbClr val="333333"/>
                </a:solidFill>
                <a:effectLst/>
                <a:latin typeface="inter-regular"/>
              </a:rPr>
              <a:t>16</a:t>
            </a:r>
            <a:r>
              <a:rPr lang="en-GB" b="0" i="0" dirty="0">
                <a:solidFill>
                  <a:srgbClr val="333333"/>
                </a:solidFill>
                <a:effectLst/>
                <a:latin typeface="inter-regular"/>
              </a:rPr>
              <a:t>, 4 selection lines, i.e., S</a:t>
            </a:r>
            <a:r>
              <a:rPr lang="en-GB" b="0" i="0" baseline="-25000" dirty="0">
                <a:solidFill>
                  <a:srgbClr val="333333"/>
                </a:solidFill>
                <a:effectLst/>
                <a:latin typeface="inter-regular"/>
              </a:rPr>
              <a:t>0</a:t>
            </a:r>
            <a:r>
              <a:rPr lang="en-GB" b="0" i="0" dirty="0">
                <a:solidFill>
                  <a:srgbClr val="333333"/>
                </a:solidFill>
                <a:effectLst/>
                <a:latin typeface="inter-regular"/>
              </a:rPr>
              <a:t>, S</a:t>
            </a:r>
            <a:r>
              <a:rPr lang="en-GB" b="0" i="0" baseline="-25000" dirty="0">
                <a:solidFill>
                  <a:srgbClr val="333333"/>
                </a:solidFill>
                <a:effectLst/>
                <a:latin typeface="inter-regular"/>
              </a:rPr>
              <a:t>1</a:t>
            </a:r>
            <a:r>
              <a:rPr lang="en-GB" b="0" i="0" dirty="0">
                <a:solidFill>
                  <a:srgbClr val="333333"/>
                </a:solidFill>
                <a:effectLst/>
                <a:latin typeface="inter-regular"/>
              </a:rPr>
              <a:t>, S</a:t>
            </a:r>
            <a:r>
              <a:rPr lang="en-GB" b="0" i="0" baseline="-25000" dirty="0">
                <a:solidFill>
                  <a:srgbClr val="333333"/>
                </a:solidFill>
                <a:effectLst/>
                <a:latin typeface="inter-regular"/>
              </a:rPr>
              <a:t>2</a:t>
            </a:r>
            <a:r>
              <a:rPr lang="en-GB" b="0" i="0" dirty="0">
                <a:solidFill>
                  <a:srgbClr val="333333"/>
                </a:solidFill>
                <a:effectLst/>
                <a:latin typeface="inter-regular"/>
              </a:rPr>
              <a:t>, and S</a:t>
            </a:r>
            <a:r>
              <a:rPr lang="en-GB" b="0" i="0" baseline="-25000" dirty="0">
                <a:solidFill>
                  <a:srgbClr val="333333"/>
                </a:solidFill>
                <a:effectLst/>
                <a:latin typeface="inter-regular"/>
              </a:rPr>
              <a:t>3</a:t>
            </a:r>
            <a:r>
              <a:rPr lang="en-GB" b="0" i="0" dirty="0">
                <a:solidFill>
                  <a:srgbClr val="333333"/>
                </a:solidFill>
                <a:effectLst/>
                <a:latin typeface="inter-regular"/>
              </a:rPr>
              <a:t> and single input, i.e., A. </a:t>
            </a:r>
          </a:p>
          <a:p>
            <a:pPr marL="285750" indent="-285750" algn="just">
              <a:buFont typeface="Wingdings" panose="05000000000000000000" pitchFamily="2" charset="2"/>
              <a:buChar char="Ø"/>
            </a:pPr>
            <a:r>
              <a:rPr lang="en-GB" b="0" i="0" dirty="0">
                <a:solidFill>
                  <a:srgbClr val="333333"/>
                </a:solidFill>
                <a:effectLst/>
                <a:latin typeface="inter-regular"/>
              </a:rPr>
              <a:t>On the basis of the combination of inputs which are present at the selection lines S</a:t>
            </a:r>
            <a:r>
              <a:rPr lang="en-GB" b="0" i="0" baseline="30000" dirty="0">
                <a:solidFill>
                  <a:srgbClr val="333333"/>
                </a:solidFill>
                <a:effectLst/>
                <a:latin typeface="inter-regular"/>
              </a:rPr>
              <a:t>0</a:t>
            </a:r>
            <a:r>
              <a:rPr lang="en-GB" b="0" i="0" dirty="0">
                <a:solidFill>
                  <a:srgbClr val="333333"/>
                </a:solidFill>
                <a:effectLst/>
                <a:latin typeface="inter-regular"/>
              </a:rPr>
              <a:t>, S</a:t>
            </a:r>
            <a:r>
              <a:rPr lang="en-GB" b="0" i="0" baseline="30000" dirty="0">
                <a:solidFill>
                  <a:srgbClr val="333333"/>
                </a:solidFill>
                <a:effectLst/>
                <a:latin typeface="inter-regular"/>
              </a:rPr>
              <a:t>1</a:t>
            </a:r>
            <a:r>
              <a:rPr lang="en-GB" b="0" i="0" dirty="0">
                <a:solidFill>
                  <a:srgbClr val="333333"/>
                </a:solidFill>
                <a:effectLst/>
                <a:latin typeface="inter-regular"/>
              </a:rPr>
              <a:t>, and S</a:t>
            </a:r>
            <a:r>
              <a:rPr lang="en-GB" b="0" i="0" baseline="-25000" dirty="0">
                <a:solidFill>
                  <a:srgbClr val="333333"/>
                </a:solidFill>
                <a:effectLst/>
                <a:latin typeface="inter-regular"/>
              </a:rPr>
              <a:t>2</a:t>
            </a:r>
            <a:r>
              <a:rPr lang="en-GB" b="0" i="0" dirty="0">
                <a:solidFill>
                  <a:srgbClr val="333333"/>
                </a:solidFill>
                <a:effectLst/>
                <a:latin typeface="inter-regular"/>
              </a:rPr>
              <a:t>, the input will be connected to one of these outputs. </a:t>
            </a:r>
          </a:p>
          <a:p>
            <a:pPr algn="just"/>
            <a:endParaRPr lang="en-GB" dirty="0">
              <a:solidFill>
                <a:srgbClr val="333333"/>
              </a:solidFill>
              <a:latin typeface="inter-regular"/>
            </a:endParaRPr>
          </a:p>
          <a:p>
            <a:pPr algn="just"/>
            <a:r>
              <a:rPr lang="en-GB" b="0" i="0" dirty="0">
                <a:solidFill>
                  <a:srgbClr val="333333"/>
                </a:solidFill>
                <a:effectLst/>
                <a:latin typeface="inter-regular"/>
              </a:rPr>
              <a:t>The block diagram and the truth table of the 1</a:t>
            </a:r>
            <a:r>
              <a:rPr lang="en-GB" b="1" i="0" dirty="0">
                <a:solidFill>
                  <a:srgbClr val="333333"/>
                </a:solidFill>
                <a:effectLst/>
                <a:latin typeface="inter-bold"/>
              </a:rPr>
              <a:t>×</a:t>
            </a:r>
            <a:r>
              <a:rPr lang="en-GB" b="0" i="0" dirty="0">
                <a:solidFill>
                  <a:srgbClr val="333333"/>
                </a:solidFill>
                <a:effectLst/>
                <a:latin typeface="inter-regular"/>
              </a:rPr>
              <a:t>16 de-multiplexer are given below.</a:t>
            </a:r>
          </a:p>
        </p:txBody>
      </p:sp>
      <p:sp>
        <p:nvSpPr>
          <p:cNvPr id="4" name="Rectangle 1">
            <a:extLst>
              <a:ext uri="{FF2B5EF4-FFF2-40B4-BE49-F238E27FC236}">
                <a16:creationId xmlns:a16="http://schemas.microsoft.com/office/drawing/2014/main" id="{A6C6C048-4B31-4104-8073-CCD5E9FD358D}"/>
              </a:ext>
            </a:extLst>
          </p:cNvPr>
          <p:cNvSpPr>
            <a:spLocks noChangeArrowheads="1"/>
          </p:cNvSpPr>
          <p:nvPr/>
        </p:nvSpPr>
        <p:spPr bwMode="auto">
          <a:xfrm>
            <a:off x="2775412" y="6211669"/>
            <a:ext cx="1556580"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Block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8194" name="Picture 2" descr="De-multiplexer">
            <a:extLst>
              <a:ext uri="{FF2B5EF4-FFF2-40B4-BE49-F238E27FC236}">
                <a16:creationId xmlns:a16="http://schemas.microsoft.com/office/drawing/2014/main" id="{AE9CB181-5F1A-4261-A699-435845D39F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262" y="2061703"/>
            <a:ext cx="5297658" cy="4149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39835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9CDA320-AD3A-42AD-9C91-2191968CAC8C}"/>
              </a:ext>
            </a:extLst>
          </p:cNvPr>
          <p:cNvSpPr>
            <a:spLocks noChangeArrowheads="1"/>
          </p:cNvSpPr>
          <p:nvPr/>
        </p:nvSpPr>
        <p:spPr bwMode="auto">
          <a:xfrm>
            <a:off x="1181686" y="84406"/>
            <a:ext cx="1317540"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Truth Table: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9218" name="Picture 2" descr="De-multiplexer">
            <a:extLst>
              <a:ext uri="{FF2B5EF4-FFF2-40B4-BE49-F238E27FC236}">
                <a16:creationId xmlns:a16="http://schemas.microsoft.com/office/drawing/2014/main" id="{62C14D6D-7F41-451B-9E0B-5C52E475C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017" y="407570"/>
            <a:ext cx="10670491" cy="6450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8054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CB5964E-8ECA-4D99-99D2-ECD15B06F409}"/>
              </a:ext>
            </a:extLst>
          </p:cNvPr>
          <p:cNvSpPr txBox="1"/>
          <p:nvPr/>
        </p:nvSpPr>
        <p:spPr>
          <a:xfrm>
            <a:off x="1135966" y="1028343"/>
            <a:ext cx="7459394" cy="4801314"/>
          </a:xfrm>
          <a:prstGeom prst="rect">
            <a:avLst/>
          </a:prstGeom>
          <a:noFill/>
        </p:spPr>
        <p:txBody>
          <a:bodyPr wrap="square">
            <a:spAutoFit/>
          </a:bodyPr>
          <a:lstStyle/>
          <a:p>
            <a:pPr algn="just"/>
            <a:r>
              <a:rPr lang="en-GB" b="0" i="0" dirty="0">
                <a:solidFill>
                  <a:srgbClr val="333333"/>
                </a:solidFill>
                <a:effectLst/>
                <a:latin typeface="inter-regular"/>
              </a:rPr>
              <a:t>The logical expression of the term Y is as follows:</a:t>
            </a:r>
          </a:p>
          <a:p>
            <a:pPr algn="just"/>
            <a:r>
              <a:rPr lang="en-GB" b="1" i="0" dirty="0">
                <a:solidFill>
                  <a:srgbClr val="333333"/>
                </a:solidFill>
                <a:effectLst/>
                <a:latin typeface="inter-regular"/>
              </a:rPr>
              <a:t>Y</a:t>
            </a:r>
            <a:r>
              <a:rPr lang="en-GB" b="1" i="0" baseline="-25000" dirty="0">
                <a:solidFill>
                  <a:srgbClr val="333333"/>
                </a:solidFill>
                <a:effectLst/>
                <a:latin typeface="inter-regular"/>
              </a:rPr>
              <a:t>0</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r>
              <a:rPr lang="en-GB" b="1" i="0" dirty="0">
                <a:solidFill>
                  <a:srgbClr val="333333"/>
                </a:solidFill>
                <a:effectLst/>
                <a:latin typeface="inter-regular"/>
              </a:rPr>
              <a:t>'</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1</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2</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r>
              <a:rPr lang="en-GB" b="1" i="0" dirty="0">
                <a:solidFill>
                  <a:srgbClr val="333333"/>
                </a:solidFill>
                <a:effectLst/>
                <a:latin typeface="inter-regular"/>
              </a:rPr>
              <a:t>'</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3</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4</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r>
              <a:rPr lang="en-GB" b="1" i="0" dirty="0">
                <a:solidFill>
                  <a:srgbClr val="333333"/>
                </a:solidFill>
                <a:effectLst/>
                <a:latin typeface="inter-regular"/>
              </a:rPr>
              <a:t>'</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5</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6</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r>
              <a:rPr lang="en-GB" b="1" i="0" dirty="0">
                <a:solidFill>
                  <a:srgbClr val="333333"/>
                </a:solidFill>
                <a:effectLst/>
                <a:latin typeface="inter-regular"/>
              </a:rPr>
              <a:t>'</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7</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8</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r>
              <a:rPr lang="en-GB" b="1" i="0" dirty="0">
                <a:solidFill>
                  <a:srgbClr val="333333"/>
                </a:solidFill>
                <a:effectLst/>
                <a:latin typeface="inter-regular"/>
              </a:rPr>
              <a:t>'</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9</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10</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r>
              <a:rPr lang="en-GB" b="1" i="0" dirty="0">
                <a:solidFill>
                  <a:srgbClr val="333333"/>
                </a:solidFill>
                <a:effectLst/>
                <a:latin typeface="inter-regular"/>
              </a:rPr>
              <a:t>'</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11</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12</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r>
              <a:rPr lang="en-GB" b="1" i="0" dirty="0">
                <a:solidFill>
                  <a:srgbClr val="333333"/>
                </a:solidFill>
                <a:effectLst/>
                <a:latin typeface="inter-regular"/>
              </a:rPr>
              <a:t>'</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13</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br>
              <a:rPr lang="en-GB" b="1" i="0" dirty="0">
                <a:solidFill>
                  <a:srgbClr val="333333"/>
                </a:solidFill>
                <a:effectLst/>
                <a:latin typeface="inter-regular"/>
              </a:rPr>
            </a:br>
            <a:r>
              <a:rPr lang="en-GB" b="1" i="0" dirty="0">
                <a:solidFill>
                  <a:srgbClr val="333333"/>
                </a:solidFill>
                <a:effectLst/>
                <a:latin typeface="inter-regular"/>
              </a:rPr>
              <a:t>Y</a:t>
            </a:r>
            <a:r>
              <a:rPr lang="en-GB" b="1" i="0" baseline="-25000" dirty="0">
                <a:solidFill>
                  <a:srgbClr val="333333"/>
                </a:solidFill>
                <a:effectLst/>
                <a:latin typeface="inter-regular"/>
              </a:rPr>
              <a:t>14</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r>
              <a:rPr lang="en-GB" b="1" i="0" dirty="0">
                <a:solidFill>
                  <a:srgbClr val="333333"/>
                </a:solidFill>
                <a:effectLst/>
                <a:latin typeface="inter-regular"/>
              </a:rPr>
              <a:t>’</a:t>
            </a:r>
            <a:br>
              <a:rPr lang="en-GB" b="1" i="0" dirty="0">
                <a:solidFill>
                  <a:srgbClr val="333333"/>
                </a:solidFill>
                <a:effectLst/>
                <a:latin typeface="inter-regular"/>
              </a:rPr>
            </a:br>
            <a:r>
              <a:rPr lang="en-GB" b="1" i="0" dirty="0">
                <a:solidFill>
                  <a:srgbClr val="333333"/>
                </a:solidFill>
                <a:effectLst/>
                <a:latin typeface="inter-regular"/>
              </a:rPr>
              <a:t>                                                       Y</a:t>
            </a:r>
            <a:r>
              <a:rPr lang="en-GB" b="1" i="0" baseline="-25000" dirty="0">
                <a:solidFill>
                  <a:srgbClr val="333333"/>
                </a:solidFill>
                <a:effectLst/>
                <a:latin typeface="inter-regular"/>
              </a:rPr>
              <a:t>15</a:t>
            </a:r>
            <a:r>
              <a:rPr lang="en-GB" b="1" i="0" dirty="0">
                <a:solidFill>
                  <a:srgbClr val="333333"/>
                </a:solidFill>
                <a:effectLst/>
                <a:latin typeface="inter-regular"/>
              </a:rPr>
              <a:t>=A.S</a:t>
            </a:r>
            <a:r>
              <a:rPr lang="en-GB" b="1" i="0" baseline="-25000" dirty="0">
                <a:solidFill>
                  <a:srgbClr val="333333"/>
                </a:solidFill>
                <a:effectLst/>
                <a:latin typeface="inter-regular"/>
              </a:rPr>
              <a:t>0</a:t>
            </a:r>
            <a:r>
              <a:rPr lang="en-GB" b="1" i="0" dirty="0">
                <a:solidFill>
                  <a:srgbClr val="333333"/>
                </a:solidFill>
                <a:effectLst/>
                <a:latin typeface="inter-regular"/>
              </a:rPr>
              <a:t>.S</a:t>
            </a:r>
            <a:r>
              <a:rPr lang="en-GB" b="1" i="0" baseline="-25000" dirty="0">
                <a:solidFill>
                  <a:srgbClr val="333333"/>
                </a:solidFill>
                <a:effectLst/>
                <a:latin typeface="inter-regular"/>
              </a:rPr>
              <a:t>1</a:t>
            </a:r>
            <a:r>
              <a:rPr lang="en-GB" b="1" i="0" dirty="0">
                <a:solidFill>
                  <a:srgbClr val="333333"/>
                </a:solidFill>
                <a:effectLst/>
                <a:latin typeface="inter-regular"/>
              </a:rPr>
              <a:t>.S</a:t>
            </a:r>
            <a:r>
              <a:rPr lang="en-GB" b="1" i="0" baseline="-25000" dirty="0">
                <a:solidFill>
                  <a:srgbClr val="333333"/>
                </a:solidFill>
                <a:effectLst/>
                <a:latin typeface="inter-regular"/>
              </a:rPr>
              <a:t>2</a:t>
            </a:r>
            <a:r>
              <a:rPr lang="en-GB" b="1" i="0" dirty="0">
                <a:solidFill>
                  <a:srgbClr val="333333"/>
                </a:solidFill>
                <a:effectLst/>
                <a:latin typeface="inter-regular"/>
              </a:rPr>
              <a:t>'.S</a:t>
            </a:r>
            <a:r>
              <a:rPr lang="en-GB" b="1" i="0" baseline="-25000" dirty="0">
                <a:solidFill>
                  <a:srgbClr val="333333"/>
                </a:solidFill>
                <a:effectLst/>
                <a:latin typeface="inter-regular"/>
              </a:rPr>
              <a:t>3</a:t>
            </a:r>
            <a:endParaRPr lang="en-GB" b="1" i="0" dirty="0">
              <a:solidFill>
                <a:srgbClr val="333333"/>
              </a:solidFill>
              <a:effectLst/>
              <a:latin typeface="inter-regular"/>
            </a:endParaRPr>
          </a:p>
        </p:txBody>
      </p:sp>
    </p:spTree>
    <p:extLst>
      <p:ext uri="{BB962C8B-B14F-4D97-AF65-F5344CB8AC3E}">
        <p14:creationId xmlns:p14="http://schemas.microsoft.com/office/powerpoint/2010/main" val="26452223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003D744-0FC5-4668-9C23-E7F09ACB8FB3}"/>
              </a:ext>
            </a:extLst>
          </p:cNvPr>
          <p:cNvSpPr>
            <a:spLocks noChangeArrowheads="1"/>
          </p:cNvSpPr>
          <p:nvPr/>
        </p:nvSpPr>
        <p:spPr bwMode="auto">
          <a:xfrm>
            <a:off x="745978" y="94713"/>
            <a:ext cx="536864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Logical circuit of the above expressions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10242" name="Picture 2" descr="De-multiplexer">
            <a:extLst>
              <a:ext uri="{FF2B5EF4-FFF2-40B4-BE49-F238E27FC236}">
                <a16:creationId xmlns:a16="http://schemas.microsoft.com/office/drawing/2014/main" id="{65D46AD9-211A-4C3D-B0E8-A0224684E5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978" y="409917"/>
            <a:ext cx="7638367" cy="6038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5843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D33FE62-5457-4B16-9D1F-70045BF0B262}"/>
              </a:ext>
            </a:extLst>
          </p:cNvPr>
          <p:cNvSpPr txBox="1"/>
          <p:nvPr/>
        </p:nvSpPr>
        <p:spPr>
          <a:xfrm>
            <a:off x="520505" y="134035"/>
            <a:ext cx="11183815" cy="461665"/>
          </a:xfrm>
          <a:prstGeom prst="rect">
            <a:avLst/>
          </a:prstGeom>
          <a:noFill/>
        </p:spPr>
        <p:txBody>
          <a:bodyPr wrap="square">
            <a:spAutoFit/>
          </a:bodyPr>
          <a:lstStyle/>
          <a:p>
            <a:pPr algn="ctr"/>
            <a:r>
              <a:rPr lang="en-GB" sz="2400" b="1" dirty="0"/>
              <a:t>CODE conversion( BCD to excess-3, 8 4 -2 -1 code to bcd, 2421 code to 8 4 -2 1 code) </a:t>
            </a:r>
          </a:p>
        </p:txBody>
      </p:sp>
      <p:sp>
        <p:nvSpPr>
          <p:cNvPr id="6" name="TextBox 5">
            <a:extLst>
              <a:ext uri="{FF2B5EF4-FFF2-40B4-BE49-F238E27FC236}">
                <a16:creationId xmlns:a16="http://schemas.microsoft.com/office/drawing/2014/main" id="{F36C94B8-524F-4B7C-AD22-99D4E87E2110}"/>
              </a:ext>
            </a:extLst>
          </p:cNvPr>
          <p:cNvSpPr txBox="1"/>
          <p:nvPr/>
        </p:nvSpPr>
        <p:spPr>
          <a:xfrm>
            <a:off x="194603" y="1434967"/>
            <a:ext cx="11802793" cy="3693319"/>
          </a:xfrm>
          <a:prstGeom prst="rect">
            <a:avLst/>
          </a:prstGeom>
          <a:noFill/>
        </p:spPr>
        <p:txBody>
          <a:bodyPr wrap="square">
            <a:spAutoFit/>
          </a:bodyPr>
          <a:lstStyle/>
          <a:p>
            <a:pPr marL="285750" indent="-285750" algn="just">
              <a:buFont typeface="Wingdings" panose="05000000000000000000" pitchFamily="2" charset="2"/>
              <a:buChar char="Ø"/>
            </a:pPr>
            <a:r>
              <a:rPr lang="en-GB" dirty="0"/>
              <a:t>The Excess-3 binary code is an example of a self-complementary BCD code. </a:t>
            </a:r>
          </a:p>
          <a:p>
            <a:pPr marL="285750" indent="-285750" algn="just">
              <a:buFont typeface="Wingdings" panose="05000000000000000000" pitchFamily="2" charset="2"/>
              <a:buChar char="Ø"/>
            </a:pPr>
            <a:r>
              <a:rPr lang="en-GB" dirty="0"/>
              <a:t>A self-complementary binary code is a code which is always complimented in itself. </a:t>
            </a:r>
          </a:p>
          <a:p>
            <a:pPr marL="285750" indent="-285750" algn="just">
              <a:buFont typeface="Wingdings" panose="05000000000000000000" pitchFamily="2" charset="2"/>
              <a:buChar char="Ø"/>
            </a:pPr>
            <a:r>
              <a:rPr lang="en-GB" dirty="0"/>
              <a:t>By replacing the bit 0 to 1 and 1 to 0 of a number, we find the 1's complement of the number.</a:t>
            </a:r>
          </a:p>
          <a:p>
            <a:pPr marL="285750" indent="-285750" algn="just">
              <a:buFont typeface="Wingdings" panose="05000000000000000000" pitchFamily="2" charset="2"/>
              <a:buChar char="Ø"/>
            </a:pPr>
            <a:r>
              <a:rPr lang="en-GB" dirty="0"/>
              <a:t> The sum of the 1'st complement and the binary number of a decimal is equal to the binary number of decimal 9.</a:t>
            </a:r>
          </a:p>
          <a:p>
            <a:pPr algn="just"/>
            <a:endParaRPr lang="en-GB" dirty="0"/>
          </a:p>
          <a:p>
            <a:pPr algn="just"/>
            <a:r>
              <a:rPr lang="en-GB" dirty="0"/>
              <a:t>The process of converting BCD to Excess-3 is quite simple from other conversions. </a:t>
            </a:r>
          </a:p>
          <a:p>
            <a:pPr marL="285750" indent="-285750" algn="just">
              <a:buFont typeface="Wingdings" panose="05000000000000000000" pitchFamily="2" charset="2"/>
              <a:buChar char="Ø"/>
            </a:pPr>
            <a:r>
              <a:rPr lang="en-GB" dirty="0"/>
              <a:t>The Excess-3 code can be calculated by adding 3, i.e., 0011 to each four-digit BCD code. Below is the truth table for the conversion of BCD to Excess-3 code. </a:t>
            </a:r>
          </a:p>
          <a:p>
            <a:pPr marL="285750" indent="-285750" algn="just">
              <a:buFont typeface="Wingdings" panose="05000000000000000000" pitchFamily="2" charset="2"/>
              <a:buChar char="Ø"/>
            </a:pPr>
            <a:r>
              <a:rPr lang="en-GB" dirty="0"/>
              <a:t>In the below table, the variables A, B, C, and D represent the bits of the binary numbers.</a:t>
            </a:r>
          </a:p>
          <a:p>
            <a:pPr marL="285750" indent="-285750" algn="just">
              <a:buFont typeface="Wingdings" panose="05000000000000000000" pitchFamily="2" charset="2"/>
              <a:buChar char="Ø"/>
            </a:pPr>
            <a:r>
              <a:rPr lang="en-GB" dirty="0"/>
              <a:t> The variable 'D' represents the LSB, and the variable 'A' represents the MSB. </a:t>
            </a:r>
          </a:p>
          <a:p>
            <a:pPr marL="285750" indent="-285750" algn="just">
              <a:buFont typeface="Wingdings" panose="05000000000000000000" pitchFamily="2" charset="2"/>
              <a:buChar char="Ø"/>
            </a:pPr>
            <a:r>
              <a:rPr lang="en-GB" dirty="0"/>
              <a:t>In the same way, the variables w, x, y, and z represent the bits of the Excess-3 code.</a:t>
            </a:r>
          </a:p>
          <a:p>
            <a:pPr marL="285750" indent="-285750" algn="just">
              <a:buFont typeface="Wingdings" panose="05000000000000000000" pitchFamily="2" charset="2"/>
              <a:buChar char="Ø"/>
            </a:pPr>
            <a:r>
              <a:rPr lang="en-GB" dirty="0"/>
              <a:t> The variable 'z' represents the LSB, and the variable 'w' represents the MSB.</a:t>
            </a:r>
          </a:p>
          <a:p>
            <a:pPr marL="285750" indent="-285750" algn="just">
              <a:buFont typeface="Wingdings" panose="05000000000000000000" pitchFamily="2" charset="2"/>
              <a:buChar char="Ø"/>
            </a:pPr>
            <a:r>
              <a:rPr lang="en-GB" dirty="0"/>
              <a:t> The 'don't care conditions' is expressed by the variable 'X'.</a:t>
            </a:r>
          </a:p>
        </p:txBody>
      </p:sp>
      <p:sp>
        <p:nvSpPr>
          <p:cNvPr id="8" name="TextBox 7">
            <a:extLst>
              <a:ext uri="{FF2B5EF4-FFF2-40B4-BE49-F238E27FC236}">
                <a16:creationId xmlns:a16="http://schemas.microsoft.com/office/drawing/2014/main" id="{959DBB45-7048-4855-96B9-F626DBC200F7}"/>
              </a:ext>
            </a:extLst>
          </p:cNvPr>
          <p:cNvSpPr txBox="1"/>
          <p:nvPr/>
        </p:nvSpPr>
        <p:spPr>
          <a:xfrm>
            <a:off x="194602" y="785174"/>
            <a:ext cx="3941299" cy="461665"/>
          </a:xfrm>
          <a:prstGeom prst="rect">
            <a:avLst/>
          </a:prstGeom>
          <a:noFill/>
        </p:spPr>
        <p:txBody>
          <a:bodyPr wrap="square">
            <a:spAutoFit/>
          </a:bodyPr>
          <a:lstStyle/>
          <a:p>
            <a:r>
              <a:rPr lang="en-GB" sz="2400" b="1" dirty="0"/>
              <a:t>BCD(8 4 2 1) to excess-3</a:t>
            </a:r>
            <a:endParaRPr lang="en-IN" sz="2400" dirty="0"/>
          </a:p>
        </p:txBody>
      </p:sp>
    </p:spTree>
    <p:extLst>
      <p:ext uri="{BB962C8B-B14F-4D97-AF65-F5344CB8AC3E}">
        <p14:creationId xmlns:p14="http://schemas.microsoft.com/office/powerpoint/2010/main" val="39144311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D965DEF-935F-43DC-AFB3-F15E132E91E6}"/>
              </a:ext>
            </a:extLst>
          </p:cNvPr>
          <p:cNvGraphicFramePr>
            <a:graphicFrameLocks noGrp="1"/>
          </p:cNvGraphicFramePr>
          <p:nvPr>
            <p:extLst>
              <p:ext uri="{D42A27DB-BD31-4B8C-83A1-F6EECF244321}">
                <p14:modId xmlns:p14="http://schemas.microsoft.com/office/powerpoint/2010/main" val="3185172968"/>
              </p:ext>
            </p:extLst>
          </p:nvPr>
        </p:nvGraphicFramePr>
        <p:xfrm>
          <a:off x="848201" y="464234"/>
          <a:ext cx="10483893" cy="5728172"/>
        </p:xfrm>
        <a:graphic>
          <a:graphicData uri="http://schemas.openxmlformats.org/drawingml/2006/table">
            <a:tbl>
              <a:tblPr/>
              <a:tblGrid>
                <a:gridCol w="1852796">
                  <a:extLst>
                    <a:ext uri="{9D8B030D-6E8A-4147-A177-3AD203B41FA5}">
                      <a16:colId xmlns:a16="http://schemas.microsoft.com/office/drawing/2014/main" val="3338434284"/>
                    </a:ext>
                  </a:extLst>
                </a:gridCol>
                <a:gridCol w="476958">
                  <a:extLst>
                    <a:ext uri="{9D8B030D-6E8A-4147-A177-3AD203B41FA5}">
                      <a16:colId xmlns:a16="http://schemas.microsoft.com/office/drawing/2014/main" val="2390652946"/>
                    </a:ext>
                  </a:extLst>
                </a:gridCol>
                <a:gridCol w="1164877">
                  <a:extLst>
                    <a:ext uri="{9D8B030D-6E8A-4147-A177-3AD203B41FA5}">
                      <a16:colId xmlns:a16="http://schemas.microsoft.com/office/drawing/2014/main" val="2585120485"/>
                    </a:ext>
                  </a:extLst>
                </a:gridCol>
                <a:gridCol w="1164877">
                  <a:extLst>
                    <a:ext uri="{9D8B030D-6E8A-4147-A177-3AD203B41FA5}">
                      <a16:colId xmlns:a16="http://schemas.microsoft.com/office/drawing/2014/main" val="1655301879"/>
                    </a:ext>
                  </a:extLst>
                </a:gridCol>
                <a:gridCol w="1164877">
                  <a:extLst>
                    <a:ext uri="{9D8B030D-6E8A-4147-A177-3AD203B41FA5}">
                      <a16:colId xmlns:a16="http://schemas.microsoft.com/office/drawing/2014/main" val="414284758"/>
                    </a:ext>
                  </a:extLst>
                </a:gridCol>
                <a:gridCol w="1164877">
                  <a:extLst>
                    <a:ext uri="{9D8B030D-6E8A-4147-A177-3AD203B41FA5}">
                      <a16:colId xmlns:a16="http://schemas.microsoft.com/office/drawing/2014/main" val="3223808707"/>
                    </a:ext>
                  </a:extLst>
                </a:gridCol>
                <a:gridCol w="1164877">
                  <a:extLst>
                    <a:ext uri="{9D8B030D-6E8A-4147-A177-3AD203B41FA5}">
                      <a16:colId xmlns:a16="http://schemas.microsoft.com/office/drawing/2014/main" val="3733327192"/>
                    </a:ext>
                  </a:extLst>
                </a:gridCol>
                <a:gridCol w="1164877">
                  <a:extLst>
                    <a:ext uri="{9D8B030D-6E8A-4147-A177-3AD203B41FA5}">
                      <a16:colId xmlns:a16="http://schemas.microsoft.com/office/drawing/2014/main" val="2719826995"/>
                    </a:ext>
                  </a:extLst>
                </a:gridCol>
                <a:gridCol w="1164877">
                  <a:extLst>
                    <a:ext uri="{9D8B030D-6E8A-4147-A177-3AD203B41FA5}">
                      <a16:colId xmlns:a16="http://schemas.microsoft.com/office/drawing/2014/main" val="2705782519"/>
                    </a:ext>
                  </a:extLst>
                </a:gridCol>
              </a:tblGrid>
              <a:tr h="612328">
                <a:tc>
                  <a:txBody>
                    <a:bodyPr/>
                    <a:lstStyle/>
                    <a:p>
                      <a:pPr algn="ctr" fontAlgn="t"/>
                      <a:r>
                        <a:rPr lang="en-IN" sz="1800" b="1">
                          <a:solidFill>
                            <a:srgbClr val="000000"/>
                          </a:solidFill>
                          <a:effectLst/>
                          <a:latin typeface="inter-bold"/>
                        </a:rPr>
                        <a:t>Decimal Number</a:t>
                      </a:r>
                      <a:endParaRPr lang="en-IN" sz="1800" b="1">
                        <a:solidFill>
                          <a:srgbClr val="000000"/>
                        </a:solidFill>
                        <a:effectLst/>
                        <a:latin typeface="times new roman" panose="02020603050405020304" pitchFamily="18" charset="0"/>
                      </a:endParaRPr>
                    </a:p>
                  </a:txBody>
                  <a:tcPr marL="57966" marR="57966" marT="57966" marB="57966">
                    <a:lnL w="9525" cap="flat" cmpd="sng" algn="ctr">
                      <a:solidFill>
                        <a:srgbClr val="20892D"/>
                      </a:solidFill>
                      <a:prstDash val="solid"/>
                      <a:round/>
                      <a:headEnd type="none" w="med" len="med"/>
                      <a:tailEnd type="none" w="med" len="med"/>
                    </a:lnL>
                    <a:lnR w="9525" cap="flat" cmpd="sng" algn="ctr">
                      <a:solidFill>
                        <a:srgbClr val="20892D"/>
                      </a:solidFill>
                      <a:prstDash val="solid"/>
                      <a:round/>
                      <a:headEnd type="none" w="med" len="med"/>
                      <a:tailEnd type="none" w="med" len="med"/>
                    </a:lnR>
                    <a:lnT w="9525" cap="flat" cmpd="sng" algn="ctr">
                      <a:solidFill>
                        <a:srgbClr val="20892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gridSpan="4">
                  <a:txBody>
                    <a:bodyPr/>
                    <a:lstStyle/>
                    <a:p>
                      <a:pPr algn="ctr" fontAlgn="t"/>
                      <a:r>
                        <a:rPr lang="en-IN" sz="1800" b="1" dirty="0">
                          <a:solidFill>
                            <a:srgbClr val="000000"/>
                          </a:solidFill>
                          <a:effectLst/>
                          <a:latin typeface="times new roman" panose="02020603050405020304" pitchFamily="18" charset="0"/>
                        </a:rPr>
                        <a:t>BCD Code</a:t>
                      </a:r>
                    </a:p>
                  </a:txBody>
                  <a:tcPr marL="57966" marR="57966" marT="57966" marB="57966">
                    <a:lnL w="9525" cap="flat" cmpd="sng" algn="ctr">
                      <a:solidFill>
                        <a:srgbClr val="20892D"/>
                      </a:solidFill>
                      <a:prstDash val="solid"/>
                      <a:round/>
                      <a:headEnd type="none" w="med" len="med"/>
                      <a:tailEnd type="none" w="med" len="med"/>
                    </a:lnL>
                    <a:lnR w="9525" cap="flat" cmpd="sng" algn="ctr">
                      <a:solidFill>
                        <a:srgbClr val="20892D"/>
                      </a:solidFill>
                      <a:prstDash val="solid"/>
                      <a:round/>
                      <a:headEnd type="none" w="med" len="med"/>
                      <a:tailEnd type="none" w="med" len="med"/>
                    </a:lnR>
                    <a:lnT w="9525" cap="flat" cmpd="sng" algn="ctr">
                      <a:solidFill>
                        <a:srgbClr val="20892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gn="ctr" fontAlgn="t"/>
                      <a:r>
                        <a:rPr lang="en-IN" sz="1800" b="1" dirty="0">
                          <a:solidFill>
                            <a:srgbClr val="000000"/>
                          </a:solidFill>
                          <a:effectLst/>
                          <a:latin typeface="times new roman" panose="02020603050405020304" pitchFamily="18" charset="0"/>
                        </a:rPr>
                        <a:t>Excess-3 Code</a:t>
                      </a:r>
                    </a:p>
                  </a:txBody>
                  <a:tcPr marL="57966" marR="57966" marT="57966" marB="57966">
                    <a:lnL w="9525" cap="flat" cmpd="sng" algn="ctr">
                      <a:solidFill>
                        <a:srgbClr val="20892D"/>
                      </a:solidFill>
                      <a:prstDash val="solid"/>
                      <a:round/>
                      <a:headEnd type="none" w="med" len="med"/>
                      <a:tailEnd type="none" w="med" len="med"/>
                    </a:lnL>
                    <a:lnR w="9525" cap="flat" cmpd="sng" algn="ctr">
                      <a:solidFill>
                        <a:srgbClr val="20892D"/>
                      </a:solidFill>
                      <a:prstDash val="solid"/>
                      <a:round/>
                      <a:headEnd type="none" w="med" len="med"/>
                      <a:tailEnd type="none" w="med" len="med"/>
                    </a:lnR>
                    <a:lnT w="9525" cap="flat" cmpd="sng" algn="ctr">
                      <a:solidFill>
                        <a:srgbClr val="20892D"/>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17642984"/>
                  </a:ext>
                </a:extLst>
              </a:tr>
              <a:tr h="300932">
                <a:tc>
                  <a:txBody>
                    <a:bodyPr/>
                    <a:lstStyle/>
                    <a:p>
                      <a:pPr algn="ctr" fontAlgn="t"/>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b="1">
                          <a:solidFill>
                            <a:srgbClr val="333333"/>
                          </a:solidFill>
                          <a:effectLst/>
                          <a:latin typeface="inter-bold"/>
                        </a:rPr>
                        <a:t>A</a:t>
                      </a:r>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b="1">
                          <a:solidFill>
                            <a:srgbClr val="333333"/>
                          </a:solidFill>
                          <a:effectLst/>
                          <a:latin typeface="inter-bold"/>
                        </a:rPr>
                        <a:t>B</a:t>
                      </a:r>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b="1">
                          <a:solidFill>
                            <a:srgbClr val="333333"/>
                          </a:solidFill>
                          <a:effectLst/>
                          <a:latin typeface="inter-bold"/>
                        </a:rPr>
                        <a:t>C</a:t>
                      </a:r>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b="1">
                          <a:solidFill>
                            <a:srgbClr val="333333"/>
                          </a:solidFill>
                          <a:effectLst/>
                          <a:latin typeface="inter-bold"/>
                        </a:rPr>
                        <a:t>D</a:t>
                      </a:r>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b="1">
                          <a:solidFill>
                            <a:srgbClr val="333333"/>
                          </a:solidFill>
                          <a:effectLst/>
                          <a:latin typeface="inter-bold"/>
                        </a:rPr>
                        <a:t>W</a:t>
                      </a:r>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b="1">
                          <a:solidFill>
                            <a:srgbClr val="333333"/>
                          </a:solidFill>
                          <a:effectLst/>
                          <a:latin typeface="inter-bold"/>
                        </a:rPr>
                        <a:t>x</a:t>
                      </a:r>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b="1">
                          <a:solidFill>
                            <a:srgbClr val="333333"/>
                          </a:solidFill>
                          <a:effectLst/>
                          <a:latin typeface="inter-bold"/>
                        </a:rPr>
                        <a:t>y</a:t>
                      </a:r>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b="1">
                          <a:solidFill>
                            <a:srgbClr val="333333"/>
                          </a:solidFill>
                          <a:effectLst/>
                          <a:latin typeface="inter-bold"/>
                        </a:rPr>
                        <a:t>z</a:t>
                      </a:r>
                      <a:endParaRPr lang="en-IN" sz="14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54969396"/>
                  </a:ext>
                </a:extLst>
              </a:tr>
              <a:tr h="300932">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72352351"/>
                  </a:ext>
                </a:extLst>
              </a:tr>
              <a:tr h="300932">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561159843"/>
                  </a:ext>
                </a:extLst>
              </a:tr>
              <a:tr h="300932">
                <a:tc>
                  <a:txBody>
                    <a:bodyPr/>
                    <a:lstStyle/>
                    <a:p>
                      <a:pPr algn="ctr" fontAlgn="t"/>
                      <a:r>
                        <a:rPr lang="en-IN" sz="1400">
                          <a:solidFill>
                            <a:srgbClr val="333333"/>
                          </a:solidFill>
                          <a:effectLst/>
                          <a:latin typeface="inter-regular"/>
                        </a:rPr>
                        <a:t>2</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774417476"/>
                  </a:ext>
                </a:extLst>
              </a:tr>
              <a:tr h="300932">
                <a:tc>
                  <a:txBody>
                    <a:bodyPr/>
                    <a:lstStyle/>
                    <a:p>
                      <a:pPr algn="ctr" fontAlgn="t"/>
                      <a:r>
                        <a:rPr lang="en-IN" sz="1400">
                          <a:solidFill>
                            <a:srgbClr val="333333"/>
                          </a:solidFill>
                          <a:effectLst/>
                          <a:latin typeface="inter-regular"/>
                        </a:rPr>
                        <a:t>3</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56229842"/>
                  </a:ext>
                </a:extLst>
              </a:tr>
              <a:tr h="300932">
                <a:tc>
                  <a:txBody>
                    <a:bodyPr/>
                    <a:lstStyle/>
                    <a:p>
                      <a:pPr algn="ctr" fontAlgn="t"/>
                      <a:r>
                        <a:rPr lang="en-IN" sz="1400">
                          <a:solidFill>
                            <a:srgbClr val="333333"/>
                          </a:solidFill>
                          <a:effectLst/>
                          <a:latin typeface="inter-regular"/>
                        </a:rPr>
                        <a:t>4</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965433337"/>
                  </a:ext>
                </a:extLst>
              </a:tr>
              <a:tr h="300932">
                <a:tc>
                  <a:txBody>
                    <a:bodyPr/>
                    <a:lstStyle/>
                    <a:p>
                      <a:pPr algn="ctr" fontAlgn="t"/>
                      <a:r>
                        <a:rPr lang="en-IN" sz="1400">
                          <a:solidFill>
                            <a:srgbClr val="333333"/>
                          </a:solidFill>
                          <a:effectLst/>
                          <a:latin typeface="inter-regular"/>
                        </a:rPr>
                        <a:t>5</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dirty="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719818803"/>
                  </a:ext>
                </a:extLst>
              </a:tr>
              <a:tr h="300932">
                <a:tc>
                  <a:txBody>
                    <a:bodyPr/>
                    <a:lstStyle/>
                    <a:p>
                      <a:pPr algn="ctr" fontAlgn="t"/>
                      <a:r>
                        <a:rPr lang="en-IN" sz="1400">
                          <a:solidFill>
                            <a:srgbClr val="333333"/>
                          </a:solidFill>
                          <a:effectLst/>
                          <a:latin typeface="inter-regular"/>
                        </a:rPr>
                        <a:t>6</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17386603"/>
                  </a:ext>
                </a:extLst>
              </a:tr>
              <a:tr h="300932">
                <a:tc>
                  <a:txBody>
                    <a:bodyPr/>
                    <a:lstStyle/>
                    <a:p>
                      <a:pPr algn="ctr" fontAlgn="t"/>
                      <a:r>
                        <a:rPr lang="en-IN" sz="1400">
                          <a:solidFill>
                            <a:srgbClr val="333333"/>
                          </a:solidFill>
                          <a:effectLst/>
                          <a:latin typeface="inter-regular"/>
                        </a:rPr>
                        <a:t>7</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17336333"/>
                  </a:ext>
                </a:extLst>
              </a:tr>
              <a:tr h="300932">
                <a:tc>
                  <a:txBody>
                    <a:bodyPr/>
                    <a:lstStyle/>
                    <a:p>
                      <a:pPr algn="ctr" fontAlgn="t"/>
                      <a:r>
                        <a:rPr lang="en-IN" sz="1400">
                          <a:solidFill>
                            <a:srgbClr val="333333"/>
                          </a:solidFill>
                          <a:effectLst/>
                          <a:latin typeface="inter-regular"/>
                        </a:rPr>
                        <a:t>8</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508813633"/>
                  </a:ext>
                </a:extLst>
              </a:tr>
              <a:tr h="300932">
                <a:tc>
                  <a:txBody>
                    <a:bodyPr/>
                    <a:lstStyle/>
                    <a:p>
                      <a:pPr algn="ctr" fontAlgn="t"/>
                      <a:r>
                        <a:rPr lang="en-IN" sz="1400">
                          <a:solidFill>
                            <a:srgbClr val="333333"/>
                          </a:solidFill>
                          <a:effectLst/>
                          <a:latin typeface="inter-regular"/>
                        </a:rPr>
                        <a:t>9</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19448937"/>
                  </a:ext>
                </a:extLst>
              </a:tr>
              <a:tr h="300932">
                <a:tc>
                  <a:txBody>
                    <a:bodyPr/>
                    <a:lstStyle/>
                    <a:p>
                      <a:pPr algn="ctr" fontAlgn="t"/>
                      <a:r>
                        <a:rPr lang="en-IN" sz="1400">
                          <a:solidFill>
                            <a:srgbClr val="333333"/>
                          </a:solidFill>
                          <a:effectLst/>
                          <a:latin typeface="inter-regular"/>
                        </a:rPr>
                        <a:t>10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944237333"/>
                  </a:ext>
                </a:extLst>
              </a:tr>
              <a:tr h="300932">
                <a:tc>
                  <a:txBody>
                    <a:bodyPr/>
                    <a:lstStyle/>
                    <a:p>
                      <a:pPr algn="ctr" fontAlgn="t"/>
                      <a:r>
                        <a:rPr lang="en-IN" sz="1400">
                          <a:solidFill>
                            <a:srgbClr val="333333"/>
                          </a:solidFill>
                          <a:effectLst/>
                          <a:latin typeface="inter-regular"/>
                        </a:rPr>
                        <a:t>11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198100974"/>
                  </a:ext>
                </a:extLst>
              </a:tr>
              <a:tr h="300932">
                <a:tc>
                  <a:txBody>
                    <a:bodyPr/>
                    <a:lstStyle/>
                    <a:p>
                      <a:pPr algn="ctr" fontAlgn="t"/>
                      <a:r>
                        <a:rPr lang="en-IN" sz="1400">
                          <a:solidFill>
                            <a:srgbClr val="333333"/>
                          </a:solidFill>
                          <a:effectLst/>
                          <a:latin typeface="inter-regular"/>
                        </a:rPr>
                        <a:t>12</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037392426"/>
                  </a:ext>
                </a:extLst>
              </a:tr>
              <a:tr h="300932">
                <a:tc>
                  <a:txBody>
                    <a:bodyPr/>
                    <a:lstStyle/>
                    <a:p>
                      <a:pPr algn="ctr" fontAlgn="t"/>
                      <a:r>
                        <a:rPr lang="en-IN" sz="1400">
                          <a:solidFill>
                            <a:srgbClr val="333333"/>
                          </a:solidFill>
                          <a:effectLst/>
                          <a:latin typeface="inter-regular"/>
                        </a:rPr>
                        <a:t>13</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62043653"/>
                  </a:ext>
                </a:extLst>
              </a:tr>
              <a:tr h="300932">
                <a:tc>
                  <a:txBody>
                    <a:bodyPr/>
                    <a:lstStyle/>
                    <a:p>
                      <a:pPr algn="ctr" fontAlgn="t"/>
                      <a:r>
                        <a:rPr lang="en-IN" sz="1400">
                          <a:solidFill>
                            <a:srgbClr val="333333"/>
                          </a:solidFill>
                          <a:effectLst/>
                          <a:latin typeface="inter-regular"/>
                        </a:rPr>
                        <a:t>14</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191966453"/>
                  </a:ext>
                </a:extLst>
              </a:tr>
              <a:tr h="300932">
                <a:tc>
                  <a:txBody>
                    <a:bodyPr/>
                    <a:lstStyle/>
                    <a:p>
                      <a:pPr algn="ctr" fontAlgn="t"/>
                      <a:r>
                        <a:rPr lang="en-IN" sz="1400">
                          <a:solidFill>
                            <a:srgbClr val="333333"/>
                          </a:solidFill>
                          <a:effectLst/>
                          <a:latin typeface="inter-regular"/>
                        </a:rPr>
                        <a:t>15</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dirty="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ctr" fontAlgn="t"/>
                      <a:r>
                        <a:rPr lang="en-IN" sz="1400" dirty="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983639050"/>
                  </a:ext>
                </a:extLst>
              </a:tr>
            </a:tbl>
          </a:graphicData>
        </a:graphic>
      </p:graphicFrame>
      <p:sp>
        <p:nvSpPr>
          <p:cNvPr id="3" name="Rectangle 1">
            <a:extLst>
              <a:ext uri="{FF2B5EF4-FFF2-40B4-BE49-F238E27FC236}">
                <a16:creationId xmlns:a16="http://schemas.microsoft.com/office/drawing/2014/main" id="{3795FABB-C2E0-4286-8084-15DE3EF6C182}"/>
              </a:ext>
            </a:extLst>
          </p:cNvPr>
          <p:cNvSpPr>
            <a:spLocks noChangeArrowheads="1"/>
          </p:cNvSpPr>
          <p:nvPr/>
        </p:nvSpPr>
        <p:spPr bwMode="auto">
          <a:xfrm>
            <a:off x="1177322" y="6327263"/>
            <a:ext cx="106608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Now, we will use the K-map method to design the logical circuit for the conversion of BCD to Excess-3 code as:</a:t>
            </a:r>
          </a:p>
        </p:txBody>
      </p:sp>
      <p:sp>
        <p:nvSpPr>
          <p:cNvPr id="7" name="Rectangle 1">
            <a:extLst>
              <a:ext uri="{FF2B5EF4-FFF2-40B4-BE49-F238E27FC236}">
                <a16:creationId xmlns:a16="http://schemas.microsoft.com/office/drawing/2014/main" id="{0488BD0D-B1CF-429C-A6FE-5593A8B4A36E}"/>
              </a:ext>
            </a:extLst>
          </p:cNvPr>
          <p:cNvSpPr>
            <a:spLocks noChangeArrowheads="1"/>
          </p:cNvSpPr>
          <p:nvPr/>
        </p:nvSpPr>
        <p:spPr bwMode="auto">
          <a:xfrm>
            <a:off x="481388" y="70338"/>
            <a:ext cx="195232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TRUTH TABLE:</a:t>
            </a:r>
          </a:p>
        </p:txBody>
      </p:sp>
    </p:spTree>
    <p:extLst>
      <p:ext uri="{BB962C8B-B14F-4D97-AF65-F5344CB8AC3E}">
        <p14:creationId xmlns:p14="http://schemas.microsoft.com/office/powerpoint/2010/main" val="22823876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84B9E31-DC2C-4388-A23A-8E3A68A74684}"/>
              </a:ext>
            </a:extLst>
          </p:cNvPr>
          <p:cNvSpPr>
            <a:spLocks noChangeArrowheads="1"/>
          </p:cNvSpPr>
          <p:nvPr/>
        </p:nvSpPr>
        <p:spPr bwMode="auto">
          <a:xfrm>
            <a:off x="450166" y="420126"/>
            <a:ext cx="171625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K-Map</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2050" name="Picture 2" descr="BCD to Excess-3 conversion">
            <a:extLst>
              <a:ext uri="{FF2B5EF4-FFF2-40B4-BE49-F238E27FC236}">
                <a16:creationId xmlns:a16="http://schemas.microsoft.com/office/drawing/2014/main" id="{D7887A7B-BA84-4C60-A21B-39F04ECB7A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66425" y="264990"/>
            <a:ext cx="7301132" cy="53058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86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864A36-5A99-4EAC-839B-83C0F142F3AE}"/>
              </a:ext>
            </a:extLst>
          </p:cNvPr>
          <p:cNvSpPr>
            <a:spLocks noChangeArrowheads="1"/>
          </p:cNvSpPr>
          <p:nvPr/>
        </p:nvSpPr>
        <p:spPr bwMode="auto">
          <a:xfrm>
            <a:off x="815925" y="195499"/>
            <a:ext cx="361539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Logical Expression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w=A+BC+BD</a:t>
            </a:r>
            <a:br>
              <a:rPr lang="en-US" altLang="en-US" b="1" dirty="0"/>
            </a:br>
            <a:r>
              <a:rPr lang="en-US" altLang="en-US" b="1" dirty="0"/>
              <a:t>x=B' C+B' D+BC' D'</a:t>
            </a:r>
            <a:br>
              <a:rPr lang="en-US" altLang="en-US" b="1" dirty="0"/>
            </a:br>
            <a:r>
              <a:rPr lang="en-US" altLang="en-US" b="1" dirty="0"/>
              <a:t>y=CD+C'D'</a:t>
            </a:r>
            <a:br>
              <a:rPr lang="en-US" altLang="en-US" b="1" dirty="0"/>
            </a:br>
            <a:r>
              <a:rPr lang="en-US" altLang="en-US" b="1" dirty="0"/>
              <a:t>z=D'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3074" name="Picture 2" descr="BCD to Excess-3 conversion">
            <a:extLst>
              <a:ext uri="{FF2B5EF4-FFF2-40B4-BE49-F238E27FC236}">
                <a16:creationId xmlns:a16="http://schemas.microsoft.com/office/drawing/2014/main" id="{F92D0DC7-4224-4878-AD79-EEEAF2354E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7692" y="1072662"/>
            <a:ext cx="7916633" cy="5187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33215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90BF113-94F4-4A0F-ABD2-B1738030F8EF}"/>
              </a:ext>
            </a:extLst>
          </p:cNvPr>
          <p:cNvSpPr txBox="1"/>
          <p:nvPr/>
        </p:nvSpPr>
        <p:spPr>
          <a:xfrm>
            <a:off x="0" y="0"/>
            <a:ext cx="12192000" cy="1569660"/>
          </a:xfrm>
          <a:prstGeom prst="rect">
            <a:avLst/>
          </a:prstGeom>
          <a:noFill/>
        </p:spPr>
        <p:txBody>
          <a:bodyPr wrap="square">
            <a:spAutoFit/>
          </a:bodyPr>
          <a:lstStyle/>
          <a:p>
            <a:pPr algn="ctr"/>
            <a:r>
              <a:rPr lang="en-GB" sz="2400" b="1" i="0" dirty="0">
                <a:effectLst/>
                <a:latin typeface="erdana"/>
              </a:rPr>
              <a:t>Excess-3 to BCD( 8 4 2 1) conversion</a:t>
            </a:r>
          </a:p>
          <a:p>
            <a:pPr marL="285750" indent="-285750" algn="just">
              <a:buFont typeface="Wingdings" panose="05000000000000000000" pitchFamily="2" charset="2"/>
              <a:buChar char="Ø"/>
            </a:pPr>
            <a:r>
              <a:rPr lang="en-GB" b="0" i="0" dirty="0">
                <a:solidFill>
                  <a:srgbClr val="333333"/>
                </a:solidFill>
                <a:effectLst/>
                <a:latin typeface="inter-regular"/>
              </a:rPr>
              <a:t>The process of converting Excess-3 to BCD is opposite to the process of converting BCD to Excess-3. </a:t>
            </a:r>
          </a:p>
          <a:p>
            <a:pPr marL="285750" indent="-285750" algn="just">
              <a:buFont typeface="Wingdings" panose="05000000000000000000" pitchFamily="2" charset="2"/>
              <a:buChar char="Ø"/>
            </a:pPr>
            <a:r>
              <a:rPr lang="en-GB" b="0" i="0" dirty="0">
                <a:solidFill>
                  <a:srgbClr val="333333"/>
                </a:solidFill>
                <a:effectLst/>
                <a:latin typeface="inter-regular"/>
              </a:rPr>
              <a:t>The BCD code can be calculated by subtracting 3, i.e., 0011 from each four-digit Excess-3 code. </a:t>
            </a:r>
          </a:p>
          <a:p>
            <a:pPr marL="285750" indent="-285750" algn="just">
              <a:buFont typeface="Wingdings" panose="05000000000000000000" pitchFamily="2" charset="2"/>
              <a:buChar char="Ø"/>
            </a:pPr>
            <a:r>
              <a:rPr lang="en-GB" b="0" i="0" dirty="0">
                <a:solidFill>
                  <a:srgbClr val="333333"/>
                </a:solidFill>
                <a:effectLst/>
                <a:latin typeface="inter-regular"/>
              </a:rPr>
              <a:t>Below is the truth table for the conversion of Excess-3 code to BCD. </a:t>
            </a:r>
          </a:p>
          <a:p>
            <a:pPr marL="285750" indent="-285750" algn="just">
              <a:buFont typeface="Wingdings" panose="05000000000000000000" pitchFamily="2" charset="2"/>
              <a:buChar char="Ø"/>
            </a:pPr>
            <a:r>
              <a:rPr lang="en-GB" b="0" i="0" dirty="0">
                <a:solidFill>
                  <a:srgbClr val="333333"/>
                </a:solidFill>
                <a:effectLst/>
                <a:latin typeface="inter-regular"/>
              </a:rPr>
              <a:t>The 'don't care conditions' is defined by the variable 'X'.</a:t>
            </a:r>
          </a:p>
        </p:txBody>
      </p:sp>
      <p:graphicFrame>
        <p:nvGraphicFramePr>
          <p:cNvPr id="6" name="Table 5">
            <a:extLst>
              <a:ext uri="{FF2B5EF4-FFF2-40B4-BE49-F238E27FC236}">
                <a16:creationId xmlns:a16="http://schemas.microsoft.com/office/drawing/2014/main" id="{680E62F9-26EF-412E-BBB8-F68656A41489}"/>
              </a:ext>
            </a:extLst>
          </p:cNvPr>
          <p:cNvGraphicFramePr>
            <a:graphicFrameLocks noGrp="1"/>
          </p:cNvGraphicFramePr>
          <p:nvPr>
            <p:extLst>
              <p:ext uri="{D42A27DB-BD31-4B8C-83A1-F6EECF244321}">
                <p14:modId xmlns:p14="http://schemas.microsoft.com/office/powerpoint/2010/main" val="4248222734"/>
              </p:ext>
            </p:extLst>
          </p:nvPr>
        </p:nvGraphicFramePr>
        <p:xfrm>
          <a:off x="1233966" y="1522330"/>
          <a:ext cx="9724068" cy="4827800"/>
        </p:xfrm>
        <a:graphic>
          <a:graphicData uri="http://schemas.openxmlformats.org/drawingml/2006/table">
            <a:tbl>
              <a:tblPr/>
              <a:tblGrid>
                <a:gridCol w="1748385">
                  <a:extLst>
                    <a:ext uri="{9D8B030D-6E8A-4147-A177-3AD203B41FA5}">
                      <a16:colId xmlns:a16="http://schemas.microsoft.com/office/drawing/2014/main" val="670942662"/>
                    </a:ext>
                  </a:extLst>
                </a:gridCol>
                <a:gridCol w="773723">
                  <a:extLst>
                    <a:ext uri="{9D8B030D-6E8A-4147-A177-3AD203B41FA5}">
                      <a16:colId xmlns:a16="http://schemas.microsoft.com/office/drawing/2014/main" val="2864730588"/>
                    </a:ext>
                  </a:extLst>
                </a:gridCol>
                <a:gridCol w="719248">
                  <a:extLst>
                    <a:ext uri="{9D8B030D-6E8A-4147-A177-3AD203B41FA5}">
                      <a16:colId xmlns:a16="http://schemas.microsoft.com/office/drawing/2014/main" val="596558618"/>
                    </a:ext>
                  </a:extLst>
                </a:gridCol>
                <a:gridCol w="1080452">
                  <a:extLst>
                    <a:ext uri="{9D8B030D-6E8A-4147-A177-3AD203B41FA5}">
                      <a16:colId xmlns:a16="http://schemas.microsoft.com/office/drawing/2014/main" val="2698460691"/>
                    </a:ext>
                  </a:extLst>
                </a:gridCol>
                <a:gridCol w="1080452">
                  <a:extLst>
                    <a:ext uri="{9D8B030D-6E8A-4147-A177-3AD203B41FA5}">
                      <a16:colId xmlns:a16="http://schemas.microsoft.com/office/drawing/2014/main" val="3851229898"/>
                    </a:ext>
                  </a:extLst>
                </a:gridCol>
                <a:gridCol w="1080452">
                  <a:extLst>
                    <a:ext uri="{9D8B030D-6E8A-4147-A177-3AD203B41FA5}">
                      <a16:colId xmlns:a16="http://schemas.microsoft.com/office/drawing/2014/main" val="1162816592"/>
                    </a:ext>
                  </a:extLst>
                </a:gridCol>
                <a:gridCol w="1080452">
                  <a:extLst>
                    <a:ext uri="{9D8B030D-6E8A-4147-A177-3AD203B41FA5}">
                      <a16:colId xmlns:a16="http://schemas.microsoft.com/office/drawing/2014/main" val="2981087356"/>
                    </a:ext>
                  </a:extLst>
                </a:gridCol>
                <a:gridCol w="1080452">
                  <a:extLst>
                    <a:ext uri="{9D8B030D-6E8A-4147-A177-3AD203B41FA5}">
                      <a16:colId xmlns:a16="http://schemas.microsoft.com/office/drawing/2014/main" val="3824329645"/>
                    </a:ext>
                  </a:extLst>
                </a:gridCol>
                <a:gridCol w="1080452">
                  <a:extLst>
                    <a:ext uri="{9D8B030D-6E8A-4147-A177-3AD203B41FA5}">
                      <a16:colId xmlns:a16="http://schemas.microsoft.com/office/drawing/2014/main" val="1262150757"/>
                    </a:ext>
                  </a:extLst>
                </a:gridCol>
              </a:tblGrid>
              <a:tr h="404944">
                <a:tc>
                  <a:txBody>
                    <a:bodyPr/>
                    <a:lstStyle/>
                    <a:p>
                      <a:pPr algn="ctr" fontAlgn="t"/>
                      <a:r>
                        <a:rPr lang="en-IN" sz="1600" b="1" dirty="0">
                          <a:solidFill>
                            <a:srgbClr val="000000"/>
                          </a:solidFill>
                          <a:effectLst/>
                          <a:latin typeface="times new roman" panose="02020603050405020304" pitchFamily="18" charset="0"/>
                        </a:rPr>
                        <a:t>Decimal Number</a:t>
                      </a:r>
                    </a:p>
                  </a:txBody>
                  <a:tcPr marL="57966" marR="57966" marT="57966" marB="57966">
                    <a:lnL w="9525" cap="flat" cmpd="sng" algn="ctr">
                      <a:solidFill>
                        <a:srgbClr val="C0CABB"/>
                      </a:solidFill>
                      <a:prstDash val="solid"/>
                      <a:round/>
                      <a:headEnd type="none" w="med" len="med"/>
                      <a:tailEnd type="none" w="med" len="med"/>
                    </a:lnL>
                    <a:lnR w="9525" cap="flat" cmpd="sng" algn="ctr">
                      <a:solidFill>
                        <a:srgbClr val="C0CABB"/>
                      </a:solidFill>
                      <a:prstDash val="solid"/>
                      <a:round/>
                      <a:headEnd type="none" w="med" len="med"/>
                      <a:tailEnd type="none" w="med" len="med"/>
                    </a:lnR>
                    <a:lnT w="9525" cap="flat" cmpd="sng" algn="ctr">
                      <a:solidFill>
                        <a:srgbClr val="C0CAB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gridSpan="4">
                  <a:txBody>
                    <a:bodyPr/>
                    <a:lstStyle/>
                    <a:p>
                      <a:pPr algn="ctr" fontAlgn="t"/>
                      <a:r>
                        <a:rPr lang="en-IN" sz="1600" b="1" dirty="0">
                          <a:solidFill>
                            <a:srgbClr val="000000"/>
                          </a:solidFill>
                          <a:effectLst/>
                          <a:latin typeface="times new roman" panose="02020603050405020304" pitchFamily="18" charset="0"/>
                        </a:rPr>
                        <a:t>Excess-3 Code</a:t>
                      </a:r>
                    </a:p>
                  </a:txBody>
                  <a:tcPr marL="57966" marR="57966" marT="57966" marB="57966">
                    <a:lnL w="9525" cap="flat" cmpd="sng" algn="ctr">
                      <a:solidFill>
                        <a:srgbClr val="C0CABB"/>
                      </a:solidFill>
                      <a:prstDash val="solid"/>
                      <a:round/>
                      <a:headEnd type="none" w="med" len="med"/>
                      <a:tailEnd type="none" w="med" len="med"/>
                    </a:lnL>
                    <a:lnR w="9525" cap="flat" cmpd="sng" algn="ctr">
                      <a:solidFill>
                        <a:srgbClr val="C0CABB"/>
                      </a:solidFill>
                      <a:prstDash val="solid"/>
                      <a:round/>
                      <a:headEnd type="none" w="med" len="med"/>
                      <a:tailEnd type="none" w="med" len="med"/>
                    </a:lnR>
                    <a:lnT w="9525" cap="flat" cmpd="sng" algn="ctr">
                      <a:solidFill>
                        <a:srgbClr val="C0CAB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hMerge="1">
                  <a:txBody>
                    <a:bodyPr/>
                    <a:lstStyle/>
                    <a:p>
                      <a:endParaRPr lang="en-IN"/>
                    </a:p>
                  </a:txBody>
                  <a:tcPr/>
                </a:tc>
                <a:tc hMerge="1">
                  <a:txBody>
                    <a:bodyPr/>
                    <a:lstStyle/>
                    <a:p>
                      <a:endParaRPr lang="en-IN"/>
                    </a:p>
                  </a:txBody>
                  <a:tcPr/>
                </a:tc>
                <a:tc hMerge="1">
                  <a:txBody>
                    <a:bodyPr/>
                    <a:lstStyle/>
                    <a:p>
                      <a:endParaRPr lang="en-IN"/>
                    </a:p>
                  </a:txBody>
                  <a:tcPr/>
                </a:tc>
                <a:tc gridSpan="4">
                  <a:txBody>
                    <a:bodyPr/>
                    <a:lstStyle/>
                    <a:p>
                      <a:pPr algn="ctr" fontAlgn="t"/>
                      <a:r>
                        <a:rPr lang="en-IN" sz="1600" b="1" dirty="0">
                          <a:solidFill>
                            <a:srgbClr val="000000"/>
                          </a:solidFill>
                          <a:effectLst/>
                          <a:latin typeface="times new roman" panose="02020603050405020304" pitchFamily="18" charset="0"/>
                        </a:rPr>
                        <a:t>BCD Code</a:t>
                      </a:r>
                    </a:p>
                  </a:txBody>
                  <a:tcPr marL="57966" marR="57966" marT="57966" marB="57966">
                    <a:lnL w="9525" cap="flat" cmpd="sng" algn="ctr">
                      <a:solidFill>
                        <a:srgbClr val="C0CABB"/>
                      </a:solidFill>
                      <a:prstDash val="solid"/>
                      <a:round/>
                      <a:headEnd type="none" w="med" len="med"/>
                      <a:tailEnd type="none" w="med" len="med"/>
                    </a:lnL>
                    <a:lnR w="9525" cap="flat" cmpd="sng" algn="ctr">
                      <a:solidFill>
                        <a:srgbClr val="C0CABB"/>
                      </a:solidFill>
                      <a:prstDash val="solid"/>
                      <a:round/>
                      <a:headEnd type="none" w="med" len="med"/>
                      <a:tailEnd type="none" w="med" len="med"/>
                    </a:lnR>
                    <a:lnT w="9525" cap="flat" cmpd="sng" algn="ctr">
                      <a:solidFill>
                        <a:srgbClr val="C0CABB"/>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240489803"/>
                  </a:ext>
                </a:extLst>
              </a:tr>
              <a:tr h="216408">
                <a:tc>
                  <a:txBody>
                    <a:bodyPr/>
                    <a:lstStyle/>
                    <a:p>
                      <a:pPr algn="just" fontAlgn="t"/>
                      <a:endParaRPr lang="en-IN" sz="120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b="1">
                          <a:solidFill>
                            <a:srgbClr val="333333"/>
                          </a:solidFill>
                          <a:effectLst/>
                          <a:latin typeface="inter-bold"/>
                        </a:rPr>
                        <a:t>A</a:t>
                      </a:r>
                      <a:endParaRPr lang="en-IN" sz="1200" b="1">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b="1" dirty="0">
                          <a:solidFill>
                            <a:srgbClr val="333333"/>
                          </a:solidFill>
                          <a:effectLst/>
                          <a:latin typeface="inter-bold"/>
                        </a:rPr>
                        <a:t>B</a:t>
                      </a:r>
                      <a:endParaRPr lang="en-IN" sz="1200" b="1" dirty="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b="1">
                          <a:solidFill>
                            <a:srgbClr val="333333"/>
                          </a:solidFill>
                          <a:effectLst/>
                          <a:latin typeface="inter-bold"/>
                        </a:rPr>
                        <a:t>C</a:t>
                      </a:r>
                      <a:endParaRPr lang="en-IN" sz="1200" b="1">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b="1">
                          <a:solidFill>
                            <a:srgbClr val="333333"/>
                          </a:solidFill>
                          <a:effectLst/>
                          <a:latin typeface="inter-bold"/>
                        </a:rPr>
                        <a:t>D</a:t>
                      </a:r>
                      <a:endParaRPr lang="en-IN" sz="1200" b="1">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b="1" dirty="0">
                          <a:solidFill>
                            <a:srgbClr val="333333"/>
                          </a:solidFill>
                          <a:effectLst/>
                          <a:latin typeface="inter-bold"/>
                        </a:rPr>
                        <a:t>W</a:t>
                      </a:r>
                      <a:endParaRPr lang="en-IN" sz="1200" b="1" dirty="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b="1" dirty="0">
                          <a:solidFill>
                            <a:srgbClr val="333333"/>
                          </a:solidFill>
                          <a:effectLst/>
                          <a:latin typeface="inter-bold"/>
                        </a:rPr>
                        <a:t>X</a:t>
                      </a:r>
                      <a:endParaRPr lang="en-IN" sz="1200" b="1" dirty="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b="1" dirty="0">
                          <a:solidFill>
                            <a:srgbClr val="333333"/>
                          </a:solidFill>
                          <a:effectLst/>
                          <a:latin typeface="inter-bold"/>
                        </a:rPr>
                        <a:t>Y</a:t>
                      </a:r>
                      <a:endParaRPr lang="en-IN" sz="1200" b="1" dirty="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b="1" dirty="0">
                          <a:solidFill>
                            <a:srgbClr val="333333"/>
                          </a:solidFill>
                          <a:effectLst/>
                          <a:latin typeface="inter-bold"/>
                        </a:rPr>
                        <a:t>Z</a:t>
                      </a:r>
                      <a:endParaRPr lang="en-IN" sz="1200" b="1" dirty="0">
                        <a:solidFill>
                          <a:srgbClr val="333333"/>
                        </a:solidFill>
                        <a:effectLst/>
                        <a:latin typeface="inter-regular"/>
                      </a:endParaRP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52888301"/>
                  </a:ext>
                </a:extLst>
              </a:tr>
              <a:tr h="216408">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633047642"/>
                  </a:ext>
                </a:extLst>
              </a:tr>
              <a:tr h="216408">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dirty="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379592134"/>
                  </a:ext>
                </a:extLst>
              </a:tr>
              <a:tr h="216408">
                <a:tc>
                  <a:txBody>
                    <a:bodyPr/>
                    <a:lstStyle/>
                    <a:p>
                      <a:pPr algn="just" fontAlgn="t"/>
                      <a:r>
                        <a:rPr lang="en-IN" sz="1200">
                          <a:solidFill>
                            <a:srgbClr val="333333"/>
                          </a:solidFill>
                          <a:effectLst/>
                          <a:latin typeface="inter-regular"/>
                        </a:rPr>
                        <a:t>2</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787962087"/>
                  </a:ext>
                </a:extLst>
              </a:tr>
              <a:tr h="216408">
                <a:tc>
                  <a:txBody>
                    <a:bodyPr/>
                    <a:lstStyle/>
                    <a:p>
                      <a:pPr algn="just" fontAlgn="t"/>
                      <a:r>
                        <a:rPr lang="en-IN" sz="1200">
                          <a:solidFill>
                            <a:srgbClr val="333333"/>
                          </a:solidFill>
                          <a:effectLst/>
                          <a:latin typeface="inter-regular"/>
                        </a:rPr>
                        <a:t>3</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827974731"/>
                  </a:ext>
                </a:extLst>
              </a:tr>
              <a:tr h="216408">
                <a:tc>
                  <a:txBody>
                    <a:bodyPr/>
                    <a:lstStyle/>
                    <a:p>
                      <a:pPr algn="just" fontAlgn="t"/>
                      <a:r>
                        <a:rPr lang="en-IN" sz="1200">
                          <a:solidFill>
                            <a:srgbClr val="333333"/>
                          </a:solidFill>
                          <a:effectLst/>
                          <a:latin typeface="inter-regular"/>
                        </a:rPr>
                        <a:t>4</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9060704"/>
                  </a:ext>
                </a:extLst>
              </a:tr>
              <a:tr h="216408">
                <a:tc>
                  <a:txBody>
                    <a:bodyPr/>
                    <a:lstStyle/>
                    <a:p>
                      <a:pPr algn="just" fontAlgn="t"/>
                      <a:r>
                        <a:rPr lang="en-IN" sz="1200">
                          <a:solidFill>
                            <a:srgbClr val="333333"/>
                          </a:solidFill>
                          <a:effectLst/>
                          <a:latin typeface="inter-regular"/>
                        </a:rPr>
                        <a:t>5</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685918718"/>
                  </a:ext>
                </a:extLst>
              </a:tr>
              <a:tr h="216408">
                <a:tc>
                  <a:txBody>
                    <a:bodyPr/>
                    <a:lstStyle/>
                    <a:p>
                      <a:pPr algn="just" fontAlgn="t"/>
                      <a:r>
                        <a:rPr lang="en-IN" sz="1200">
                          <a:solidFill>
                            <a:srgbClr val="333333"/>
                          </a:solidFill>
                          <a:effectLst/>
                          <a:latin typeface="inter-regular"/>
                        </a:rPr>
                        <a:t>6</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696203413"/>
                  </a:ext>
                </a:extLst>
              </a:tr>
              <a:tr h="216408">
                <a:tc>
                  <a:txBody>
                    <a:bodyPr/>
                    <a:lstStyle/>
                    <a:p>
                      <a:pPr algn="just" fontAlgn="t"/>
                      <a:r>
                        <a:rPr lang="en-IN" sz="1200">
                          <a:solidFill>
                            <a:srgbClr val="333333"/>
                          </a:solidFill>
                          <a:effectLst/>
                          <a:latin typeface="inter-regular"/>
                        </a:rPr>
                        <a:t>7</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808875078"/>
                  </a:ext>
                </a:extLst>
              </a:tr>
              <a:tr h="216408">
                <a:tc>
                  <a:txBody>
                    <a:bodyPr/>
                    <a:lstStyle/>
                    <a:p>
                      <a:pPr algn="just" fontAlgn="t"/>
                      <a:r>
                        <a:rPr lang="en-IN" sz="1200">
                          <a:solidFill>
                            <a:srgbClr val="333333"/>
                          </a:solidFill>
                          <a:effectLst/>
                          <a:latin typeface="inter-regular"/>
                        </a:rPr>
                        <a:t>8</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256893713"/>
                  </a:ext>
                </a:extLst>
              </a:tr>
              <a:tr h="216408">
                <a:tc>
                  <a:txBody>
                    <a:bodyPr/>
                    <a:lstStyle/>
                    <a:p>
                      <a:pPr algn="just" fontAlgn="t"/>
                      <a:r>
                        <a:rPr lang="en-IN" sz="1200">
                          <a:solidFill>
                            <a:srgbClr val="333333"/>
                          </a:solidFill>
                          <a:effectLst/>
                          <a:latin typeface="inter-regular"/>
                        </a:rPr>
                        <a:t>9</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199429626"/>
                  </a:ext>
                </a:extLst>
              </a:tr>
              <a:tr h="216408">
                <a:tc>
                  <a:txBody>
                    <a:bodyPr/>
                    <a:lstStyle/>
                    <a:p>
                      <a:pPr algn="just" fontAlgn="t"/>
                      <a:r>
                        <a:rPr lang="en-IN" sz="1200">
                          <a:solidFill>
                            <a:srgbClr val="333333"/>
                          </a:solidFill>
                          <a:effectLst/>
                          <a:latin typeface="inter-regular"/>
                        </a:rPr>
                        <a:t>10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73512638"/>
                  </a:ext>
                </a:extLst>
              </a:tr>
              <a:tr h="216408">
                <a:tc>
                  <a:txBody>
                    <a:bodyPr/>
                    <a:lstStyle/>
                    <a:p>
                      <a:pPr algn="just" fontAlgn="t"/>
                      <a:r>
                        <a:rPr lang="en-IN" sz="1200">
                          <a:solidFill>
                            <a:srgbClr val="333333"/>
                          </a:solidFill>
                          <a:effectLst/>
                          <a:latin typeface="inter-regular"/>
                        </a:rPr>
                        <a:t>11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533038528"/>
                  </a:ext>
                </a:extLst>
              </a:tr>
              <a:tr h="216408">
                <a:tc>
                  <a:txBody>
                    <a:bodyPr/>
                    <a:lstStyle/>
                    <a:p>
                      <a:pPr algn="just" fontAlgn="t"/>
                      <a:r>
                        <a:rPr lang="en-IN" sz="1200">
                          <a:solidFill>
                            <a:srgbClr val="333333"/>
                          </a:solidFill>
                          <a:effectLst/>
                          <a:latin typeface="inter-regular"/>
                        </a:rPr>
                        <a:t>12</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449485933"/>
                  </a:ext>
                </a:extLst>
              </a:tr>
              <a:tr h="216408">
                <a:tc>
                  <a:txBody>
                    <a:bodyPr/>
                    <a:lstStyle/>
                    <a:p>
                      <a:pPr algn="just" fontAlgn="t"/>
                      <a:r>
                        <a:rPr lang="en-IN" sz="1200">
                          <a:solidFill>
                            <a:srgbClr val="333333"/>
                          </a:solidFill>
                          <a:effectLst/>
                          <a:latin typeface="inter-regular"/>
                        </a:rPr>
                        <a:t>13</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172170658"/>
                  </a:ext>
                </a:extLst>
              </a:tr>
              <a:tr h="216408">
                <a:tc>
                  <a:txBody>
                    <a:bodyPr/>
                    <a:lstStyle/>
                    <a:p>
                      <a:pPr algn="just" fontAlgn="t"/>
                      <a:r>
                        <a:rPr lang="en-IN" sz="1200">
                          <a:solidFill>
                            <a:srgbClr val="333333"/>
                          </a:solidFill>
                          <a:effectLst/>
                          <a:latin typeface="inter-regular"/>
                        </a:rPr>
                        <a:t>14</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0</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431907197"/>
                  </a:ext>
                </a:extLst>
              </a:tr>
              <a:tr h="216408">
                <a:tc>
                  <a:txBody>
                    <a:bodyPr/>
                    <a:lstStyle/>
                    <a:p>
                      <a:pPr algn="just" fontAlgn="t"/>
                      <a:r>
                        <a:rPr lang="en-IN" sz="1200">
                          <a:solidFill>
                            <a:srgbClr val="333333"/>
                          </a:solidFill>
                          <a:effectLst/>
                          <a:latin typeface="inter-regular"/>
                        </a:rPr>
                        <a:t>15</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1</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200" dirty="0">
                          <a:solidFill>
                            <a:srgbClr val="333333"/>
                          </a:solidFill>
                          <a:effectLst/>
                          <a:latin typeface="inter-regular"/>
                        </a:rPr>
                        <a:t>X</a:t>
                      </a:r>
                    </a:p>
                  </a:txBody>
                  <a:tcPr marL="38644" marR="38644" marT="38644" marB="386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333360813"/>
                  </a:ext>
                </a:extLst>
              </a:tr>
            </a:tbl>
          </a:graphicData>
        </a:graphic>
      </p:graphicFrame>
      <p:sp>
        <p:nvSpPr>
          <p:cNvPr id="7" name="Rectangle 1">
            <a:extLst>
              <a:ext uri="{FF2B5EF4-FFF2-40B4-BE49-F238E27FC236}">
                <a16:creationId xmlns:a16="http://schemas.microsoft.com/office/drawing/2014/main" id="{86F63600-B563-4DAD-9B71-E07B2097B342}"/>
              </a:ext>
            </a:extLst>
          </p:cNvPr>
          <p:cNvSpPr>
            <a:spLocks noChangeArrowheads="1"/>
          </p:cNvSpPr>
          <p:nvPr/>
        </p:nvSpPr>
        <p:spPr bwMode="auto">
          <a:xfrm>
            <a:off x="1380767" y="6488668"/>
            <a:ext cx="98881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Now, we will use the K-map method to design the logical circuit for the conversion of Excess-3 code to</a:t>
            </a:r>
          </a:p>
        </p:txBody>
      </p:sp>
    </p:spTree>
    <p:extLst>
      <p:ext uri="{BB962C8B-B14F-4D97-AF65-F5344CB8AC3E}">
        <p14:creationId xmlns:p14="http://schemas.microsoft.com/office/powerpoint/2010/main" val="1714799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E0760CB-BC4B-4E6A-8B2F-519097832274}"/>
              </a:ext>
            </a:extLst>
          </p:cNvPr>
          <p:cNvSpPr>
            <a:spLocks noChangeArrowheads="1"/>
          </p:cNvSpPr>
          <p:nvPr/>
        </p:nvSpPr>
        <p:spPr bwMode="auto">
          <a:xfrm>
            <a:off x="324877" y="563412"/>
            <a:ext cx="245451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After K-maps BCD as: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W=AB+ACD</a:t>
            </a:r>
            <a:br>
              <a:rPr lang="en-US" altLang="en-US" b="1" dirty="0"/>
            </a:br>
            <a:r>
              <a:rPr lang="en-US" altLang="en-US" b="1" dirty="0"/>
              <a:t>X=A’ B’+A’ D’+ACD</a:t>
            </a:r>
            <a:br>
              <a:rPr lang="en-US" altLang="en-US" b="1" dirty="0"/>
            </a:br>
            <a:r>
              <a:rPr lang="en-US" altLang="en-US" b="1" dirty="0"/>
              <a:t>Y=C’ D+CD’</a:t>
            </a:r>
            <a:br>
              <a:rPr lang="en-US" altLang="en-US" b="1" dirty="0"/>
            </a:br>
            <a:r>
              <a:rPr lang="en-US" altLang="en-US" b="1" dirty="0"/>
              <a:t>Z=D</a:t>
            </a:r>
            <a:r>
              <a:rPr lang="en-US" altLang="en-US" dirty="0"/>
              <a:t>'</a:t>
            </a:r>
          </a:p>
        </p:txBody>
      </p:sp>
      <p:pic>
        <p:nvPicPr>
          <p:cNvPr id="5122" name="Picture 2" descr="BCD to Excess-3 conversion">
            <a:extLst>
              <a:ext uri="{FF2B5EF4-FFF2-40B4-BE49-F238E27FC236}">
                <a16:creationId xmlns:a16="http://schemas.microsoft.com/office/drawing/2014/main" id="{80BCB14A-84CA-447C-ADF0-B7B4601F7C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4719" y="141311"/>
            <a:ext cx="7244861" cy="6062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8319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2E0760CB-BC4B-4E6A-8B2F-519097832274}"/>
              </a:ext>
            </a:extLst>
          </p:cNvPr>
          <p:cNvSpPr>
            <a:spLocks noChangeArrowheads="1"/>
          </p:cNvSpPr>
          <p:nvPr/>
        </p:nvSpPr>
        <p:spPr bwMode="auto">
          <a:xfrm>
            <a:off x="1070741" y="0"/>
            <a:ext cx="318548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Binary to Gray Conversion:</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      </a:t>
            </a:r>
          </a:p>
        </p:txBody>
      </p:sp>
      <p:sp>
        <p:nvSpPr>
          <p:cNvPr id="3" name="AutoShape 2" descr="b_0,\:b_1,\:b_2\:,\:and\:b_3">
            <a:extLst>
              <a:ext uri="{FF2B5EF4-FFF2-40B4-BE49-F238E27FC236}">
                <a16:creationId xmlns:a16="http://schemas.microsoft.com/office/drawing/2014/main" id="{BBB3009C-121A-4034-B915-63829AA66755}"/>
              </a:ext>
            </a:extLst>
          </p:cNvPr>
          <p:cNvSpPr>
            <a:spLocks noChangeAspect="1" noChangeArrowheads="1"/>
          </p:cNvSpPr>
          <p:nvPr/>
        </p:nvSpPr>
        <p:spPr bwMode="auto">
          <a:xfrm>
            <a:off x="604765" y="-744734"/>
            <a:ext cx="1866900"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3" descr="b_0">
            <a:extLst>
              <a:ext uri="{FF2B5EF4-FFF2-40B4-BE49-F238E27FC236}">
                <a16:creationId xmlns:a16="http://schemas.microsoft.com/office/drawing/2014/main" id="{F1812140-9819-4011-9479-633A491D41CE}"/>
              </a:ext>
            </a:extLst>
          </p:cNvPr>
          <p:cNvSpPr>
            <a:spLocks noChangeAspect="1" noChangeArrowheads="1"/>
          </p:cNvSpPr>
          <p:nvPr/>
        </p:nvSpPr>
        <p:spPr bwMode="auto">
          <a:xfrm>
            <a:off x="5805415" y="-744734"/>
            <a:ext cx="190500" cy="2190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b_3">
            <a:extLst>
              <a:ext uri="{FF2B5EF4-FFF2-40B4-BE49-F238E27FC236}">
                <a16:creationId xmlns:a16="http://schemas.microsoft.com/office/drawing/2014/main" id="{3C73C1F7-3822-470A-8AB6-C781E29CA9C0}"/>
              </a:ext>
            </a:extLst>
          </p:cNvPr>
          <p:cNvSpPr>
            <a:spLocks noChangeAspect="1" noChangeArrowheads="1"/>
          </p:cNvSpPr>
          <p:nvPr/>
        </p:nvSpPr>
        <p:spPr bwMode="auto">
          <a:xfrm>
            <a:off x="6989690" y="-744734"/>
            <a:ext cx="190500" cy="2190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5" descr="g_0,\:g_1,\:g_2\:,\:and\:g_3">
            <a:extLst>
              <a:ext uri="{FF2B5EF4-FFF2-40B4-BE49-F238E27FC236}">
                <a16:creationId xmlns:a16="http://schemas.microsoft.com/office/drawing/2014/main" id="{F9F8A9C3-58D3-4037-9BEC-4F8D13515806}"/>
              </a:ext>
            </a:extLst>
          </p:cNvPr>
          <p:cNvSpPr>
            <a:spLocks noChangeAspect="1" noChangeArrowheads="1"/>
          </p:cNvSpPr>
          <p:nvPr/>
        </p:nvSpPr>
        <p:spPr bwMode="auto">
          <a:xfrm>
            <a:off x="604765" y="-530421"/>
            <a:ext cx="1933575" cy="228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6" descr="g_0">
            <a:extLst>
              <a:ext uri="{FF2B5EF4-FFF2-40B4-BE49-F238E27FC236}">
                <a16:creationId xmlns:a16="http://schemas.microsoft.com/office/drawing/2014/main" id="{9019876E-5B1A-4581-BD4A-194370500824}"/>
              </a:ext>
            </a:extLst>
          </p:cNvPr>
          <p:cNvSpPr>
            <a:spLocks noChangeAspect="1" noChangeArrowheads="1"/>
          </p:cNvSpPr>
          <p:nvPr/>
        </p:nvSpPr>
        <p:spPr bwMode="auto">
          <a:xfrm>
            <a:off x="6924603" y="-530421"/>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7" descr="g_3">
            <a:extLst>
              <a:ext uri="{FF2B5EF4-FFF2-40B4-BE49-F238E27FC236}">
                <a16:creationId xmlns:a16="http://schemas.microsoft.com/office/drawing/2014/main" id="{B5750F39-9E9F-46F8-8669-7DC99FF54B7C}"/>
              </a:ext>
            </a:extLst>
          </p:cNvPr>
          <p:cNvSpPr>
            <a:spLocks noChangeAspect="1" noChangeArrowheads="1"/>
          </p:cNvSpPr>
          <p:nvPr/>
        </p:nvSpPr>
        <p:spPr bwMode="auto">
          <a:xfrm>
            <a:off x="8146978" y="-530421"/>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8" descr=" \begin{tabular}{||c|c|c|c||c|c|c|c||} \hline  \multicolumn{4}{||c||}{Binary} &amp; \multicolumn{4}{|c||}{Gray Code}\\ \hline  b_3 &amp; b_2 &amp; b_1 &amp; b_0 &amp; g_3 &amp; g_2 &amp; g_1 &amp; g_0 \\ \hline \hline  0 &amp; 0 &amp; 0 &amp; 0 &amp; 0 &amp; 0 &amp; 0 &amp; 0 \\  \hline  0 &amp; 0 &amp; 0 &amp; 1 &amp; 0 &amp; 0 &amp; 0 &amp; 1 \\  \hline  0 &amp; 0 &amp; 1 &amp; 0 &amp; 0 &amp; 0 &amp; 1 &amp; 1 \\  \hline  0 &amp; 0 &amp; 1 &amp; 1 &amp; 0 &amp; 0 &amp; 1 &amp; 0 \\  \hline \hline  0 &amp; 1 &amp; 0 &amp; 0 &amp; 0 &amp; 1 &amp; 1 &amp; 0 \\  \hline  0 &amp; 1 &amp; 0 &amp; 1 &amp; 0 &amp; 1 &amp; 1 &amp; 1 \\  \hline  0 &amp; 1 &amp; 1 &amp; 0 &amp; 0 &amp; 1 &amp; 0 &amp; 1 \\  \hline  0 &amp; 1 &amp; 1 &amp; 1 &amp; 0 &amp; 1 &amp; 0 &amp; 0 \\  \hline \hline  1 &amp; 0 &amp; 0 &amp; 0 &amp; 1 &amp; 1 &amp; 0 &amp; 0 \\  \hline  1 &amp; 0 &amp; 0 &amp; 1 &amp; 1 &amp; 1 &amp; 0 &amp; 1 \\  \hline  1 &amp; 0 &amp; 1 &amp; 0 &amp; 1 &amp; 1 &amp; 1 &amp; 1 \\  \hline  1 &amp; 0 &amp; 1 &amp; 1 &amp; 1 &amp; 1 &amp; 1 &amp; 0 \\  \hline \hline  1 &amp; 1 &amp; 0 &amp; 0 &amp; 1 &amp; 0 &amp; 1 &amp; 0 \\  \hline  1 &amp; 1 &amp; 0 &amp; 1 &amp; 1 &amp; 0 &amp; 1 &amp; 1 \\  \hline  1 &amp; 1 &amp; 1 &amp; 0 &amp; 1 &amp; 0 &amp; 0 &amp; 1 \\  \hline  1 &amp; 1 &amp; 1 &amp; 1 &amp; 1 &amp; 0 &amp; 0 &amp; 0 \\  \hline \hline \end{tabular} ">
            <a:extLst>
              <a:ext uri="{FF2B5EF4-FFF2-40B4-BE49-F238E27FC236}">
                <a16:creationId xmlns:a16="http://schemas.microsoft.com/office/drawing/2014/main" id="{BEE4A387-3FE0-4587-B1AD-6E088F26C173}"/>
              </a:ext>
            </a:extLst>
          </p:cNvPr>
          <p:cNvSpPr>
            <a:spLocks noChangeAspect="1" noChangeArrowheads="1"/>
          </p:cNvSpPr>
          <p:nvPr/>
        </p:nvSpPr>
        <p:spPr bwMode="auto">
          <a:xfrm>
            <a:off x="379340" y="-135134"/>
            <a:ext cx="4276725" cy="6019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aphicFrame>
        <p:nvGraphicFramePr>
          <p:cNvPr id="11" name="Table 10">
            <a:extLst>
              <a:ext uri="{FF2B5EF4-FFF2-40B4-BE49-F238E27FC236}">
                <a16:creationId xmlns:a16="http://schemas.microsoft.com/office/drawing/2014/main" id="{FFA2CA68-AC0E-40B9-A9F3-B7DBA5CF9C05}"/>
              </a:ext>
            </a:extLst>
          </p:cNvPr>
          <p:cNvGraphicFramePr>
            <a:graphicFrameLocks noGrp="1"/>
          </p:cNvGraphicFramePr>
          <p:nvPr>
            <p:extLst>
              <p:ext uri="{D42A27DB-BD31-4B8C-83A1-F6EECF244321}">
                <p14:modId xmlns:p14="http://schemas.microsoft.com/office/powerpoint/2010/main" val="3615411709"/>
              </p:ext>
            </p:extLst>
          </p:nvPr>
        </p:nvGraphicFramePr>
        <p:xfrm>
          <a:off x="1538215" y="785824"/>
          <a:ext cx="7929342" cy="5557138"/>
        </p:xfrm>
        <a:graphic>
          <a:graphicData uri="http://schemas.openxmlformats.org/drawingml/2006/table">
            <a:tbl>
              <a:tblPr/>
              <a:tblGrid>
                <a:gridCol w="2643114">
                  <a:extLst>
                    <a:ext uri="{9D8B030D-6E8A-4147-A177-3AD203B41FA5}">
                      <a16:colId xmlns:a16="http://schemas.microsoft.com/office/drawing/2014/main" val="889573540"/>
                    </a:ext>
                  </a:extLst>
                </a:gridCol>
                <a:gridCol w="2643114">
                  <a:extLst>
                    <a:ext uri="{9D8B030D-6E8A-4147-A177-3AD203B41FA5}">
                      <a16:colId xmlns:a16="http://schemas.microsoft.com/office/drawing/2014/main" val="1125184975"/>
                    </a:ext>
                  </a:extLst>
                </a:gridCol>
                <a:gridCol w="2643114">
                  <a:extLst>
                    <a:ext uri="{9D8B030D-6E8A-4147-A177-3AD203B41FA5}">
                      <a16:colId xmlns:a16="http://schemas.microsoft.com/office/drawing/2014/main" val="631972219"/>
                    </a:ext>
                  </a:extLst>
                </a:gridCol>
              </a:tblGrid>
              <a:tr h="350106">
                <a:tc>
                  <a:txBody>
                    <a:bodyPr/>
                    <a:lstStyle/>
                    <a:p>
                      <a:pPr algn="l" fontAlgn="t"/>
                      <a:r>
                        <a:rPr lang="en-IN" sz="1400">
                          <a:solidFill>
                            <a:srgbClr val="000000"/>
                          </a:solidFill>
                          <a:effectLst/>
                          <a:latin typeface="times new roman" panose="02020603050405020304" pitchFamily="18" charset="0"/>
                        </a:rPr>
                        <a:t>Decimal Number</a:t>
                      </a:r>
                    </a:p>
                  </a:txBody>
                  <a:tcPr marL="64116" marR="64116" marT="64116" marB="64116">
                    <a:lnL w="9525" cap="flat" cmpd="sng" algn="ctr">
                      <a:solidFill>
                        <a:srgbClr val="B07941"/>
                      </a:solidFill>
                      <a:prstDash val="solid"/>
                      <a:round/>
                      <a:headEnd type="none" w="med" len="med"/>
                      <a:tailEnd type="none" w="med" len="med"/>
                    </a:lnL>
                    <a:lnR w="9525" cap="flat" cmpd="sng" algn="ctr">
                      <a:solidFill>
                        <a:srgbClr val="B07941"/>
                      </a:solidFill>
                      <a:prstDash val="solid"/>
                      <a:round/>
                      <a:headEnd type="none" w="med" len="med"/>
                      <a:tailEnd type="none" w="med" len="med"/>
                    </a:lnR>
                    <a:lnT w="9525" cap="flat" cmpd="sng" algn="ctr">
                      <a:solidFill>
                        <a:srgbClr val="B07941"/>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4-bit Binary Code</a:t>
                      </a:r>
                    </a:p>
                  </a:txBody>
                  <a:tcPr marL="64116" marR="64116" marT="64116" marB="64116">
                    <a:lnL w="9525" cap="flat" cmpd="sng" algn="ctr">
                      <a:solidFill>
                        <a:srgbClr val="B07941"/>
                      </a:solidFill>
                      <a:prstDash val="solid"/>
                      <a:round/>
                      <a:headEnd type="none" w="med" len="med"/>
                      <a:tailEnd type="none" w="med" len="med"/>
                    </a:lnL>
                    <a:lnR w="9525" cap="flat" cmpd="sng" algn="ctr">
                      <a:solidFill>
                        <a:srgbClr val="B07941"/>
                      </a:solidFill>
                      <a:prstDash val="solid"/>
                      <a:round/>
                      <a:headEnd type="none" w="med" len="med"/>
                      <a:tailEnd type="none" w="med" len="med"/>
                    </a:lnR>
                    <a:lnT w="9525" cap="flat" cmpd="sng" algn="ctr">
                      <a:solidFill>
                        <a:srgbClr val="B07941"/>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l" fontAlgn="t"/>
                      <a:r>
                        <a:rPr lang="en-IN" sz="1400">
                          <a:solidFill>
                            <a:srgbClr val="000000"/>
                          </a:solidFill>
                          <a:effectLst/>
                          <a:latin typeface="times new roman" panose="02020603050405020304" pitchFamily="18" charset="0"/>
                        </a:rPr>
                        <a:t>4-bit Gray Code</a:t>
                      </a:r>
                    </a:p>
                  </a:txBody>
                  <a:tcPr marL="64116" marR="64116" marT="64116" marB="64116">
                    <a:lnL w="9525" cap="flat" cmpd="sng" algn="ctr">
                      <a:solidFill>
                        <a:srgbClr val="B07941"/>
                      </a:solidFill>
                      <a:prstDash val="solid"/>
                      <a:round/>
                      <a:headEnd type="none" w="med" len="med"/>
                      <a:tailEnd type="none" w="med" len="med"/>
                    </a:lnL>
                    <a:lnR w="9525" cap="flat" cmpd="sng" algn="ctr">
                      <a:solidFill>
                        <a:srgbClr val="B07941"/>
                      </a:solidFill>
                      <a:prstDash val="solid"/>
                      <a:round/>
                      <a:headEnd type="none" w="med" len="med"/>
                      <a:tailEnd type="none" w="med" len="med"/>
                    </a:lnR>
                    <a:lnT w="9525" cap="flat" cmpd="sng" algn="ctr">
                      <a:solidFill>
                        <a:srgbClr val="B07941"/>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extLst>
                  <a:ext uri="{0D108BD9-81ED-4DB2-BD59-A6C34878D82A}">
                    <a16:rowId xmlns:a16="http://schemas.microsoft.com/office/drawing/2014/main" val="1612511362"/>
                  </a:ext>
                </a:extLst>
              </a:tr>
              <a:tr h="306296">
                <a:tc>
                  <a:txBody>
                    <a:bodyPr/>
                    <a:lstStyle/>
                    <a:p>
                      <a:pPr algn="just" fontAlgn="t"/>
                      <a:endParaRPr lang="en-IN" sz="1400">
                        <a:solidFill>
                          <a:srgbClr val="333333"/>
                        </a:solidFill>
                        <a:effectLst/>
                        <a:latin typeface="inter-regular"/>
                      </a:endParaRP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b="1">
                          <a:solidFill>
                            <a:srgbClr val="333333"/>
                          </a:solidFill>
                          <a:effectLst/>
                          <a:latin typeface="inter-bold"/>
                        </a:rPr>
                        <a:t>ABCD</a:t>
                      </a:r>
                      <a:endParaRPr lang="en-IN" sz="1400">
                        <a:solidFill>
                          <a:srgbClr val="333333"/>
                        </a:solidFill>
                        <a:effectLst/>
                        <a:latin typeface="inter-regular"/>
                      </a:endParaRP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b="1">
                          <a:solidFill>
                            <a:srgbClr val="333333"/>
                          </a:solidFill>
                          <a:effectLst/>
                          <a:latin typeface="inter-bold"/>
                        </a:rPr>
                        <a:t>G</a:t>
                      </a:r>
                      <a:r>
                        <a:rPr lang="en-IN" sz="1400" b="1" baseline="-25000">
                          <a:solidFill>
                            <a:srgbClr val="333333"/>
                          </a:solidFill>
                          <a:effectLst/>
                          <a:latin typeface="inter-bold"/>
                        </a:rPr>
                        <a:t>1</a:t>
                      </a:r>
                      <a:r>
                        <a:rPr lang="en-IN" sz="1400" b="1">
                          <a:solidFill>
                            <a:srgbClr val="333333"/>
                          </a:solidFill>
                          <a:effectLst/>
                          <a:latin typeface="inter-bold"/>
                        </a:rPr>
                        <a:t>G</a:t>
                      </a:r>
                      <a:r>
                        <a:rPr lang="en-IN" sz="1400" b="1" baseline="-25000">
                          <a:solidFill>
                            <a:srgbClr val="333333"/>
                          </a:solidFill>
                          <a:effectLst/>
                          <a:latin typeface="inter-bold"/>
                        </a:rPr>
                        <a:t>2</a:t>
                      </a:r>
                      <a:r>
                        <a:rPr lang="en-IN" sz="1400" b="1">
                          <a:solidFill>
                            <a:srgbClr val="333333"/>
                          </a:solidFill>
                          <a:effectLst/>
                          <a:latin typeface="inter-bold"/>
                        </a:rPr>
                        <a:t>G</a:t>
                      </a:r>
                      <a:r>
                        <a:rPr lang="en-IN" sz="1400" b="1" baseline="-25000">
                          <a:solidFill>
                            <a:srgbClr val="333333"/>
                          </a:solidFill>
                          <a:effectLst/>
                          <a:latin typeface="inter-bold"/>
                        </a:rPr>
                        <a:t>3</a:t>
                      </a:r>
                      <a:r>
                        <a:rPr lang="en-IN" sz="1400" b="1">
                          <a:solidFill>
                            <a:srgbClr val="333333"/>
                          </a:solidFill>
                          <a:effectLst/>
                          <a:latin typeface="inter-bold"/>
                        </a:rPr>
                        <a:t>G</a:t>
                      </a:r>
                      <a:r>
                        <a:rPr lang="en-IN" sz="1400" b="1" baseline="-25000">
                          <a:solidFill>
                            <a:srgbClr val="333333"/>
                          </a:solidFill>
                          <a:effectLst/>
                          <a:latin typeface="inter-bold"/>
                        </a:rPr>
                        <a:t>4</a:t>
                      </a:r>
                      <a:endParaRPr lang="en-IN" sz="1400">
                        <a:solidFill>
                          <a:srgbClr val="333333"/>
                        </a:solidFill>
                        <a:effectLst/>
                        <a:latin typeface="inter-regular"/>
                      </a:endParaRP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2280637"/>
                  </a:ext>
                </a:extLst>
              </a:tr>
              <a:tr h="306296">
                <a:tc>
                  <a:txBody>
                    <a:bodyPr/>
                    <a:lstStyle/>
                    <a:p>
                      <a:pPr algn="just" fontAlgn="t"/>
                      <a:r>
                        <a:rPr lang="en-IN" sz="1400">
                          <a:solidFill>
                            <a:srgbClr val="333333"/>
                          </a:solidFill>
                          <a:effectLst/>
                          <a:latin typeface="inter-regular"/>
                        </a:rPr>
                        <a:t>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0000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0000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868127873"/>
                  </a:ext>
                </a:extLst>
              </a:tr>
              <a:tr h="306296">
                <a:tc>
                  <a:txBody>
                    <a:bodyPr/>
                    <a:lstStyle/>
                    <a:p>
                      <a:pPr algn="just" fontAlgn="t"/>
                      <a:r>
                        <a:rPr lang="en-IN" sz="1400">
                          <a:solidFill>
                            <a:srgbClr val="333333"/>
                          </a:solidFill>
                          <a:effectLst/>
                          <a:latin typeface="inter-regular"/>
                        </a:rPr>
                        <a:t>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0001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0001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39143426"/>
                  </a:ext>
                </a:extLst>
              </a:tr>
              <a:tr h="306296">
                <a:tc>
                  <a:txBody>
                    <a:bodyPr/>
                    <a:lstStyle/>
                    <a:p>
                      <a:pPr algn="just" fontAlgn="t"/>
                      <a:r>
                        <a:rPr lang="en-IN" sz="1400">
                          <a:solidFill>
                            <a:srgbClr val="333333"/>
                          </a:solidFill>
                          <a:effectLst/>
                          <a:latin typeface="inter-regular"/>
                        </a:rPr>
                        <a:t>2</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0010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0011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153742322"/>
                  </a:ext>
                </a:extLst>
              </a:tr>
              <a:tr h="306296">
                <a:tc>
                  <a:txBody>
                    <a:bodyPr/>
                    <a:lstStyle/>
                    <a:p>
                      <a:pPr algn="just" fontAlgn="t"/>
                      <a:r>
                        <a:rPr lang="en-IN" sz="1400">
                          <a:solidFill>
                            <a:srgbClr val="333333"/>
                          </a:solidFill>
                          <a:effectLst/>
                          <a:latin typeface="inter-regular"/>
                        </a:rPr>
                        <a:t>3</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0011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0010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03316069"/>
                  </a:ext>
                </a:extLst>
              </a:tr>
              <a:tr h="306296">
                <a:tc>
                  <a:txBody>
                    <a:bodyPr/>
                    <a:lstStyle/>
                    <a:p>
                      <a:pPr algn="just" fontAlgn="t"/>
                      <a:r>
                        <a:rPr lang="en-IN" sz="1400">
                          <a:solidFill>
                            <a:srgbClr val="333333"/>
                          </a:solidFill>
                          <a:effectLst/>
                          <a:latin typeface="inter-regular"/>
                        </a:rPr>
                        <a:t>4</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0100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0110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844114045"/>
                  </a:ext>
                </a:extLst>
              </a:tr>
              <a:tr h="306296">
                <a:tc>
                  <a:txBody>
                    <a:bodyPr/>
                    <a:lstStyle/>
                    <a:p>
                      <a:pPr algn="just" fontAlgn="t"/>
                      <a:r>
                        <a:rPr lang="en-IN" sz="1400">
                          <a:solidFill>
                            <a:srgbClr val="333333"/>
                          </a:solidFill>
                          <a:effectLst/>
                          <a:latin typeface="inter-regular"/>
                        </a:rPr>
                        <a:t>5</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0101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0111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820247572"/>
                  </a:ext>
                </a:extLst>
              </a:tr>
              <a:tr h="306296">
                <a:tc>
                  <a:txBody>
                    <a:bodyPr/>
                    <a:lstStyle/>
                    <a:p>
                      <a:pPr algn="just" fontAlgn="t"/>
                      <a:r>
                        <a:rPr lang="en-IN" sz="1400">
                          <a:solidFill>
                            <a:srgbClr val="333333"/>
                          </a:solidFill>
                          <a:effectLst/>
                          <a:latin typeface="inter-regular"/>
                        </a:rPr>
                        <a:t>6</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inter-regular"/>
                        </a:rPr>
                        <a:t>0110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0101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57323245"/>
                  </a:ext>
                </a:extLst>
              </a:tr>
              <a:tr h="306296">
                <a:tc>
                  <a:txBody>
                    <a:bodyPr/>
                    <a:lstStyle/>
                    <a:p>
                      <a:pPr algn="just" fontAlgn="t"/>
                      <a:r>
                        <a:rPr lang="en-IN" sz="1400">
                          <a:solidFill>
                            <a:srgbClr val="333333"/>
                          </a:solidFill>
                          <a:effectLst/>
                          <a:latin typeface="inter-regular"/>
                        </a:rPr>
                        <a:t>7</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0111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0100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764286720"/>
                  </a:ext>
                </a:extLst>
              </a:tr>
              <a:tr h="306296">
                <a:tc>
                  <a:txBody>
                    <a:bodyPr/>
                    <a:lstStyle/>
                    <a:p>
                      <a:pPr algn="just" fontAlgn="t"/>
                      <a:r>
                        <a:rPr lang="en-IN" sz="1400">
                          <a:solidFill>
                            <a:srgbClr val="333333"/>
                          </a:solidFill>
                          <a:effectLst/>
                          <a:latin typeface="inter-regular"/>
                        </a:rPr>
                        <a:t>8</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inter-regular"/>
                        </a:rPr>
                        <a:t>1000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dirty="0">
                          <a:solidFill>
                            <a:srgbClr val="333333"/>
                          </a:solidFill>
                          <a:effectLst/>
                          <a:latin typeface="inter-regular"/>
                        </a:rPr>
                        <a:t>1100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270270236"/>
                  </a:ext>
                </a:extLst>
              </a:tr>
              <a:tr h="306296">
                <a:tc>
                  <a:txBody>
                    <a:bodyPr/>
                    <a:lstStyle/>
                    <a:p>
                      <a:pPr algn="just" fontAlgn="t"/>
                      <a:r>
                        <a:rPr lang="en-IN" sz="1400">
                          <a:solidFill>
                            <a:srgbClr val="333333"/>
                          </a:solidFill>
                          <a:effectLst/>
                          <a:latin typeface="inter-regular"/>
                        </a:rPr>
                        <a:t>9</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1001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1101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778730341"/>
                  </a:ext>
                </a:extLst>
              </a:tr>
              <a:tr h="306296">
                <a:tc>
                  <a:txBody>
                    <a:bodyPr/>
                    <a:lstStyle/>
                    <a:p>
                      <a:pPr algn="just" fontAlgn="t"/>
                      <a:r>
                        <a:rPr lang="en-IN" sz="1400">
                          <a:solidFill>
                            <a:srgbClr val="333333"/>
                          </a:solidFill>
                          <a:effectLst/>
                          <a:latin typeface="inter-regular"/>
                        </a:rPr>
                        <a:t>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1010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1111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230147965"/>
                  </a:ext>
                </a:extLst>
              </a:tr>
              <a:tr h="306296">
                <a:tc>
                  <a:txBody>
                    <a:bodyPr/>
                    <a:lstStyle/>
                    <a:p>
                      <a:pPr algn="just" fontAlgn="t"/>
                      <a:r>
                        <a:rPr lang="en-IN" sz="1400">
                          <a:solidFill>
                            <a:srgbClr val="333333"/>
                          </a:solidFill>
                          <a:effectLst/>
                          <a:latin typeface="inter-regular"/>
                        </a:rPr>
                        <a:t>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1011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1110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049959509"/>
                  </a:ext>
                </a:extLst>
              </a:tr>
              <a:tr h="306296">
                <a:tc>
                  <a:txBody>
                    <a:bodyPr/>
                    <a:lstStyle/>
                    <a:p>
                      <a:pPr algn="just" fontAlgn="t"/>
                      <a:r>
                        <a:rPr lang="en-IN" sz="1400">
                          <a:solidFill>
                            <a:srgbClr val="333333"/>
                          </a:solidFill>
                          <a:effectLst/>
                          <a:latin typeface="inter-regular"/>
                        </a:rPr>
                        <a:t>12</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1100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1010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80820138"/>
                  </a:ext>
                </a:extLst>
              </a:tr>
              <a:tr h="306296">
                <a:tc>
                  <a:txBody>
                    <a:bodyPr/>
                    <a:lstStyle/>
                    <a:p>
                      <a:pPr algn="just" fontAlgn="t"/>
                      <a:r>
                        <a:rPr lang="en-IN" sz="1400">
                          <a:solidFill>
                            <a:srgbClr val="333333"/>
                          </a:solidFill>
                          <a:effectLst/>
                          <a:latin typeface="inter-regular"/>
                        </a:rPr>
                        <a:t>13</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1101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1011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414487182"/>
                  </a:ext>
                </a:extLst>
              </a:tr>
              <a:tr h="306296">
                <a:tc>
                  <a:txBody>
                    <a:bodyPr/>
                    <a:lstStyle/>
                    <a:p>
                      <a:pPr algn="just" fontAlgn="t"/>
                      <a:r>
                        <a:rPr lang="en-IN" sz="1400">
                          <a:solidFill>
                            <a:srgbClr val="333333"/>
                          </a:solidFill>
                          <a:effectLst/>
                          <a:latin typeface="inter-regular"/>
                        </a:rPr>
                        <a:t>14</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1110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1400">
                          <a:solidFill>
                            <a:srgbClr val="333333"/>
                          </a:solidFill>
                          <a:effectLst/>
                          <a:latin typeface="inter-regular"/>
                        </a:rPr>
                        <a:t>1001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86404558"/>
                  </a:ext>
                </a:extLst>
              </a:tr>
              <a:tr h="306296">
                <a:tc>
                  <a:txBody>
                    <a:bodyPr/>
                    <a:lstStyle/>
                    <a:p>
                      <a:pPr algn="just" fontAlgn="t"/>
                      <a:r>
                        <a:rPr lang="en-IN" sz="1400">
                          <a:solidFill>
                            <a:srgbClr val="333333"/>
                          </a:solidFill>
                          <a:effectLst/>
                          <a:latin typeface="inter-regular"/>
                        </a:rPr>
                        <a:t>15</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a:solidFill>
                            <a:srgbClr val="333333"/>
                          </a:solidFill>
                          <a:effectLst/>
                          <a:latin typeface="inter-regular"/>
                        </a:rPr>
                        <a:t>1111</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1400" dirty="0">
                          <a:solidFill>
                            <a:srgbClr val="333333"/>
                          </a:solidFill>
                          <a:effectLst/>
                          <a:latin typeface="inter-regular"/>
                        </a:rPr>
                        <a:t>1000</a:t>
                      </a:r>
                    </a:p>
                  </a:txBody>
                  <a:tcPr marL="42744" marR="42744" marT="42744" marB="42744">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074972155"/>
                  </a:ext>
                </a:extLst>
              </a:tr>
            </a:tbl>
          </a:graphicData>
        </a:graphic>
      </p:graphicFrame>
      <p:sp>
        <p:nvSpPr>
          <p:cNvPr id="12" name="Rectangle 9">
            <a:extLst>
              <a:ext uri="{FF2B5EF4-FFF2-40B4-BE49-F238E27FC236}">
                <a16:creationId xmlns:a16="http://schemas.microsoft.com/office/drawing/2014/main" id="{ABD14AEE-7536-4367-A42A-6D4B69590965}"/>
              </a:ext>
            </a:extLst>
          </p:cNvPr>
          <p:cNvSpPr>
            <a:spLocks noChangeArrowheads="1"/>
          </p:cNvSpPr>
          <p:nvPr/>
        </p:nvSpPr>
        <p:spPr bwMode="auto">
          <a:xfrm>
            <a:off x="1067579" y="323165"/>
            <a:ext cx="947567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It is a logical circuit that is used to convert the binary code into its equivalent Gray code. </a:t>
            </a:r>
          </a:p>
        </p:txBody>
      </p:sp>
    </p:spTree>
    <p:extLst>
      <p:ext uri="{BB962C8B-B14F-4D97-AF65-F5344CB8AC3E}">
        <p14:creationId xmlns:p14="http://schemas.microsoft.com/office/powerpoint/2010/main" val="5062390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g_0">
            <a:extLst>
              <a:ext uri="{FF2B5EF4-FFF2-40B4-BE49-F238E27FC236}">
                <a16:creationId xmlns:a16="http://schemas.microsoft.com/office/drawing/2014/main" id="{D92DE441-9F58-4060-8884-5469CE0609E3}"/>
              </a:ext>
            </a:extLst>
          </p:cNvPr>
          <p:cNvSpPr>
            <a:spLocks noChangeAspect="1" noChangeArrowheads="1"/>
          </p:cNvSpPr>
          <p:nvPr/>
        </p:nvSpPr>
        <p:spPr bwMode="auto">
          <a:xfrm>
            <a:off x="719138" y="-5753100"/>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1" name="Picture 3">
            <a:extLst>
              <a:ext uri="{FF2B5EF4-FFF2-40B4-BE49-F238E27FC236}">
                <a16:creationId xmlns:a16="http://schemas.microsoft.com/office/drawing/2014/main" id="{A7414F26-FF3C-4F26-9AD0-86DD5E637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10934" y="377853"/>
            <a:ext cx="2857500" cy="2514600"/>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4" descr="g_1">
            <a:extLst>
              <a:ext uri="{FF2B5EF4-FFF2-40B4-BE49-F238E27FC236}">
                <a16:creationId xmlns:a16="http://schemas.microsoft.com/office/drawing/2014/main" id="{1B6F52C2-8353-4B42-8609-095B99866493}"/>
              </a:ext>
            </a:extLst>
          </p:cNvPr>
          <p:cNvSpPr>
            <a:spLocks noChangeAspect="1" noChangeArrowheads="1"/>
          </p:cNvSpPr>
          <p:nvPr/>
        </p:nvSpPr>
        <p:spPr bwMode="auto">
          <a:xfrm>
            <a:off x="719138" y="-3162300"/>
            <a:ext cx="209550"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3" name="Picture 5">
            <a:extLst>
              <a:ext uri="{FF2B5EF4-FFF2-40B4-BE49-F238E27FC236}">
                <a16:creationId xmlns:a16="http://schemas.microsoft.com/office/drawing/2014/main" id="{BCFC2B8C-A440-4AD4-BBF1-17DA92C24E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8688" y="152391"/>
            <a:ext cx="2857500" cy="2505075"/>
          </a:xfrm>
          <a:prstGeom prst="rect">
            <a:avLst/>
          </a:prstGeom>
          <a:noFill/>
          <a:extLst>
            <a:ext uri="{909E8E84-426E-40DD-AFC4-6F175D3DCCD1}">
              <a14:hiddenFill xmlns:a14="http://schemas.microsoft.com/office/drawing/2010/main">
                <a:solidFill>
                  <a:srgbClr val="FFFFFF"/>
                </a:solidFill>
              </a14:hiddenFill>
            </a:ext>
          </a:extLst>
        </p:spPr>
      </p:pic>
      <p:sp>
        <p:nvSpPr>
          <p:cNvPr id="7" name="AutoShape 6" descr="g_2">
            <a:extLst>
              <a:ext uri="{FF2B5EF4-FFF2-40B4-BE49-F238E27FC236}">
                <a16:creationId xmlns:a16="http://schemas.microsoft.com/office/drawing/2014/main" id="{9185B254-5866-47B9-8DFA-539CDC8BE96B}"/>
              </a:ext>
            </a:extLst>
          </p:cNvPr>
          <p:cNvSpPr>
            <a:spLocks noChangeAspect="1" noChangeArrowheads="1"/>
          </p:cNvSpPr>
          <p:nvPr/>
        </p:nvSpPr>
        <p:spPr bwMode="auto">
          <a:xfrm>
            <a:off x="719138" y="-587375"/>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5" name="Picture 7">
            <a:extLst>
              <a:ext uri="{FF2B5EF4-FFF2-40B4-BE49-F238E27FC236}">
                <a16:creationId xmlns:a16="http://schemas.microsoft.com/office/drawing/2014/main" id="{4A1E8358-BE92-40F4-95DD-B8B0A2691D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05751" y="377853"/>
            <a:ext cx="2857500" cy="2466975"/>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8" descr="g_3">
            <a:extLst>
              <a:ext uri="{FF2B5EF4-FFF2-40B4-BE49-F238E27FC236}">
                <a16:creationId xmlns:a16="http://schemas.microsoft.com/office/drawing/2014/main" id="{52E801C0-B0D5-47F0-A12E-5E2F345B8B36}"/>
              </a:ext>
            </a:extLst>
          </p:cNvPr>
          <p:cNvSpPr>
            <a:spLocks noChangeAspect="1" noChangeArrowheads="1"/>
          </p:cNvSpPr>
          <p:nvPr/>
        </p:nvSpPr>
        <p:spPr bwMode="auto">
          <a:xfrm>
            <a:off x="719138" y="1958975"/>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7" name="Picture 9">
            <a:extLst>
              <a:ext uri="{FF2B5EF4-FFF2-40B4-BE49-F238E27FC236}">
                <a16:creationId xmlns:a16="http://schemas.microsoft.com/office/drawing/2014/main" id="{57491EF8-2F3B-4B6A-B084-539AEE5535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3913" y="3000385"/>
            <a:ext cx="2857500" cy="2400300"/>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10" descr=" g_0 = b_0b_1^\prime + b_1b_0^\prime = b_0 \oplus b_1\\ g_1 = b_2b_1^\prime + b_1b_2^\prime = b_1 \oplus b_2\\ g_2 = b_2b_3^\prime + b_3b_2^\prime = b_2 \oplus b_3\\ g_3 = b_3 ">
            <a:extLst>
              <a:ext uri="{FF2B5EF4-FFF2-40B4-BE49-F238E27FC236}">
                <a16:creationId xmlns:a16="http://schemas.microsoft.com/office/drawing/2014/main" id="{4F5451E5-590C-4B7D-83D5-0B9C7204B218}"/>
              </a:ext>
            </a:extLst>
          </p:cNvPr>
          <p:cNvSpPr>
            <a:spLocks noChangeAspect="1" noChangeArrowheads="1"/>
          </p:cNvSpPr>
          <p:nvPr/>
        </p:nvSpPr>
        <p:spPr bwMode="auto">
          <a:xfrm>
            <a:off x="69850" y="4625975"/>
            <a:ext cx="2800350" cy="11811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7" name="TextBox 16">
            <a:extLst>
              <a:ext uri="{FF2B5EF4-FFF2-40B4-BE49-F238E27FC236}">
                <a16:creationId xmlns:a16="http://schemas.microsoft.com/office/drawing/2014/main" id="{81EBA97D-5C73-4D82-91F6-07C6C2AFADCA}"/>
              </a:ext>
            </a:extLst>
          </p:cNvPr>
          <p:cNvSpPr txBox="1"/>
          <p:nvPr/>
        </p:nvSpPr>
        <p:spPr>
          <a:xfrm>
            <a:off x="1512589" y="5429237"/>
            <a:ext cx="7124973" cy="1200329"/>
          </a:xfrm>
          <a:prstGeom prst="rect">
            <a:avLst/>
          </a:prstGeom>
          <a:noFill/>
        </p:spPr>
        <p:txBody>
          <a:bodyPr wrap="square">
            <a:spAutoFit/>
          </a:bodyPr>
          <a:lstStyle/>
          <a:p>
            <a:pPr algn="just" fontAlgn="base"/>
            <a:r>
              <a:rPr lang="en-IN" b="1" i="0" dirty="0">
                <a:solidFill>
                  <a:srgbClr val="666666"/>
                </a:solidFill>
                <a:effectLst/>
                <a:latin typeface="inherit"/>
              </a:rPr>
              <a:t>g3=b3=1</a:t>
            </a:r>
            <a:endParaRPr lang="en-IN" b="0" i="0" dirty="0">
              <a:solidFill>
                <a:srgbClr val="666666"/>
              </a:solidFill>
              <a:effectLst/>
              <a:latin typeface="Arial" panose="020B0604020202020204" pitchFamily="34" charset="0"/>
            </a:endParaRPr>
          </a:p>
          <a:p>
            <a:pPr algn="just" fontAlgn="base"/>
            <a:r>
              <a:rPr lang="en-IN" b="1" i="0" dirty="0">
                <a:solidFill>
                  <a:srgbClr val="666666"/>
                </a:solidFill>
                <a:effectLst/>
                <a:latin typeface="inherit"/>
              </a:rPr>
              <a:t>g2 = b3 XOR b2 </a:t>
            </a:r>
            <a:endParaRPr lang="en-IN" b="0" i="0" dirty="0">
              <a:solidFill>
                <a:srgbClr val="666666"/>
              </a:solidFill>
              <a:effectLst/>
              <a:latin typeface="Arial" panose="020B0604020202020204" pitchFamily="34" charset="0"/>
            </a:endParaRPr>
          </a:p>
          <a:p>
            <a:pPr algn="just" fontAlgn="base"/>
            <a:r>
              <a:rPr lang="en-IN" b="1" i="0" dirty="0">
                <a:solidFill>
                  <a:srgbClr val="666666"/>
                </a:solidFill>
                <a:effectLst/>
                <a:latin typeface="inherit"/>
              </a:rPr>
              <a:t>g1= b2 XOR b1</a:t>
            </a:r>
            <a:endParaRPr lang="en-IN" b="0" i="0" dirty="0">
              <a:solidFill>
                <a:srgbClr val="666666"/>
              </a:solidFill>
              <a:effectLst/>
              <a:latin typeface="Arial" panose="020B0604020202020204" pitchFamily="34" charset="0"/>
            </a:endParaRPr>
          </a:p>
          <a:p>
            <a:pPr algn="just" fontAlgn="base"/>
            <a:r>
              <a:rPr lang="en-IN" b="1" i="0" dirty="0">
                <a:solidFill>
                  <a:srgbClr val="666666"/>
                </a:solidFill>
                <a:effectLst/>
                <a:latin typeface="inherit"/>
              </a:rPr>
              <a:t>g0= b1 XOR b0</a:t>
            </a:r>
            <a:endParaRPr lang="en-IN" b="0" i="0" dirty="0">
              <a:solidFill>
                <a:srgbClr val="666666"/>
              </a:solidFill>
              <a:effectLst/>
              <a:latin typeface="Arial" panose="020B0604020202020204" pitchFamily="34" charset="0"/>
            </a:endParaRPr>
          </a:p>
        </p:txBody>
      </p:sp>
      <p:pic>
        <p:nvPicPr>
          <p:cNvPr id="14" name="Picture 13">
            <a:extLst>
              <a:ext uri="{FF2B5EF4-FFF2-40B4-BE49-F238E27FC236}">
                <a16:creationId xmlns:a16="http://schemas.microsoft.com/office/drawing/2014/main" id="{EFA25D85-70E8-4940-ACDC-2A7A3CC0AA7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22505" y="2892453"/>
            <a:ext cx="4829175" cy="3810000"/>
          </a:xfrm>
          <a:prstGeom prst="rect">
            <a:avLst/>
          </a:prstGeom>
        </p:spPr>
      </p:pic>
    </p:spTree>
    <p:extLst>
      <p:ext uri="{BB962C8B-B14F-4D97-AF65-F5344CB8AC3E}">
        <p14:creationId xmlns:p14="http://schemas.microsoft.com/office/powerpoint/2010/main" val="13779508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g_0">
            <a:extLst>
              <a:ext uri="{FF2B5EF4-FFF2-40B4-BE49-F238E27FC236}">
                <a16:creationId xmlns:a16="http://schemas.microsoft.com/office/drawing/2014/main" id="{D92DE441-9F58-4060-8884-5469CE0609E3}"/>
              </a:ext>
            </a:extLst>
          </p:cNvPr>
          <p:cNvSpPr>
            <a:spLocks noChangeAspect="1" noChangeArrowheads="1"/>
          </p:cNvSpPr>
          <p:nvPr/>
        </p:nvSpPr>
        <p:spPr bwMode="auto">
          <a:xfrm>
            <a:off x="719138" y="-5753100"/>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g_1">
            <a:extLst>
              <a:ext uri="{FF2B5EF4-FFF2-40B4-BE49-F238E27FC236}">
                <a16:creationId xmlns:a16="http://schemas.microsoft.com/office/drawing/2014/main" id="{1B6F52C2-8353-4B42-8609-095B99866493}"/>
              </a:ext>
            </a:extLst>
          </p:cNvPr>
          <p:cNvSpPr>
            <a:spLocks noChangeAspect="1" noChangeArrowheads="1"/>
          </p:cNvSpPr>
          <p:nvPr/>
        </p:nvSpPr>
        <p:spPr bwMode="auto">
          <a:xfrm>
            <a:off x="719138" y="-3162300"/>
            <a:ext cx="209550"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descr="g_2">
            <a:extLst>
              <a:ext uri="{FF2B5EF4-FFF2-40B4-BE49-F238E27FC236}">
                <a16:creationId xmlns:a16="http://schemas.microsoft.com/office/drawing/2014/main" id="{9185B254-5866-47B9-8DFA-539CDC8BE96B}"/>
              </a:ext>
            </a:extLst>
          </p:cNvPr>
          <p:cNvSpPr>
            <a:spLocks noChangeAspect="1" noChangeArrowheads="1"/>
          </p:cNvSpPr>
          <p:nvPr/>
        </p:nvSpPr>
        <p:spPr bwMode="auto">
          <a:xfrm>
            <a:off x="719138" y="-587375"/>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descr="g_3">
            <a:extLst>
              <a:ext uri="{FF2B5EF4-FFF2-40B4-BE49-F238E27FC236}">
                <a16:creationId xmlns:a16="http://schemas.microsoft.com/office/drawing/2014/main" id="{52E801C0-B0D5-47F0-A12E-5E2F345B8B36}"/>
              </a:ext>
            </a:extLst>
          </p:cNvPr>
          <p:cNvSpPr>
            <a:spLocks noChangeAspect="1" noChangeArrowheads="1"/>
          </p:cNvSpPr>
          <p:nvPr/>
        </p:nvSpPr>
        <p:spPr bwMode="auto">
          <a:xfrm>
            <a:off x="719138" y="1958975"/>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descr=" g_0 = b_0b_1^\prime + b_1b_0^\prime = b_0 \oplus b_1\\ g_1 = b_2b_1^\prime + b_1b_2^\prime = b_1 \oplus b_2\\ g_2 = b_2b_3^\prime + b_3b_2^\prime = b_2 \oplus b_3\\ g_3 = b_3 ">
            <a:extLst>
              <a:ext uri="{FF2B5EF4-FFF2-40B4-BE49-F238E27FC236}">
                <a16:creationId xmlns:a16="http://schemas.microsoft.com/office/drawing/2014/main" id="{4F5451E5-590C-4B7D-83D5-0B9C7204B218}"/>
              </a:ext>
            </a:extLst>
          </p:cNvPr>
          <p:cNvSpPr>
            <a:spLocks noChangeAspect="1" noChangeArrowheads="1"/>
          </p:cNvSpPr>
          <p:nvPr/>
        </p:nvSpPr>
        <p:spPr bwMode="auto">
          <a:xfrm>
            <a:off x="69850" y="4625975"/>
            <a:ext cx="2800350" cy="11811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3" name="Picture 2">
            <a:extLst>
              <a:ext uri="{FF2B5EF4-FFF2-40B4-BE49-F238E27FC236}">
                <a16:creationId xmlns:a16="http://schemas.microsoft.com/office/drawing/2014/main" id="{5BD2169B-40FD-43EF-AF83-5D96F28AEC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1193" y="669656"/>
            <a:ext cx="7748221" cy="5703009"/>
          </a:xfrm>
          <a:prstGeom prst="rect">
            <a:avLst/>
          </a:prstGeom>
        </p:spPr>
      </p:pic>
      <p:sp>
        <p:nvSpPr>
          <p:cNvPr id="15" name="Rectangle 1">
            <a:extLst>
              <a:ext uri="{FF2B5EF4-FFF2-40B4-BE49-F238E27FC236}">
                <a16:creationId xmlns:a16="http://schemas.microsoft.com/office/drawing/2014/main" id="{FBF2E3ED-0C4A-4CFF-9366-1F1A5CBC7ECD}"/>
              </a:ext>
            </a:extLst>
          </p:cNvPr>
          <p:cNvSpPr>
            <a:spLocks noChangeArrowheads="1"/>
          </p:cNvSpPr>
          <p:nvPr/>
        </p:nvSpPr>
        <p:spPr bwMode="auto">
          <a:xfrm>
            <a:off x="1101898" y="91197"/>
            <a:ext cx="323248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Gray To Binary Conversion:</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      </a:t>
            </a:r>
          </a:p>
        </p:txBody>
      </p:sp>
    </p:spTree>
    <p:extLst>
      <p:ext uri="{BB962C8B-B14F-4D97-AF65-F5344CB8AC3E}">
        <p14:creationId xmlns:p14="http://schemas.microsoft.com/office/powerpoint/2010/main" val="37586884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descr="g_0">
            <a:extLst>
              <a:ext uri="{FF2B5EF4-FFF2-40B4-BE49-F238E27FC236}">
                <a16:creationId xmlns:a16="http://schemas.microsoft.com/office/drawing/2014/main" id="{D92DE441-9F58-4060-8884-5469CE0609E3}"/>
              </a:ext>
            </a:extLst>
          </p:cNvPr>
          <p:cNvSpPr>
            <a:spLocks noChangeAspect="1" noChangeArrowheads="1"/>
          </p:cNvSpPr>
          <p:nvPr/>
        </p:nvSpPr>
        <p:spPr bwMode="auto">
          <a:xfrm>
            <a:off x="719138" y="-5753100"/>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g_1">
            <a:extLst>
              <a:ext uri="{FF2B5EF4-FFF2-40B4-BE49-F238E27FC236}">
                <a16:creationId xmlns:a16="http://schemas.microsoft.com/office/drawing/2014/main" id="{1B6F52C2-8353-4B42-8609-095B99866493}"/>
              </a:ext>
            </a:extLst>
          </p:cNvPr>
          <p:cNvSpPr>
            <a:spLocks noChangeAspect="1" noChangeArrowheads="1"/>
          </p:cNvSpPr>
          <p:nvPr/>
        </p:nvSpPr>
        <p:spPr bwMode="auto">
          <a:xfrm>
            <a:off x="719138" y="-3162300"/>
            <a:ext cx="209550"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AutoShape 6" descr="g_2">
            <a:extLst>
              <a:ext uri="{FF2B5EF4-FFF2-40B4-BE49-F238E27FC236}">
                <a16:creationId xmlns:a16="http://schemas.microsoft.com/office/drawing/2014/main" id="{9185B254-5866-47B9-8DFA-539CDC8BE96B}"/>
              </a:ext>
            </a:extLst>
          </p:cNvPr>
          <p:cNvSpPr>
            <a:spLocks noChangeAspect="1" noChangeArrowheads="1"/>
          </p:cNvSpPr>
          <p:nvPr/>
        </p:nvSpPr>
        <p:spPr bwMode="auto">
          <a:xfrm>
            <a:off x="719138" y="-587375"/>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AutoShape 8" descr="g_3">
            <a:extLst>
              <a:ext uri="{FF2B5EF4-FFF2-40B4-BE49-F238E27FC236}">
                <a16:creationId xmlns:a16="http://schemas.microsoft.com/office/drawing/2014/main" id="{52E801C0-B0D5-47F0-A12E-5E2F345B8B36}"/>
              </a:ext>
            </a:extLst>
          </p:cNvPr>
          <p:cNvSpPr>
            <a:spLocks noChangeAspect="1" noChangeArrowheads="1"/>
          </p:cNvSpPr>
          <p:nvPr/>
        </p:nvSpPr>
        <p:spPr bwMode="auto">
          <a:xfrm>
            <a:off x="719138" y="1958975"/>
            <a:ext cx="219075" cy="1619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10" descr=" g_0 = b_0b_1^\prime + b_1b_0^\prime = b_0 \oplus b_1\\ g_1 = b_2b_1^\prime + b_1b_2^\prime = b_1 \oplus b_2\\ g_2 = b_2b_3^\prime + b_3b_2^\prime = b_2 \oplus b_3\\ g_3 = b_3 ">
            <a:extLst>
              <a:ext uri="{FF2B5EF4-FFF2-40B4-BE49-F238E27FC236}">
                <a16:creationId xmlns:a16="http://schemas.microsoft.com/office/drawing/2014/main" id="{4F5451E5-590C-4B7D-83D5-0B9C7204B218}"/>
              </a:ext>
            </a:extLst>
          </p:cNvPr>
          <p:cNvSpPr>
            <a:spLocks noChangeAspect="1" noChangeArrowheads="1"/>
          </p:cNvSpPr>
          <p:nvPr/>
        </p:nvSpPr>
        <p:spPr bwMode="auto">
          <a:xfrm>
            <a:off x="69850" y="4625975"/>
            <a:ext cx="2800350" cy="11811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01F64E94-071D-436D-ABA4-4036389387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9477" y="886265"/>
            <a:ext cx="7807569" cy="4670473"/>
          </a:xfrm>
          <a:prstGeom prst="rect">
            <a:avLst/>
          </a:prstGeom>
        </p:spPr>
      </p:pic>
    </p:spTree>
    <p:extLst>
      <p:ext uri="{BB962C8B-B14F-4D97-AF65-F5344CB8AC3E}">
        <p14:creationId xmlns:p14="http://schemas.microsoft.com/office/powerpoint/2010/main" val="408200250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17860C-9F92-4EBB-82E4-AF4BE5A21EC2}"/>
              </a:ext>
            </a:extLst>
          </p:cNvPr>
          <p:cNvSpPr txBox="1"/>
          <p:nvPr/>
        </p:nvSpPr>
        <p:spPr>
          <a:xfrm>
            <a:off x="207498" y="304252"/>
            <a:ext cx="6098344" cy="369332"/>
          </a:xfrm>
          <a:prstGeom prst="rect">
            <a:avLst/>
          </a:prstGeom>
          <a:noFill/>
        </p:spPr>
        <p:txBody>
          <a:bodyPr wrap="square">
            <a:spAutoFit/>
          </a:bodyPr>
          <a:lstStyle/>
          <a:p>
            <a:r>
              <a:rPr lang="en-GB" sz="1800" b="1" dirty="0"/>
              <a:t>8 4 -2 -1 code to </a:t>
            </a:r>
            <a:r>
              <a:rPr lang="en-GB" b="1" dirty="0"/>
              <a:t>BCD Converter</a:t>
            </a:r>
            <a:endParaRPr lang="en-IN" dirty="0"/>
          </a:p>
        </p:txBody>
      </p:sp>
      <p:graphicFrame>
        <p:nvGraphicFramePr>
          <p:cNvPr id="2" name="Table 1">
            <a:extLst>
              <a:ext uri="{FF2B5EF4-FFF2-40B4-BE49-F238E27FC236}">
                <a16:creationId xmlns:a16="http://schemas.microsoft.com/office/drawing/2014/main" id="{A335BD6F-A412-4CF8-8BA0-E45F6B99C99C}"/>
              </a:ext>
            </a:extLst>
          </p:cNvPr>
          <p:cNvGraphicFramePr>
            <a:graphicFrameLocks noGrp="1"/>
          </p:cNvGraphicFramePr>
          <p:nvPr>
            <p:extLst>
              <p:ext uri="{D42A27DB-BD31-4B8C-83A1-F6EECF244321}">
                <p14:modId xmlns:p14="http://schemas.microsoft.com/office/powerpoint/2010/main" val="386920015"/>
              </p:ext>
            </p:extLst>
          </p:nvPr>
        </p:nvGraphicFramePr>
        <p:xfrm>
          <a:off x="1208525" y="862510"/>
          <a:ext cx="4354600" cy="5506572"/>
        </p:xfrm>
        <a:graphic>
          <a:graphicData uri="http://schemas.openxmlformats.org/drawingml/2006/table">
            <a:tbl>
              <a:tblPr/>
              <a:tblGrid>
                <a:gridCol w="2177300">
                  <a:extLst>
                    <a:ext uri="{9D8B030D-6E8A-4147-A177-3AD203B41FA5}">
                      <a16:colId xmlns:a16="http://schemas.microsoft.com/office/drawing/2014/main" val="1716925249"/>
                    </a:ext>
                  </a:extLst>
                </a:gridCol>
                <a:gridCol w="2177300">
                  <a:extLst>
                    <a:ext uri="{9D8B030D-6E8A-4147-A177-3AD203B41FA5}">
                      <a16:colId xmlns:a16="http://schemas.microsoft.com/office/drawing/2014/main" val="547231929"/>
                    </a:ext>
                  </a:extLst>
                </a:gridCol>
              </a:tblGrid>
              <a:tr h="709626">
                <a:tc>
                  <a:txBody>
                    <a:bodyPr/>
                    <a:lstStyle/>
                    <a:p>
                      <a:pPr algn="ctr" fontAlgn="t"/>
                      <a:r>
                        <a:rPr lang="en-IN" sz="1600" b="1" dirty="0">
                          <a:effectLst/>
                        </a:rPr>
                        <a:t>Decimal Digit</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a:txBody>
                    <a:bodyPr/>
                    <a:lstStyle/>
                    <a:p>
                      <a:pPr algn="ctr" fontAlgn="t"/>
                      <a:r>
                        <a:rPr lang="en-IN" sz="1600" b="1" dirty="0">
                          <a:effectLst/>
                        </a:rPr>
                        <a:t>84-2-1 Code</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958875823"/>
                  </a:ext>
                </a:extLst>
              </a:tr>
              <a:tr h="436086">
                <a:tc>
                  <a:txBody>
                    <a:bodyPr/>
                    <a:lstStyle/>
                    <a:p>
                      <a:pPr algn="ctr" fontAlgn="t"/>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GB" sz="1600" dirty="0">
                          <a:effectLst/>
                        </a:rPr>
                        <a:t>A B C D</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03201640"/>
                  </a:ext>
                </a:extLst>
              </a:tr>
              <a:tr h="436086">
                <a:tc>
                  <a:txBody>
                    <a:bodyPr/>
                    <a:lstStyle/>
                    <a:p>
                      <a:pPr algn="ctr" fontAlgn="t"/>
                      <a:r>
                        <a:rPr lang="en-IN" sz="1600" dirty="0">
                          <a:effectLst/>
                        </a:rPr>
                        <a:t>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0 0  0   0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7697539"/>
                  </a:ext>
                </a:extLst>
              </a:tr>
              <a:tr h="436086">
                <a:tc>
                  <a:txBody>
                    <a:bodyPr/>
                    <a:lstStyle/>
                    <a:p>
                      <a:pPr algn="ctr" fontAlgn="t"/>
                      <a:r>
                        <a:rPr lang="en-IN" sz="1600">
                          <a:effectLst/>
                        </a:rPr>
                        <a:t>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0  1  1  1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0582217"/>
                  </a:ext>
                </a:extLst>
              </a:tr>
              <a:tr h="436086">
                <a:tc>
                  <a:txBody>
                    <a:bodyPr/>
                    <a:lstStyle/>
                    <a:p>
                      <a:pPr algn="ctr" fontAlgn="t"/>
                      <a:r>
                        <a:rPr lang="en-IN" sz="1600">
                          <a:effectLst/>
                        </a:rPr>
                        <a:t>2</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0  1  1  0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13748296"/>
                  </a:ext>
                </a:extLst>
              </a:tr>
              <a:tr h="436086">
                <a:tc>
                  <a:txBody>
                    <a:bodyPr/>
                    <a:lstStyle/>
                    <a:p>
                      <a:pPr algn="ctr" fontAlgn="t"/>
                      <a:r>
                        <a:rPr lang="en-IN" sz="1600">
                          <a:effectLst/>
                        </a:rPr>
                        <a:t>3</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0  1  0  1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55628917"/>
                  </a:ext>
                </a:extLst>
              </a:tr>
              <a:tr h="436086">
                <a:tc>
                  <a:txBody>
                    <a:bodyPr/>
                    <a:lstStyle/>
                    <a:p>
                      <a:pPr algn="ctr" fontAlgn="t"/>
                      <a:r>
                        <a:rPr lang="en-IN" sz="1600">
                          <a:effectLst/>
                        </a:rPr>
                        <a:t>4</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0  1  0 0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72675738"/>
                  </a:ext>
                </a:extLst>
              </a:tr>
              <a:tr h="436086">
                <a:tc>
                  <a:txBody>
                    <a:bodyPr/>
                    <a:lstStyle/>
                    <a:p>
                      <a:pPr algn="ctr" fontAlgn="t"/>
                      <a:r>
                        <a:rPr lang="en-IN" sz="1600">
                          <a:effectLst/>
                        </a:rPr>
                        <a:t>5</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1  0  1  1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86532059"/>
                  </a:ext>
                </a:extLst>
              </a:tr>
              <a:tr h="436086">
                <a:tc>
                  <a:txBody>
                    <a:bodyPr/>
                    <a:lstStyle/>
                    <a:p>
                      <a:pPr algn="ctr" fontAlgn="t"/>
                      <a:r>
                        <a:rPr lang="en-IN" sz="1600">
                          <a:effectLst/>
                        </a:rPr>
                        <a:t>6</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1  0  1  0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67167906"/>
                  </a:ext>
                </a:extLst>
              </a:tr>
              <a:tr h="436086">
                <a:tc>
                  <a:txBody>
                    <a:bodyPr/>
                    <a:lstStyle/>
                    <a:p>
                      <a:pPr algn="ctr" fontAlgn="t"/>
                      <a:r>
                        <a:rPr lang="en-IN" sz="1600">
                          <a:effectLst/>
                        </a:rPr>
                        <a:t>7</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1  0  0  1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77065695"/>
                  </a:ext>
                </a:extLst>
              </a:tr>
              <a:tr h="436086">
                <a:tc>
                  <a:txBody>
                    <a:bodyPr/>
                    <a:lstStyle/>
                    <a:p>
                      <a:pPr algn="ctr" fontAlgn="t"/>
                      <a:r>
                        <a:rPr lang="en-IN" sz="1600">
                          <a:effectLst/>
                        </a:rPr>
                        <a:t>8</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1  0  0  0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5256574"/>
                  </a:ext>
                </a:extLst>
              </a:tr>
              <a:tr h="436086">
                <a:tc>
                  <a:txBody>
                    <a:bodyPr/>
                    <a:lstStyle/>
                    <a:p>
                      <a:pPr algn="ctr" fontAlgn="t"/>
                      <a:r>
                        <a:rPr lang="en-IN" sz="1600">
                          <a:effectLst/>
                        </a:rPr>
                        <a:t>9</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fontAlgn="t"/>
                      <a:r>
                        <a:rPr lang="en-IN" sz="1600" dirty="0">
                          <a:effectLst/>
                        </a:rPr>
                        <a:t>1  1  1  1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35741679"/>
                  </a:ext>
                </a:extLst>
              </a:tr>
            </a:tbl>
          </a:graphicData>
        </a:graphic>
      </p:graphicFrame>
      <p:graphicFrame>
        <p:nvGraphicFramePr>
          <p:cNvPr id="3" name="Table 2">
            <a:extLst>
              <a:ext uri="{FF2B5EF4-FFF2-40B4-BE49-F238E27FC236}">
                <a16:creationId xmlns:a16="http://schemas.microsoft.com/office/drawing/2014/main" id="{6B92E5C1-DDA9-4807-8F8C-E1A799FAA25B}"/>
              </a:ext>
            </a:extLst>
          </p:cNvPr>
          <p:cNvGraphicFramePr>
            <a:graphicFrameLocks noGrp="1"/>
          </p:cNvGraphicFramePr>
          <p:nvPr>
            <p:extLst>
              <p:ext uri="{D42A27DB-BD31-4B8C-83A1-F6EECF244321}">
                <p14:modId xmlns:p14="http://schemas.microsoft.com/office/powerpoint/2010/main" val="2875790467"/>
              </p:ext>
            </p:extLst>
          </p:nvPr>
        </p:nvGraphicFramePr>
        <p:xfrm>
          <a:off x="5540227" y="862510"/>
          <a:ext cx="2177300" cy="5506572"/>
        </p:xfrm>
        <a:graphic>
          <a:graphicData uri="http://schemas.openxmlformats.org/drawingml/2006/table">
            <a:tbl>
              <a:tblPr/>
              <a:tblGrid>
                <a:gridCol w="2177300">
                  <a:extLst>
                    <a:ext uri="{9D8B030D-6E8A-4147-A177-3AD203B41FA5}">
                      <a16:colId xmlns:a16="http://schemas.microsoft.com/office/drawing/2014/main" val="3674715761"/>
                    </a:ext>
                  </a:extLst>
                </a:gridCol>
              </a:tblGrid>
              <a:tr h="709626">
                <a:tc>
                  <a:txBody>
                    <a:bodyPr/>
                    <a:lstStyle/>
                    <a:p>
                      <a:pPr algn="ctr" fontAlgn="t"/>
                      <a:r>
                        <a:rPr lang="en-IN" sz="1600" b="1" dirty="0">
                          <a:effectLst/>
                        </a:rPr>
                        <a:t>8421 Code</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985054862"/>
                  </a:ext>
                </a:extLst>
              </a:tr>
              <a:tr h="436086">
                <a:tc>
                  <a:txBody>
                    <a:bodyPr/>
                    <a:lstStyle/>
                    <a:p>
                      <a:pPr algn="ctr" fontAlgn="t"/>
                      <a:r>
                        <a:rPr lang="en-GB" sz="1600" dirty="0">
                          <a:effectLst/>
                        </a:rPr>
                        <a:t>P Q R S</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79241622"/>
                  </a:ext>
                </a:extLst>
              </a:tr>
              <a:tr h="436086">
                <a:tc>
                  <a:txBody>
                    <a:bodyPr/>
                    <a:lstStyle/>
                    <a:p>
                      <a:pPr algn="ctr" fontAlgn="t"/>
                      <a:r>
                        <a:rPr lang="en-IN" sz="1600" dirty="0">
                          <a:effectLst/>
                        </a:rPr>
                        <a:t>0  0  0  0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73713786"/>
                  </a:ext>
                </a:extLst>
              </a:tr>
              <a:tr h="436086">
                <a:tc>
                  <a:txBody>
                    <a:bodyPr/>
                    <a:lstStyle/>
                    <a:p>
                      <a:pPr algn="ctr" fontAlgn="t"/>
                      <a:r>
                        <a:rPr lang="en-IN" sz="1600" dirty="0">
                          <a:effectLst/>
                        </a:rPr>
                        <a:t>0  0  0  1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23969627"/>
                  </a:ext>
                </a:extLst>
              </a:tr>
              <a:tr h="436086">
                <a:tc>
                  <a:txBody>
                    <a:bodyPr/>
                    <a:lstStyle/>
                    <a:p>
                      <a:pPr algn="ctr" fontAlgn="t"/>
                      <a:r>
                        <a:rPr lang="en-IN" sz="1600" dirty="0">
                          <a:effectLst/>
                        </a:rPr>
                        <a:t>0  0  1  0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39398329"/>
                  </a:ext>
                </a:extLst>
              </a:tr>
              <a:tr h="436086">
                <a:tc>
                  <a:txBody>
                    <a:bodyPr/>
                    <a:lstStyle/>
                    <a:p>
                      <a:pPr algn="ctr" fontAlgn="t"/>
                      <a:r>
                        <a:rPr lang="en-IN" sz="1600" dirty="0">
                          <a:effectLst/>
                        </a:rPr>
                        <a:t>0  0  1  1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02807328"/>
                  </a:ext>
                </a:extLst>
              </a:tr>
              <a:tr h="436086">
                <a:tc>
                  <a:txBody>
                    <a:bodyPr/>
                    <a:lstStyle/>
                    <a:p>
                      <a:pPr algn="ctr" fontAlgn="t"/>
                      <a:r>
                        <a:rPr lang="en-IN" sz="1600" dirty="0">
                          <a:effectLst/>
                        </a:rPr>
                        <a:t>0  1  0  0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85245032"/>
                  </a:ext>
                </a:extLst>
              </a:tr>
              <a:tr h="436086">
                <a:tc>
                  <a:txBody>
                    <a:bodyPr/>
                    <a:lstStyle/>
                    <a:p>
                      <a:pPr algn="ctr" fontAlgn="t"/>
                      <a:r>
                        <a:rPr lang="en-IN" sz="1600" dirty="0">
                          <a:effectLst/>
                        </a:rPr>
                        <a:t>0  1  0  1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2670308"/>
                  </a:ext>
                </a:extLst>
              </a:tr>
              <a:tr h="436086">
                <a:tc>
                  <a:txBody>
                    <a:bodyPr/>
                    <a:lstStyle/>
                    <a:p>
                      <a:pPr algn="ctr" fontAlgn="t"/>
                      <a:r>
                        <a:rPr lang="en-IN" sz="1600" dirty="0">
                          <a:effectLst/>
                        </a:rPr>
                        <a:t>0   1  1 0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53994463"/>
                  </a:ext>
                </a:extLst>
              </a:tr>
              <a:tr h="436086">
                <a:tc>
                  <a:txBody>
                    <a:bodyPr/>
                    <a:lstStyle/>
                    <a:p>
                      <a:pPr algn="ctr" fontAlgn="t"/>
                      <a:r>
                        <a:rPr lang="en-IN" sz="1600" dirty="0">
                          <a:effectLst/>
                        </a:rPr>
                        <a:t>0  1   1  1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39699828"/>
                  </a:ext>
                </a:extLst>
              </a:tr>
              <a:tr h="436086">
                <a:tc>
                  <a:txBody>
                    <a:bodyPr/>
                    <a:lstStyle/>
                    <a:p>
                      <a:pPr algn="ctr" fontAlgn="t"/>
                      <a:r>
                        <a:rPr lang="en-IN" sz="1600" dirty="0">
                          <a:effectLst/>
                        </a:rPr>
                        <a:t>1  0   0  0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43620181"/>
                  </a:ext>
                </a:extLst>
              </a:tr>
              <a:tr h="436086">
                <a:tc>
                  <a:txBody>
                    <a:bodyPr/>
                    <a:lstStyle/>
                    <a:p>
                      <a:pPr algn="ctr" fontAlgn="t"/>
                      <a:r>
                        <a:rPr lang="en-IN" sz="1600" dirty="0">
                          <a:effectLst/>
                        </a:rPr>
                        <a:t>1   0  0   1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54259877"/>
                  </a:ext>
                </a:extLst>
              </a:tr>
            </a:tbl>
          </a:graphicData>
        </a:graphic>
      </p:graphicFrame>
    </p:spTree>
    <p:extLst>
      <p:ext uri="{BB962C8B-B14F-4D97-AF65-F5344CB8AC3E}">
        <p14:creationId xmlns:p14="http://schemas.microsoft.com/office/powerpoint/2010/main" val="42800962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17860C-9F92-4EBB-82E4-AF4BE5A21EC2}"/>
              </a:ext>
            </a:extLst>
          </p:cNvPr>
          <p:cNvSpPr txBox="1"/>
          <p:nvPr/>
        </p:nvSpPr>
        <p:spPr>
          <a:xfrm>
            <a:off x="207498" y="304252"/>
            <a:ext cx="6098344" cy="369332"/>
          </a:xfrm>
          <a:prstGeom prst="rect">
            <a:avLst/>
          </a:prstGeom>
          <a:noFill/>
        </p:spPr>
        <p:txBody>
          <a:bodyPr wrap="square">
            <a:spAutoFit/>
          </a:bodyPr>
          <a:lstStyle/>
          <a:p>
            <a:r>
              <a:rPr lang="en-GB" sz="1800" b="1" dirty="0"/>
              <a:t> BCD(8 4 2 1) to 8 4 -2 -1 code Converter </a:t>
            </a:r>
            <a:endParaRPr lang="en-IN" dirty="0"/>
          </a:p>
        </p:txBody>
      </p:sp>
      <p:graphicFrame>
        <p:nvGraphicFramePr>
          <p:cNvPr id="2" name="Table 1">
            <a:extLst>
              <a:ext uri="{FF2B5EF4-FFF2-40B4-BE49-F238E27FC236}">
                <a16:creationId xmlns:a16="http://schemas.microsoft.com/office/drawing/2014/main" id="{A335BD6F-A412-4CF8-8BA0-E45F6B99C99C}"/>
              </a:ext>
            </a:extLst>
          </p:cNvPr>
          <p:cNvGraphicFramePr>
            <a:graphicFrameLocks noGrp="1"/>
          </p:cNvGraphicFramePr>
          <p:nvPr>
            <p:extLst>
              <p:ext uri="{D42A27DB-BD31-4B8C-83A1-F6EECF244321}">
                <p14:modId xmlns:p14="http://schemas.microsoft.com/office/powerpoint/2010/main" val="850834486"/>
              </p:ext>
            </p:extLst>
          </p:nvPr>
        </p:nvGraphicFramePr>
        <p:xfrm>
          <a:off x="1208525" y="862510"/>
          <a:ext cx="2177300" cy="5506572"/>
        </p:xfrm>
        <a:graphic>
          <a:graphicData uri="http://schemas.openxmlformats.org/drawingml/2006/table">
            <a:tbl>
              <a:tblPr/>
              <a:tblGrid>
                <a:gridCol w="2177300">
                  <a:extLst>
                    <a:ext uri="{9D8B030D-6E8A-4147-A177-3AD203B41FA5}">
                      <a16:colId xmlns:a16="http://schemas.microsoft.com/office/drawing/2014/main" val="1716925249"/>
                    </a:ext>
                  </a:extLst>
                </a:gridCol>
              </a:tblGrid>
              <a:tr h="709626">
                <a:tc>
                  <a:txBody>
                    <a:bodyPr/>
                    <a:lstStyle/>
                    <a:p>
                      <a:pPr algn="ctr" fontAlgn="t"/>
                      <a:r>
                        <a:rPr lang="en-IN" sz="1600" b="1" dirty="0">
                          <a:effectLst/>
                        </a:rPr>
                        <a:t>Decimal Digit</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958875823"/>
                  </a:ext>
                </a:extLst>
              </a:tr>
              <a:tr h="436086">
                <a:tc>
                  <a:txBody>
                    <a:bodyPr/>
                    <a:lstStyle/>
                    <a:p>
                      <a:pPr algn="ctr" fontAlgn="t"/>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03201640"/>
                  </a:ext>
                </a:extLst>
              </a:tr>
              <a:tr h="436086">
                <a:tc>
                  <a:txBody>
                    <a:bodyPr/>
                    <a:lstStyle/>
                    <a:p>
                      <a:pPr algn="ctr" fontAlgn="t"/>
                      <a:r>
                        <a:rPr lang="en-IN" sz="1600" dirty="0">
                          <a:effectLst/>
                        </a:rPr>
                        <a:t>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7697539"/>
                  </a:ext>
                </a:extLst>
              </a:tr>
              <a:tr h="436086">
                <a:tc>
                  <a:txBody>
                    <a:bodyPr/>
                    <a:lstStyle/>
                    <a:p>
                      <a:pPr algn="ctr" fontAlgn="t"/>
                      <a:r>
                        <a:rPr lang="en-IN" sz="1600">
                          <a:effectLst/>
                        </a:rPr>
                        <a:t>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0582217"/>
                  </a:ext>
                </a:extLst>
              </a:tr>
              <a:tr h="436086">
                <a:tc>
                  <a:txBody>
                    <a:bodyPr/>
                    <a:lstStyle/>
                    <a:p>
                      <a:pPr algn="ctr" fontAlgn="t"/>
                      <a:r>
                        <a:rPr lang="en-IN" sz="1600">
                          <a:effectLst/>
                        </a:rPr>
                        <a:t>2</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13748296"/>
                  </a:ext>
                </a:extLst>
              </a:tr>
              <a:tr h="436086">
                <a:tc>
                  <a:txBody>
                    <a:bodyPr/>
                    <a:lstStyle/>
                    <a:p>
                      <a:pPr algn="ctr" fontAlgn="t"/>
                      <a:r>
                        <a:rPr lang="en-IN" sz="1600">
                          <a:effectLst/>
                        </a:rPr>
                        <a:t>3</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55628917"/>
                  </a:ext>
                </a:extLst>
              </a:tr>
              <a:tr h="436086">
                <a:tc>
                  <a:txBody>
                    <a:bodyPr/>
                    <a:lstStyle/>
                    <a:p>
                      <a:pPr algn="ctr" fontAlgn="t"/>
                      <a:r>
                        <a:rPr lang="en-IN" sz="1600">
                          <a:effectLst/>
                        </a:rPr>
                        <a:t>4</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72675738"/>
                  </a:ext>
                </a:extLst>
              </a:tr>
              <a:tr h="436086">
                <a:tc>
                  <a:txBody>
                    <a:bodyPr/>
                    <a:lstStyle/>
                    <a:p>
                      <a:pPr algn="ctr" fontAlgn="t"/>
                      <a:r>
                        <a:rPr lang="en-IN" sz="1600">
                          <a:effectLst/>
                        </a:rPr>
                        <a:t>5</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86532059"/>
                  </a:ext>
                </a:extLst>
              </a:tr>
              <a:tr h="436086">
                <a:tc>
                  <a:txBody>
                    <a:bodyPr/>
                    <a:lstStyle/>
                    <a:p>
                      <a:pPr algn="ctr" fontAlgn="t"/>
                      <a:r>
                        <a:rPr lang="en-IN" sz="1600">
                          <a:effectLst/>
                        </a:rPr>
                        <a:t>6</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67167906"/>
                  </a:ext>
                </a:extLst>
              </a:tr>
              <a:tr h="436086">
                <a:tc>
                  <a:txBody>
                    <a:bodyPr/>
                    <a:lstStyle/>
                    <a:p>
                      <a:pPr algn="ctr" fontAlgn="t"/>
                      <a:r>
                        <a:rPr lang="en-IN" sz="1600">
                          <a:effectLst/>
                        </a:rPr>
                        <a:t>7</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77065695"/>
                  </a:ext>
                </a:extLst>
              </a:tr>
              <a:tr h="436086">
                <a:tc>
                  <a:txBody>
                    <a:bodyPr/>
                    <a:lstStyle/>
                    <a:p>
                      <a:pPr algn="ctr" fontAlgn="t"/>
                      <a:r>
                        <a:rPr lang="en-IN" sz="1600">
                          <a:effectLst/>
                        </a:rPr>
                        <a:t>8</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5256574"/>
                  </a:ext>
                </a:extLst>
              </a:tr>
              <a:tr h="436086">
                <a:tc>
                  <a:txBody>
                    <a:bodyPr/>
                    <a:lstStyle/>
                    <a:p>
                      <a:pPr algn="ctr" fontAlgn="t"/>
                      <a:r>
                        <a:rPr lang="en-IN" sz="1600" dirty="0">
                          <a:effectLst/>
                        </a:rPr>
                        <a:t>9</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35741679"/>
                  </a:ext>
                </a:extLst>
              </a:tr>
            </a:tbl>
          </a:graphicData>
        </a:graphic>
      </p:graphicFrame>
      <p:graphicFrame>
        <p:nvGraphicFramePr>
          <p:cNvPr id="3" name="Table 2">
            <a:extLst>
              <a:ext uri="{FF2B5EF4-FFF2-40B4-BE49-F238E27FC236}">
                <a16:creationId xmlns:a16="http://schemas.microsoft.com/office/drawing/2014/main" id="{6B92E5C1-DDA9-4807-8F8C-E1A799FAA25B}"/>
              </a:ext>
            </a:extLst>
          </p:cNvPr>
          <p:cNvGraphicFramePr>
            <a:graphicFrameLocks noGrp="1"/>
          </p:cNvGraphicFramePr>
          <p:nvPr>
            <p:extLst>
              <p:ext uri="{D42A27DB-BD31-4B8C-83A1-F6EECF244321}">
                <p14:modId xmlns:p14="http://schemas.microsoft.com/office/powerpoint/2010/main" val="4267975167"/>
              </p:ext>
            </p:extLst>
          </p:nvPr>
        </p:nvGraphicFramePr>
        <p:xfrm>
          <a:off x="3385825" y="862510"/>
          <a:ext cx="2177300" cy="5506572"/>
        </p:xfrm>
        <a:graphic>
          <a:graphicData uri="http://schemas.openxmlformats.org/drawingml/2006/table">
            <a:tbl>
              <a:tblPr/>
              <a:tblGrid>
                <a:gridCol w="2177300">
                  <a:extLst>
                    <a:ext uri="{9D8B030D-6E8A-4147-A177-3AD203B41FA5}">
                      <a16:colId xmlns:a16="http://schemas.microsoft.com/office/drawing/2014/main" val="3674715761"/>
                    </a:ext>
                  </a:extLst>
                </a:gridCol>
              </a:tblGrid>
              <a:tr h="709626">
                <a:tc>
                  <a:txBody>
                    <a:bodyPr/>
                    <a:lstStyle/>
                    <a:p>
                      <a:pPr algn="ctr" fontAlgn="t"/>
                      <a:r>
                        <a:rPr lang="en-IN" sz="1600" b="1" dirty="0">
                          <a:effectLst/>
                        </a:rPr>
                        <a:t>8421(BCD) Code</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985054862"/>
                  </a:ext>
                </a:extLst>
              </a:tr>
              <a:tr h="436086">
                <a:tc>
                  <a:txBody>
                    <a:bodyPr/>
                    <a:lstStyle/>
                    <a:p>
                      <a:pPr algn="ctr" fontAlgn="t"/>
                      <a:r>
                        <a:rPr lang="en-GB" sz="1600" dirty="0">
                          <a:effectLst/>
                        </a:rPr>
                        <a:t>P Q R S</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79241622"/>
                  </a:ext>
                </a:extLst>
              </a:tr>
              <a:tr h="436086">
                <a:tc>
                  <a:txBody>
                    <a:bodyPr/>
                    <a:lstStyle/>
                    <a:p>
                      <a:pPr algn="ctr" fontAlgn="t"/>
                      <a:r>
                        <a:rPr lang="en-IN" sz="1600" dirty="0">
                          <a:effectLst/>
                        </a:rPr>
                        <a:t>0  0  0  0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73713786"/>
                  </a:ext>
                </a:extLst>
              </a:tr>
              <a:tr h="436086">
                <a:tc>
                  <a:txBody>
                    <a:bodyPr/>
                    <a:lstStyle/>
                    <a:p>
                      <a:pPr algn="ctr" fontAlgn="t"/>
                      <a:r>
                        <a:rPr lang="en-IN" sz="1600" dirty="0">
                          <a:effectLst/>
                        </a:rPr>
                        <a:t>0  0  0  1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23969627"/>
                  </a:ext>
                </a:extLst>
              </a:tr>
              <a:tr h="436086">
                <a:tc>
                  <a:txBody>
                    <a:bodyPr/>
                    <a:lstStyle/>
                    <a:p>
                      <a:pPr algn="ctr" fontAlgn="t"/>
                      <a:r>
                        <a:rPr lang="en-IN" sz="1600" dirty="0">
                          <a:effectLst/>
                        </a:rPr>
                        <a:t>0  0  1  0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39398329"/>
                  </a:ext>
                </a:extLst>
              </a:tr>
              <a:tr h="436086">
                <a:tc>
                  <a:txBody>
                    <a:bodyPr/>
                    <a:lstStyle/>
                    <a:p>
                      <a:pPr algn="ctr" fontAlgn="t"/>
                      <a:r>
                        <a:rPr lang="en-IN" sz="1600" dirty="0">
                          <a:effectLst/>
                        </a:rPr>
                        <a:t>0  0  1  1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02807328"/>
                  </a:ext>
                </a:extLst>
              </a:tr>
              <a:tr h="436086">
                <a:tc>
                  <a:txBody>
                    <a:bodyPr/>
                    <a:lstStyle/>
                    <a:p>
                      <a:pPr algn="ctr" fontAlgn="t"/>
                      <a:r>
                        <a:rPr lang="en-IN" sz="1600" dirty="0">
                          <a:effectLst/>
                        </a:rPr>
                        <a:t>0  1  0  0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85245032"/>
                  </a:ext>
                </a:extLst>
              </a:tr>
              <a:tr h="436086">
                <a:tc>
                  <a:txBody>
                    <a:bodyPr/>
                    <a:lstStyle/>
                    <a:p>
                      <a:pPr algn="ctr" fontAlgn="t"/>
                      <a:r>
                        <a:rPr lang="en-IN" sz="1600" dirty="0">
                          <a:effectLst/>
                        </a:rPr>
                        <a:t>0  1  0  1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2670308"/>
                  </a:ext>
                </a:extLst>
              </a:tr>
              <a:tr h="436086">
                <a:tc>
                  <a:txBody>
                    <a:bodyPr/>
                    <a:lstStyle/>
                    <a:p>
                      <a:pPr algn="ctr" fontAlgn="t"/>
                      <a:r>
                        <a:rPr lang="en-IN" sz="1600" dirty="0">
                          <a:effectLst/>
                        </a:rPr>
                        <a:t>0   1  1 0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53994463"/>
                  </a:ext>
                </a:extLst>
              </a:tr>
              <a:tr h="436086">
                <a:tc>
                  <a:txBody>
                    <a:bodyPr/>
                    <a:lstStyle/>
                    <a:p>
                      <a:pPr algn="ctr" fontAlgn="t"/>
                      <a:r>
                        <a:rPr lang="en-IN" sz="1600" dirty="0">
                          <a:effectLst/>
                        </a:rPr>
                        <a:t>0  1   1  1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39699828"/>
                  </a:ext>
                </a:extLst>
              </a:tr>
              <a:tr h="436086">
                <a:tc>
                  <a:txBody>
                    <a:bodyPr/>
                    <a:lstStyle/>
                    <a:p>
                      <a:pPr algn="ctr" fontAlgn="t"/>
                      <a:r>
                        <a:rPr lang="en-IN" sz="1600" dirty="0">
                          <a:effectLst/>
                        </a:rPr>
                        <a:t>1  0   0  0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43620181"/>
                  </a:ext>
                </a:extLst>
              </a:tr>
              <a:tr h="436086">
                <a:tc>
                  <a:txBody>
                    <a:bodyPr/>
                    <a:lstStyle/>
                    <a:p>
                      <a:pPr algn="ctr" fontAlgn="t"/>
                      <a:r>
                        <a:rPr lang="en-IN" sz="1600" dirty="0">
                          <a:effectLst/>
                        </a:rPr>
                        <a:t>1   0  0   1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54259877"/>
                  </a:ext>
                </a:extLst>
              </a:tr>
            </a:tbl>
          </a:graphicData>
        </a:graphic>
      </p:graphicFrame>
      <p:graphicFrame>
        <p:nvGraphicFramePr>
          <p:cNvPr id="4" name="Table 3">
            <a:extLst>
              <a:ext uri="{FF2B5EF4-FFF2-40B4-BE49-F238E27FC236}">
                <a16:creationId xmlns:a16="http://schemas.microsoft.com/office/drawing/2014/main" id="{C82EDB9F-C03C-43B0-B793-1433B460A225}"/>
              </a:ext>
            </a:extLst>
          </p:cNvPr>
          <p:cNvGraphicFramePr>
            <a:graphicFrameLocks noGrp="1"/>
          </p:cNvGraphicFramePr>
          <p:nvPr>
            <p:extLst>
              <p:ext uri="{D42A27DB-BD31-4B8C-83A1-F6EECF244321}">
                <p14:modId xmlns:p14="http://schemas.microsoft.com/office/powerpoint/2010/main" val="2561256433"/>
              </p:ext>
            </p:extLst>
          </p:nvPr>
        </p:nvGraphicFramePr>
        <p:xfrm>
          <a:off x="5563125" y="862510"/>
          <a:ext cx="2177300" cy="5506572"/>
        </p:xfrm>
        <a:graphic>
          <a:graphicData uri="http://schemas.openxmlformats.org/drawingml/2006/table">
            <a:tbl>
              <a:tblPr/>
              <a:tblGrid>
                <a:gridCol w="2177300">
                  <a:extLst>
                    <a:ext uri="{9D8B030D-6E8A-4147-A177-3AD203B41FA5}">
                      <a16:colId xmlns:a16="http://schemas.microsoft.com/office/drawing/2014/main" val="4118566063"/>
                    </a:ext>
                  </a:extLst>
                </a:gridCol>
              </a:tblGrid>
              <a:tr h="709626">
                <a:tc>
                  <a:txBody>
                    <a:bodyPr/>
                    <a:lstStyle/>
                    <a:p>
                      <a:pPr algn="ctr" fontAlgn="t"/>
                      <a:r>
                        <a:rPr lang="en-IN" sz="1600" b="1" dirty="0">
                          <a:effectLst/>
                        </a:rPr>
                        <a:t>84-2-1 Code</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97128192"/>
                  </a:ext>
                </a:extLst>
              </a:tr>
              <a:tr h="436086">
                <a:tc>
                  <a:txBody>
                    <a:bodyPr/>
                    <a:lstStyle/>
                    <a:p>
                      <a:pPr algn="ctr" fontAlgn="t"/>
                      <a:r>
                        <a:rPr lang="en-GB" sz="1600" dirty="0">
                          <a:effectLst/>
                        </a:rPr>
                        <a:t>A B C D</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59400994"/>
                  </a:ext>
                </a:extLst>
              </a:tr>
              <a:tr h="436086">
                <a:tc>
                  <a:txBody>
                    <a:bodyPr/>
                    <a:lstStyle/>
                    <a:p>
                      <a:pPr algn="ctr" fontAlgn="t"/>
                      <a:r>
                        <a:rPr lang="en-IN" sz="1600" dirty="0">
                          <a:effectLst/>
                        </a:rPr>
                        <a:t>0 0  0   0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94044575"/>
                  </a:ext>
                </a:extLst>
              </a:tr>
              <a:tr h="436086">
                <a:tc>
                  <a:txBody>
                    <a:bodyPr/>
                    <a:lstStyle/>
                    <a:p>
                      <a:pPr algn="ctr" fontAlgn="t"/>
                      <a:r>
                        <a:rPr lang="en-IN" sz="1600" dirty="0">
                          <a:effectLst/>
                        </a:rPr>
                        <a:t>0  1  1  1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28432129"/>
                  </a:ext>
                </a:extLst>
              </a:tr>
              <a:tr h="436086">
                <a:tc>
                  <a:txBody>
                    <a:bodyPr/>
                    <a:lstStyle/>
                    <a:p>
                      <a:pPr algn="ctr" fontAlgn="t"/>
                      <a:r>
                        <a:rPr lang="en-IN" sz="1600" dirty="0">
                          <a:effectLst/>
                        </a:rPr>
                        <a:t>0  1  1  0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11097388"/>
                  </a:ext>
                </a:extLst>
              </a:tr>
              <a:tr h="436086">
                <a:tc>
                  <a:txBody>
                    <a:bodyPr/>
                    <a:lstStyle/>
                    <a:p>
                      <a:pPr algn="ctr" fontAlgn="t"/>
                      <a:r>
                        <a:rPr lang="en-IN" sz="1600" dirty="0">
                          <a:effectLst/>
                        </a:rPr>
                        <a:t>0  1  0  1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75738914"/>
                  </a:ext>
                </a:extLst>
              </a:tr>
              <a:tr h="436086">
                <a:tc>
                  <a:txBody>
                    <a:bodyPr/>
                    <a:lstStyle/>
                    <a:p>
                      <a:pPr algn="ctr" fontAlgn="t"/>
                      <a:r>
                        <a:rPr lang="en-IN" sz="1600" dirty="0">
                          <a:effectLst/>
                        </a:rPr>
                        <a:t>0  1  0 0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8931532"/>
                  </a:ext>
                </a:extLst>
              </a:tr>
              <a:tr h="436086">
                <a:tc>
                  <a:txBody>
                    <a:bodyPr/>
                    <a:lstStyle/>
                    <a:p>
                      <a:pPr algn="ctr" fontAlgn="t"/>
                      <a:r>
                        <a:rPr lang="en-IN" sz="1600" dirty="0">
                          <a:effectLst/>
                        </a:rPr>
                        <a:t>1  0  1  1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4309505"/>
                  </a:ext>
                </a:extLst>
              </a:tr>
              <a:tr h="436086">
                <a:tc>
                  <a:txBody>
                    <a:bodyPr/>
                    <a:lstStyle/>
                    <a:p>
                      <a:pPr algn="ctr" fontAlgn="t"/>
                      <a:r>
                        <a:rPr lang="en-IN" sz="1600" dirty="0">
                          <a:effectLst/>
                        </a:rPr>
                        <a:t>1  0  1  0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66030553"/>
                  </a:ext>
                </a:extLst>
              </a:tr>
              <a:tr h="436086">
                <a:tc>
                  <a:txBody>
                    <a:bodyPr/>
                    <a:lstStyle/>
                    <a:p>
                      <a:pPr algn="ctr" fontAlgn="t"/>
                      <a:r>
                        <a:rPr lang="en-IN" sz="1600" dirty="0">
                          <a:effectLst/>
                        </a:rPr>
                        <a:t>1  0  0  1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14015073"/>
                  </a:ext>
                </a:extLst>
              </a:tr>
              <a:tr h="436086">
                <a:tc>
                  <a:txBody>
                    <a:bodyPr/>
                    <a:lstStyle/>
                    <a:p>
                      <a:pPr algn="ctr" fontAlgn="t"/>
                      <a:r>
                        <a:rPr lang="en-IN" sz="1600" dirty="0">
                          <a:effectLst/>
                        </a:rPr>
                        <a:t>1  0  0  0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49201265"/>
                  </a:ext>
                </a:extLst>
              </a:tr>
              <a:tr h="436086">
                <a:tc>
                  <a:txBody>
                    <a:bodyPr/>
                    <a:lstStyle/>
                    <a:p>
                      <a:pPr algn="ctr" fontAlgn="t"/>
                      <a:r>
                        <a:rPr lang="en-IN" sz="1600" dirty="0">
                          <a:effectLst/>
                        </a:rPr>
                        <a:t>1  1  1  1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909740985"/>
                  </a:ext>
                </a:extLst>
              </a:tr>
            </a:tbl>
          </a:graphicData>
        </a:graphic>
      </p:graphicFrame>
    </p:spTree>
    <p:extLst>
      <p:ext uri="{BB962C8B-B14F-4D97-AF65-F5344CB8AC3E}">
        <p14:creationId xmlns:p14="http://schemas.microsoft.com/office/powerpoint/2010/main" val="30116108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8095E4C-C136-4A2C-BED7-33BC1745A5C9}"/>
              </a:ext>
            </a:extLst>
          </p:cNvPr>
          <p:cNvGraphicFramePr>
            <a:graphicFrameLocks noGrp="1"/>
          </p:cNvGraphicFramePr>
          <p:nvPr>
            <p:extLst>
              <p:ext uri="{D42A27DB-BD31-4B8C-83A1-F6EECF244321}">
                <p14:modId xmlns:p14="http://schemas.microsoft.com/office/powerpoint/2010/main" val="3544923012"/>
              </p:ext>
            </p:extLst>
          </p:nvPr>
        </p:nvGraphicFramePr>
        <p:xfrm>
          <a:off x="3257843" y="1122240"/>
          <a:ext cx="2177300" cy="5506572"/>
        </p:xfrm>
        <a:graphic>
          <a:graphicData uri="http://schemas.openxmlformats.org/drawingml/2006/table">
            <a:tbl>
              <a:tblPr/>
              <a:tblGrid>
                <a:gridCol w="2177300">
                  <a:extLst>
                    <a:ext uri="{9D8B030D-6E8A-4147-A177-3AD203B41FA5}">
                      <a16:colId xmlns:a16="http://schemas.microsoft.com/office/drawing/2014/main" val="391701472"/>
                    </a:ext>
                  </a:extLst>
                </a:gridCol>
              </a:tblGrid>
              <a:tr h="709626">
                <a:tc>
                  <a:txBody>
                    <a:bodyPr/>
                    <a:lstStyle/>
                    <a:p>
                      <a:pPr algn="ctr" fontAlgn="t"/>
                      <a:r>
                        <a:rPr lang="en-IN" sz="1600" b="1" dirty="0">
                          <a:effectLst/>
                        </a:rPr>
                        <a:t>2421 Code</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63667569"/>
                  </a:ext>
                </a:extLst>
              </a:tr>
              <a:tr h="436086">
                <a:tc>
                  <a:txBody>
                    <a:bodyPr/>
                    <a:lstStyle/>
                    <a:p>
                      <a:pPr algn="ctr" fontAlgn="t"/>
                      <a:r>
                        <a:rPr lang="en-GB" sz="1600" dirty="0">
                          <a:effectLst/>
                        </a:rPr>
                        <a:t>A B C D</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71347559"/>
                  </a:ext>
                </a:extLst>
              </a:tr>
              <a:tr h="436086">
                <a:tc>
                  <a:txBody>
                    <a:bodyPr/>
                    <a:lstStyle/>
                    <a:p>
                      <a:pPr algn="ctr" fontAlgn="t"/>
                      <a:r>
                        <a:rPr lang="en-IN" sz="1600" dirty="0">
                          <a:effectLst/>
                        </a:rPr>
                        <a:t>0  0  0 0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86419639"/>
                  </a:ext>
                </a:extLst>
              </a:tr>
              <a:tr h="436086">
                <a:tc>
                  <a:txBody>
                    <a:bodyPr/>
                    <a:lstStyle/>
                    <a:p>
                      <a:pPr algn="ctr" fontAlgn="t"/>
                      <a:r>
                        <a:rPr lang="en-IN" sz="1600" dirty="0">
                          <a:effectLst/>
                        </a:rPr>
                        <a:t>0  0  0  1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54968295"/>
                  </a:ext>
                </a:extLst>
              </a:tr>
              <a:tr h="436086">
                <a:tc>
                  <a:txBody>
                    <a:bodyPr/>
                    <a:lstStyle/>
                    <a:p>
                      <a:pPr algn="ctr" fontAlgn="t"/>
                      <a:r>
                        <a:rPr lang="en-IN" sz="1600" dirty="0">
                          <a:effectLst/>
                        </a:rPr>
                        <a:t>0  0  1  0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16570236"/>
                  </a:ext>
                </a:extLst>
              </a:tr>
              <a:tr h="436086">
                <a:tc>
                  <a:txBody>
                    <a:bodyPr/>
                    <a:lstStyle/>
                    <a:p>
                      <a:pPr algn="ctr" fontAlgn="t"/>
                      <a:r>
                        <a:rPr lang="en-IN" sz="1600" dirty="0">
                          <a:effectLst/>
                        </a:rPr>
                        <a:t>0  0  1  1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45879915"/>
                  </a:ext>
                </a:extLst>
              </a:tr>
              <a:tr h="436086">
                <a:tc>
                  <a:txBody>
                    <a:bodyPr/>
                    <a:lstStyle/>
                    <a:p>
                      <a:pPr algn="ctr" fontAlgn="t"/>
                      <a:r>
                        <a:rPr lang="en-IN" sz="1600" dirty="0">
                          <a:effectLst/>
                        </a:rPr>
                        <a:t>0  1  0  0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26456705"/>
                  </a:ext>
                </a:extLst>
              </a:tr>
              <a:tr h="436086">
                <a:tc>
                  <a:txBody>
                    <a:bodyPr/>
                    <a:lstStyle/>
                    <a:p>
                      <a:pPr algn="ctr" fontAlgn="t"/>
                      <a:r>
                        <a:rPr lang="en-IN" sz="1600" dirty="0">
                          <a:effectLst/>
                        </a:rPr>
                        <a:t>1  0  1  1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84539989"/>
                  </a:ext>
                </a:extLst>
              </a:tr>
              <a:tr h="436086">
                <a:tc>
                  <a:txBody>
                    <a:bodyPr/>
                    <a:lstStyle/>
                    <a:p>
                      <a:pPr algn="ctr" fontAlgn="t"/>
                      <a:r>
                        <a:rPr lang="en-IN" sz="1600" dirty="0">
                          <a:effectLst/>
                        </a:rPr>
                        <a:t>1  1  0  0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72530811"/>
                  </a:ext>
                </a:extLst>
              </a:tr>
              <a:tr h="436086">
                <a:tc>
                  <a:txBody>
                    <a:bodyPr/>
                    <a:lstStyle/>
                    <a:p>
                      <a:pPr algn="ctr" fontAlgn="t"/>
                      <a:r>
                        <a:rPr lang="en-IN" sz="1600" dirty="0">
                          <a:effectLst/>
                        </a:rPr>
                        <a:t>1  1  0  1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2454055"/>
                  </a:ext>
                </a:extLst>
              </a:tr>
              <a:tr h="436086">
                <a:tc>
                  <a:txBody>
                    <a:bodyPr/>
                    <a:lstStyle/>
                    <a:p>
                      <a:pPr algn="ctr" fontAlgn="t"/>
                      <a:r>
                        <a:rPr lang="en-IN" sz="1600" dirty="0">
                          <a:effectLst/>
                        </a:rPr>
                        <a:t>1  1  1  0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36418338"/>
                  </a:ext>
                </a:extLst>
              </a:tr>
              <a:tr h="436086">
                <a:tc>
                  <a:txBody>
                    <a:bodyPr/>
                    <a:lstStyle/>
                    <a:p>
                      <a:pPr algn="ctr" fontAlgn="t"/>
                      <a:r>
                        <a:rPr lang="en-IN" sz="1600" dirty="0">
                          <a:effectLst/>
                        </a:rPr>
                        <a:t>1  1  1  1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51516901"/>
                  </a:ext>
                </a:extLst>
              </a:tr>
            </a:tbl>
          </a:graphicData>
        </a:graphic>
      </p:graphicFrame>
      <p:sp>
        <p:nvSpPr>
          <p:cNvPr id="5" name="TextBox 4">
            <a:extLst>
              <a:ext uri="{FF2B5EF4-FFF2-40B4-BE49-F238E27FC236}">
                <a16:creationId xmlns:a16="http://schemas.microsoft.com/office/drawing/2014/main" id="{3C82DD4B-45E3-4ECD-A9C6-2B3F10A40974}"/>
              </a:ext>
            </a:extLst>
          </p:cNvPr>
          <p:cNvSpPr txBox="1"/>
          <p:nvPr/>
        </p:nvSpPr>
        <p:spPr>
          <a:xfrm>
            <a:off x="207498" y="304252"/>
            <a:ext cx="6098344" cy="369332"/>
          </a:xfrm>
          <a:prstGeom prst="rect">
            <a:avLst/>
          </a:prstGeom>
          <a:noFill/>
        </p:spPr>
        <p:txBody>
          <a:bodyPr wrap="square">
            <a:spAutoFit/>
          </a:bodyPr>
          <a:lstStyle/>
          <a:p>
            <a:r>
              <a:rPr lang="en-GB" b="1" dirty="0"/>
              <a:t>2 4 2 1 </a:t>
            </a:r>
            <a:r>
              <a:rPr lang="en-GB" sz="1800" b="1" dirty="0"/>
              <a:t> to 8 4 2 1(BCD) code Converter </a:t>
            </a:r>
            <a:endParaRPr lang="en-IN" dirty="0"/>
          </a:p>
        </p:txBody>
      </p:sp>
      <p:graphicFrame>
        <p:nvGraphicFramePr>
          <p:cNvPr id="6" name="Table 5">
            <a:extLst>
              <a:ext uri="{FF2B5EF4-FFF2-40B4-BE49-F238E27FC236}">
                <a16:creationId xmlns:a16="http://schemas.microsoft.com/office/drawing/2014/main" id="{1BFD075E-CF08-42F0-B445-7710D1878BDD}"/>
              </a:ext>
            </a:extLst>
          </p:cNvPr>
          <p:cNvGraphicFramePr>
            <a:graphicFrameLocks noGrp="1"/>
          </p:cNvGraphicFramePr>
          <p:nvPr>
            <p:extLst>
              <p:ext uri="{D42A27DB-BD31-4B8C-83A1-F6EECF244321}">
                <p14:modId xmlns:p14="http://schemas.microsoft.com/office/powerpoint/2010/main" val="736258442"/>
              </p:ext>
            </p:extLst>
          </p:nvPr>
        </p:nvGraphicFramePr>
        <p:xfrm>
          <a:off x="1079370" y="1122240"/>
          <a:ext cx="2177300" cy="5506572"/>
        </p:xfrm>
        <a:graphic>
          <a:graphicData uri="http://schemas.openxmlformats.org/drawingml/2006/table">
            <a:tbl>
              <a:tblPr/>
              <a:tblGrid>
                <a:gridCol w="2177300">
                  <a:extLst>
                    <a:ext uri="{9D8B030D-6E8A-4147-A177-3AD203B41FA5}">
                      <a16:colId xmlns:a16="http://schemas.microsoft.com/office/drawing/2014/main" val="1716925249"/>
                    </a:ext>
                  </a:extLst>
                </a:gridCol>
              </a:tblGrid>
              <a:tr h="709626">
                <a:tc>
                  <a:txBody>
                    <a:bodyPr/>
                    <a:lstStyle/>
                    <a:p>
                      <a:pPr algn="ctr" fontAlgn="t"/>
                      <a:r>
                        <a:rPr lang="en-IN" sz="1600" b="1" dirty="0">
                          <a:effectLst/>
                        </a:rPr>
                        <a:t>Decimal Digit</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958875823"/>
                  </a:ext>
                </a:extLst>
              </a:tr>
              <a:tr h="436086">
                <a:tc>
                  <a:txBody>
                    <a:bodyPr/>
                    <a:lstStyle/>
                    <a:p>
                      <a:pPr algn="ctr" fontAlgn="t"/>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03201640"/>
                  </a:ext>
                </a:extLst>
              </a:tr>
              <a:tr h="436086">
                <a:tc>
                  <a:txBody>
                    <a:bodyPr/>
                    <a:lstStyle/>
                    <a:p>
                      <a:pPr algn="ctr" fontAlgn="t"/>
                      <a:r>
                        <a:rPr lang="en-IN" sz="1600" dirty="0">
                          <a:effectLst/>
                        </a:rPr>
                        <a:t>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7697539"/>
                  </a:ext>
                </a:extLst>
              </a:tr>
              <a:tr h="436086">
                <a:tc>
                  <a:txBody>
                    <a:bodyPr/>
                    <a:lstStyle/>
                    <a:p>
                      <a:pPr algn="ctr" fontAlgn="t"/>
                      <a:r>
                        <a:rPr lang="en-IN" sz="1600">
                          <a:effectLst/>
                        </a:rPr>
                        <a:t>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0582217"/>
                  </a:ext>
                </a:extLst>
              </a:tr>
              <a:tr h="436086">
                <a:tc>
                  <a:txBody>
                    <a:bodyPr/>
                    <a:lstStyle/>
                    <a:p>
                      <a:pPr algn="ctr" fontAlgn="t"/>
                      <a:r>
                        <a:rPr lang="en-IN" sz="1600">
                          <a:effectLst/>
                        </a:rPr>
                        <a:t>2</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13748296"/>
                  </a:ext>
                </a:extLst>
              </a:tr>
              <a:tr h="436086">
                <a:tc>
                  <a:txBody>
                    <a:bodyPr/>
                    <a:lstStyle/>
                    <a:p>
                      <a:pPr algn="ctr" fontAlgn="t"/>
                      <a:r>
                        <a:rPr lang="en-IN" sz="1600">
                          <a:effectLst/>
                        </a:rPr>
                        <a:t>3</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55628917"/>
                  </a:ext>
                </a:extLst>
              </a:tr>
              <a:tr h="436086">
                <a:tc>
                  <a:txBody>
                    <a:bodyPr/>
                    <a:lstStyle/>
                    <a:p>
                      <a:pPr algn="ctr" fontAlgn="t"/>
                      <a:r>
                        <a:rPr lang="en-IN" sz="1600">
                          <a:effectLst/>
                        </a:rPr>
                        <a:t>4</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72675738"/>
                  </a:ext>
                </a:extLst>
              </a:tr>
              <a:tr h="436086">
                <a:tc>
                  <a:txBody>
                    <a:bodyPr/>
                    <a:lstStyle/>
                    <a:p>
                      <a:pPr algn="ctr" fontAlgn="t"/>
                      <a:r>
                        <a:rPr lang="en-IN" sz="1600">
                          <a:effectLst/>
                        </a:rPr>
                        <a:t>5</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86532059"/>
                  </a:ext>
                </a:extLst>
              </a:tr>
              <a:tr h="436086">
                <a:tc>
                  <a:txBody>
                    <a:bodyPr/>
                    <a:lstStyle/>
                    <a:p>
                      <a:pPr algn="ctr" fontAlgn="t"/>
                      <a:r>
                        <a:rPr lang="en-IN" sz="1600">
                          <a:effectLst/>
                        </a:rPr>
                        <a:t>6</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67167906"/>
                  </a:ext>
                </a:extLst>
              </a:tr>
              <a:tr h="436086">
                <a:tc>
                  <a:txBody>
                    <a:bodyPr/>
                    <a:lstStyle/>
                    <a:p>
                      <a:pPr algn="ctr" fontAlgn="t"/>
                      <a:r>
                        <a:rPr lang="en-IN" sz="1600">
                          <a:effectLst/>
                        </a:rPr>
                        <a:t>7</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77065695"/>
                  </a:ext>
                </a:extLst>
              </a:tr>
              <a:tr h="436086">
                <a:tc>
                  <a:txBody>
                    <a:bodyPr/>
                    <a:lstStyle/>
                    <a:p>
                      <a:pPr algn="ctr" fontAlgn="t"/>
                      <a:r>
                        <a:rPr lang="en-IN" sz="1600">
                          <a:effectLst/>
                        </a:rPr>
                        <a:t>8</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5256574"/>
                  </a:ext>
                </a:extLst>
              </a:tr>
              <a:tr h="436086">
                <a:tc>
                  <a:txBody>
                    <a:bodyPr/>
                    <a:lstStyle/>
                    <a:p>
                      <a:pPr algn="ctr" fontAlgn="t"/>
                      <a:r>
                        <a:rPr lang="en-IN" sz="1600" dirty="0">
                          <a:effectLst/>
                        </a:rPr>
                        <a:t>9</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35741679"/>
                  </a:ext>
                </a:extLst>
              </a:tr>
            </a:tbl>
          </a:graphicData>
        </a:graphic>
      </p:graphicFrame>
      <p:graphicFrame>
        <p:nvGraphicFramePr>
          <p:cNvPr id="7" name="Table 6">
            <a:extLst>
              <a:ext uri="{FF2B5EF4-FFF2-40B4-BE49-F238E27FC236}">
                <a16:creationId xmlns:a16="http://schemas.microsoft.com/office/drawing/2014/main" id="{76B55EAD-328C-46BA-8EF3-983169D1305B}"/>
              </a:ext>
            </a:extLst>
          </p:cNvPr>
          <p:cNvGraphicFramePr>
            <a:graphicFrameLocks noGrp="1"/>
          </p:cNvGraphicFramePr>
          <p:nvPr>
            <p:extLst>
              <p:ext uri="{D42A27DB-BD31-4B8C-83A1-F6EECF244321}">
                <p14:modId xmlns:p14="http://schemas.microsoft.com/office/powerpoint/2010/main" val="2717333706"/>
              </p:ext>
            </p:extLst>
          </p:nvPr>
        </p:nvGraphicFramePr>
        <p:xfrm>
          <a:off x="5435143" y="1122240"/>
          <a:ext cx="2177300" cy="5506572"/>
        </p:xfrm>
        <a:graphic>
          <a:graphicData uri="http://schemas.openxmlformats.org/drawingml/2006/table">
            <a:tbl>
              <a:tblPr/>
              <a:tblGrid>
                <a:gridCol w="2177300">
                  <a:extLst>
                    <a:ext uri="{9D8B030D-6E8A-4147-A177-3AD203B41FA5}">
                      <a16:colId xmlns:a16="http://schemas.microsoft.com/office/drawing/2014/main" val="3674715761"/>
                    </a:ext>
                  </a:extLst>
                </a:gridCol>
              </a:tblGrid>
              <a:tr h="709626">
                <a:tc>
                  <a:txBody>
                    <a:bodyPr/>
                    <a:lstStyle/>
                    <a:p>
                      <a:pPr algn="ctr" fontAlgn="t"/>
                      <a:r>
                        <a:rPr lang="en-IN" sz="1600" b="1" dirty="0">
                          <a:effectLst/>
                        </a:rPr>
                        <a:t>8421(BCD) Code</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985054862"/>
                  </a:ext>
                </a:extLst>
              </a:tr>
              <a:tr h="436086">
                <a:tc>
                  <a:txBody>
                    <a:bodyPr/>
                    <a:lstStyle/>
                    <a:p>
                      <a:pPr algn="ctr" fontAlgn="t"/>
                      <a:r>
                        <a:rPr lang="en-GB" sz="1600" dirty="0">
                          <a:effectLst/>
                        </a:rPr>
                        <a:t>P Q R S</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79241622"/>
                  </a:ext>
                </a:extLst>
              </a:tr>
              <a:tr h="436086">
                <a:tc>
                  <a:txBody>
                    <a:bodyPr/>
                    <a:lstStyle/>
                    <a:p>
                      <a:pPr algn="ctr" fontAlgn="t"/>
                      <a:r>
                        <a:rPr lang="en-IN" sz="1600" dirty="0">
                          <a:effectLst/>
                        </a:rPr>
                        <a:t>0  0  0  0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73713786"/>
                  </a:ext>
                </a:extLst>
              </a:tr>
              <a:tr h="436086">
                <a:tc>
                  <a:txBody>
                    <a:bodyPr/>
                    <a:lstStyle/>
                    <a:p>
                      <a:pPr algn="ctr" fontAlgn="t"/>
                      <a:r>
                        <a:rPr lang="en-IN" sz="1600" dirty="0">
                          <a:effectLst/>
                        </a:rPr>
                        <a:t>0  0  0  1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23969627"/>
                  </a:ext>
                </a:extLst>
              </a:tr>
              <a:tr h="436086">
                <a:tc>
                  <a:txBody>
                    <a:bodyPr/>
                    <a:lstStyle/>
                    <a:p>
                      <a:pPr algn="ctr" fontAlgn="t"/>
                      <a:r>
                        <a:rPr lang="en-IN" sz="1600" dirty="0">
                          <a:effectLst/>
                        </a:rPr>
                        <a:t>0  0  1  0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39398329"/>
                  </a:ext>
                </a:extLst>
              </a:tr>
              <a:tr h="436086">
                <a:tc>
                  <a:txBody>
                    <a:bodyPr/>
                    <a:lstStyle/>
                    <a:p>
                      <a:pPr algn="ctr" fontAlgn="t"/>
                      <a:r>
                        <a:rPr lang="en-IN" sz="1600" dirty="0">
                          <a:effectLst/>
                        </a:rPr>
                        <a:t>0  0  1  1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02807328"/>
                  </a:ext>
                </a:extLst>
              </a:tr>
              <a:tr h="436086">
                <a:tc>
                  <a:txBody>
                    <a:bodyPr/>
                    <a:lstStyle/>
                    <a:p>
                      <a:pPr algn="ctr" fontAlgn="t"/>
                      <a:r>
                        <a:rPr lang="en-IN" sz="1600" dirty="0">
                          <a:effectLst/>
                        </a:rPr>
                        <a:t>0  1  0  0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85245032"/>
                  </a:ext>
                </a:extLst>
              </a:tr>
              <a:tr h="436086">
                <a:tc>
                  <a:txBody>
                    <a:bodyPr/>
                    <a:lstStyle/>
                    <a:p>
                      <a:pPr algn="ctr" fontAlgn="t"/>
                      <a:r>
                        <a:rPr lang="en-IN" sz="1600" dirty="0">
                          <a:effectLst/>
                        </a:rPr>
                        <a:t>0  1  0  1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2670308"/>
                  </a:ext>
                </a:extLst>
              </a:tr>
              <a:tr h="436086">
                <a:tc>
                  <a:txBody>
                    <a:bodyPr/>
                    <a:lstStyle/>
                    <a:p>
                      <a:pPr algn="ctr" fontAlgn="t"/>
                      <a:r>
                        <a:rPr lang="en-IN" sz="1600" dirty="0">
                          <a:effectLst/>
                        </a:rPr>
                        <a:t>0   1  1 0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53994463"/>
                  </a:ext>
                </a:extLst>
              </a:tr>
              <a:tr h="436086">
                <a:tc>
                  <a:txBody>
                    <a:bodyPr/>
                    <a:lstStyle/>
                    <a:p>
                      <a:pPr algn="ctr" fontAlgn="t"/>
                      <a:r>
                        <a:rPr lang="en-IN" sz="1600" dirty="0">
                          <a:effectLst/>
                        </a:rPr>
                        <a:t>0  1   1  1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39699828"/>
                  </a:ext>
                </a:extLst>
              </a:tr>
              <a:tr h="436086">
                <a:tc>
                  <a:txBody>
                    <a:bodyPr/>
                    <a:lstStyle/>
                    <a:p>
                      <a:pPr algn="ctr" fontAlgn="t"/>
                      <a:r>
                        <a:rPr lang="en-IN" sz="1600" dirty="0">
                          <a:effectLst/>
                        </a:rPr>
                        <a:t>1  0   0  0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43620181"/>
                  </a:ext>
                </a:extLst>
              </a:tr>
              <a:tr h="436086">
                <a:tc>
                  <a:txBody>
                    <a:bodyPr/>
                    <a:lstStyle/>
                    <a:p>
                      <a:pPr algn="ctr" fontAlgn="t"/>
                      <a:r>
                        <a:rPr lang="en-IN" sz="1600" dirty="0">
                          <a:effectLst/>
                        </a:rPr>
                        <a:t>1   0  0   1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54259877"/>
                  </a:ext>
                </a:extLst>
              </a:tr>
            </a:tbl>
          </a:graphicData>
        </a:graphic>
      </p:graphicFrame>
    </p:spTree>
    <p:extLst>
      <p:ext uri="{BB962C8B-B14F-4D97-AF65-F5344CB8AC3E}">
        <p14:creationId xmlns:p14="http://schemas.microsoft.com/office/powerpoint/2010/main" val="1360784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C82DD4B-45E3-4ECD-A9C6-2B3F10A40974}"/>
              </a:ext>
            </a:extLst>
          </p:cNvPr>
          <p:cNvSpPr txBox="1"/>
          <p:nvPr/>
        </p:nvSpPr>
        <p:spPr>
          <a:xfrm>
            <a:off x="207498" y="304252"/>
            <a:ext cx="6098344" cy="369332"/>
          </a:xfrm>
          <a:prstGeom prst="rect">
            <a:avLst/>
          </a:prstGeom>
          <a:noFill/>
        </p:spPr>
        <p:txBody>
          <a:bodyPr wrap="square">
            <a:spAutoFit/>
          </a:bodyPr>
          <a:lstStyle/>
          <a:p>
            <a:r>
              <a:rPr lang="en-GB" sz="1800" b="1" dirty="0"/>
              <a:t> 8 4 2 1(BCD)  to 2 4 2 1 code Converter </a:t>
            </a:r>
            <a:endParaRPr lang="en-IN" dirty="0"/>
          </a:p>
        </p:txBody>
      </p:sp>
      <p:graphicFrame>
        <p:nvGraphicFramePr>
          <p:cNvPr id="6" name="Table 5">
            <a:extLst>
              <a:ext uri="{FF2B5EF4-FFF2-40B4-BE49-F238E27FC236}">
                <a16:creationId xmlns:a16="http://schemas.microsoft.com/office/drawing/2014/main" id="{1BFD075E-CF08-42F0-B445-7710D1878BDD}"/>
              </a:ext>
            </a:extLst>
          </p:cNvPr>
          <p:cNvGraphicFramePr>
            <a:graphicFrameLocks noGrp="1"/>
          </p:cNvGraphicFramePr>
          <p:nvPr/>
        </p:nvGraphicFramePr>
        <p:xfrm>
          <a:off x="1079370" y="1122240"/>
          <a:ext cx="2177300" cy="5506572"/>
        </p:xfrm>
        <a:graphic>
          <a:graphicData uri="http://schemas.openxmlformats.org/drawingml/2006/table">
            <a:tbl>
              <a:tblPr/>
              <a:tblGrid>
                <a:gridCol w="2177300">
                  <a:extLst>
                    <a:ext uri="{9D8B030D-6E8A-4147-A177-3AD203B41FA5}">
                      <a16:colId xmlns:a16="http://schemas.microsoft.com/office/drawing/2014/main" val="1716925249"/>
                    </a:ext>
                  </a:extLst>
                </a:gridCol>
              </a:tblGrid>
              <a:tr h="709626">
                <a:tc>
                  <a:txBody>
                    <a:bodyPr/>
                    <a:lstStyle/>
                    <a:p>
                      <a:pPr algn="ctr" fontAlgn="t"/>
                      <a:r>
                        <a:rPr lang="en-IN" sz="1600" b="1" dirty="0">
                          <a:effectLst/>
                        </a:rPr>
                        <a:t>Decimal Digit</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2958875823"/>
                  </a:ext>
                </a:extLst>
              </a:tr>
              <a:tr h="436086">
                <a:tc>
                  <a:txBody>
                    <a:bodyPr/>
                    <a:lstStyle/>
                    <a:p>
                      <a:pPr algn="ctr" fontAlgn="t"/>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903201640"/>
                  </a:ext>
                </a:extLst>
              </a:tr>
              <a:tr h="436086">
                <a:tc>
                  <a:txBody>
                    <a:bodyPr/>
                    <a:lstStyle/>
                    <a:p>
                      <a:pPr algn="ctr" fontAlgn="t"/>
                      <a:r>
                        <a:rPr lang="en-IN" sz="1600" dirty="0">
                          <a:effectLst/>
                        </a:rPr>
                        <a:t>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7697539"/>
                  </a:ext>
                </a:extLst>
              </a:tr>
              <a:tr h="436086">
                <a:tc>
                  <a:txBody>
                    <a:bodyPr/>
                    <a:lstStyle/>
                    <a:p>
                      <a:pPr algn="ctr" fontAlgn="t"/>
                      <a:r>
                        <a:rPr lang="en-IN" sz="1600">
                          <a:effectLst/>
                        </a:rPr>
                        <a:t>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0582217"/>
                  </a:ext>
                </a:extLst>
              </a:tr>
              <a:tr h="436086">
                <a:tc>
                  <a:txBody>
                    <a:bodyPr/>
                    <a:lstStyle/>
                    <a:p>
                      <a:pPr algn="ctr" fontAlgn="t"/>
                      <a:r>
                        <a:rPr lang="en-IN" sz="1600">
                          <a:effectLst/>
                        </a:rPr>
                        <a:t>2</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313748296"/>
                  </a:ext>
                </a:extLst>
              </a:tr>
              <a:tr h="436086">
                <a:tc>
                  <a:txBody>
                    <a:bodyPr/>
                    <a:lstStyle/>
                    <a:p>
                      <a:pPr algn="ctr" fontAlgn="t"/>
                      <a:r>
                        <a:rPr lang="en-IN" sz="1600">
                          <a:effectLst/>
                        </a:rPr>
                        <a:t>3</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55628917"/>
                  </a:ext>
                </a:extLst>
              </a:tr>
              <a:tr h="436086">
                <a:tc>
                  <a:txBody>
                    <a:bodyPr/>
                    <a:lstStyle/>
                    <a:p>
                      <a:pPr algn="ctr" fontAlgn="t"/>
                      <a:r>
                        <a:rPr lang="en-IN" sz="1600">
                          <a:effectLst/>
                        </a:rPr>
                        <a:t>4</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72675738"/>
                  </a:ext>
                </a:extLst>
              </a:tr>
              <a:tr h="436086">
                <a:tc>
                  <a:txBody>
                    <a:bodyPr/>
                    <a:lstStyle/>
                    <a:p>
                      <a:pPr algn="ctr" fontAlgn="t"/>
                      <a:r>
                        <a:rPr lang="en-IN" sz="1600">
                          <a:effectLst/>
                        </a:rPr>
                        <a:t>5</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586532059"/>
                  </a:ext>
                </a:extLst>
              </a:tr>
              <a:tr h="436086">
                <a:tc>
                  <a:txBody>
                    <a:bodyPr/>
                    <a:lstStyle/>
                    <a:p>
                      <a:pPr algn="ctr" fontAlgn="t"/>
                      <a:r>
                        <a:rPr lang="en-IN" sz="1600">
                          <a:effectLst/>
                        </a:rPr>
                        <a:t>6</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567167906"/>
                  </a:ext>
                </a:extLst>
              </a:tr>
              <a:tr h="436086">
                <a:tc>
                  <a:txBody>
                    <a:bodyPr/>
                    <a:lstStyle/>
                    <a:p>
                      <a:pPr algn="ctr" fontAlgn="t"/>
                      <a:r>
                        <a:rPr lang="en-IN" sz="1600">
                          <a:effectLst/>
                        </a:rPr>
                        <a:t>7</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77065695"/>
                  </a:ext>
                </a:extLst>
              </a:tr>
              <a:tr h="436086">
                <a:tc>
                  <a:txBody>
                    <a:bodyPr/>
                    <a:lstStyle/>
                    <a:p>
                      <a:pPr algn="ctr" fontAlgn="t"/>
                      <a:r>
                        <a:rPr lang="en-IN" sz="1600">
                          <a:effectLst/>
                        </a:rPr>
                        <a:t>8</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265256574"/>
                  </a:ext>
                </a:extLst>
              </a:tr>
              <a:tr h="436086">
                <a:tc>
                  <a:txBody>
                    <a:bodyPr/>
                    <a:lstStyle/>
                    <a:p>
                      <a:pPr algn="ctr" fontAlgn="t"/>
                      <a:r>
                        <a:rPr lang="en-IN" sz="1600" dirty="0">
                          <a:effectLst/>
                        </a:rPr>
                        <a:t>9</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235741679"/>
                  </a:ext>
                </a:extLst>
              </a:tr>
            </a:tbl>
          </a:graphicData>
        </a:graphic>
      </p:graphicFrame>
      <p:graphicFrame>
        <p:nvGraphicFramePr>
          <p:cNvPr id="7" name="Table 6">
            <a:extLst>
              <a:ext uri="{FF2B5EF4-FFF2-40B4-BE49-F238E27FC236}">
                <a16:creationId xmlns:a16="http://schemas.microsoft.com/office/drawing/2014/main" id="{76B55EAD-328C-46BA-8EF3-983169D1305B}"/>
              </a:ext>
            </a:extLst>
          </p:cNvPr>
          <p:cNvGraphicFramePr>
            <a:graphicFrameLocks noGrp="1"/>
          </p:cNvGraphicFramePr>
          <p:nvPr>
            <p:extLst>
              <p:ext uri="{D42A27DB-BD31-4B8C-83A1-F6EECF244321}">
                <p14:modId xmlns:p14="http://schemas.microsoft.com/office/powerpoint/2010/main" val="1700883365"/>
              </p:ext>
            </p:extLst>
          </p:nvPr>
        </p:nvGraphicFramePr>
        <p:xfrm>
          <a:off x="3256670" y="1122240"/>
          <a:ext cx="2177300" cy="5506572"/>
        </p:xfrm>
        <a:graphic>
          <a:graphicData uri="http://schemas.openxmlformats.org/drawingml/2006/table">
            <a:tbl>
              <a:tblPr/>
              <a:tblGrid>
                <a:gridCol w="2177300">
                  <a:extLst>
                    <a:ext uri="{9D8B030D-6E8A-4147-A177-3AD203B41FA5}">
                      <a16:colId xmlns:a16="http://schemas.microsoft.com/office/drawing/2014/main" val="3674715761"/>
                    </a:ext>
                  </a:extLst>
                </a:gridCol>
              </a:tblGrid>
              <a:tr h="709626">
                <a:tc>
                  <a:txBody>
                    <a:bodyPr/>
                    <a:lstStyle/>
                    <a:p>
                      <a:pPr algn="ctr" fontAlgn="t"/>
                      <a:r>
                        <a:rPr lang="en-IN" sz="1600" b="1" dirty="0">
                          <a:effectLst/>
                        </a:rPr>
                        <a:t>8421(BCD) Code</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985054862"/>
                  </a:ext>
                </a:extLst>
              </a:tr>
              <a:tr h="436086">
                <a:tc>
                  <a:txBody>
                    <a:bodyPr/>
                    <a:lstStyle/>
                    <a:p>
                      <a:pPr algn="ctr" fontAlgn="t"/>
                      <a:r>
                        <a:rPr lang="en-GB" sz="1600" dirty="0">
                          <a:effectLst/>
                        </a:rPr>
                        <a:t>P Q R S</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79241622"/>
                  </a:ext>
                </a:extLst>
              </a:tr>
              <a:tr h="436086">
                <a:tc>
                  <a:txBody>
                    <a:bodyPr/>
                    <a:lstStyle/>
                    <a:p>
                      <a:pPr algn="ctr" fontAlgn="t"/>
                      <a:r>
                        <a:rPr lang="en-IN" sz="1600" dirty="0">
                          <a:effectLst/>
                        </a:rPr>
                        <a:t>0  0  0  0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73713786"/>
                  </a:ext>
                </a:extLst>
              </a:tr>
              <a:tr h="436086">
                <a:tc>
                  <a:txBody>
                    <a:bodyPr/>
                    <a:lstStyle/>
                    <a:p>
                      <a:pPr algn="ctr" fontAlgn="t"/>
                      <a:r>
                        <a:rPr lang="en-IN" sz="1600" dirty="0">
                          <a:effectLst/>
                        </a:rPr>
                        <a:t>0  0  0  1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23969627"/>
                  </a:ext>
                </a:extLst>
              </a:tr>
              <a:tr h="436086">
                <a:tc>
                  <a:txBody>
                    <a:bodyPr/>
                    <a:lstStyle/>
                    <a:p>
                      <a:pPr algn="ctr" fontAlgn="t"/>
                      <a:r>
                        <a:rPr lang="en-IN" sz="1600" dirty="0">
                          <a:effectLst/>
                        </a:rPr>
                        <a:t>0  0  1  0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39398329"/>
                  </a:ext>
                </a:extLst>
              </a:tr>
              <a:tr h="436086">
                <a:tc>
                  <a:txBody>
                    <a:bodyPr/>
                    <a:lstStyle/>
                    <a:p>
                      <a:pPr algn="ctr" fontAlgn="t"/>
                      <a:r>
                        <a:rPr lang="en-IN" sz="1600" dirty="0">
                          <a:effectLst/>
                        </a:rPr>
                        <a:t>0  0  1  1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02807328"/>
                  </a:ext>
                </a:extLst>
              </a:tr>
              <a:tr h="436086">
                <a:tc>
                  <a:txBody>
                    <a:bodyPr/>
                    <a:lstStyle/>
                    <a:p>
                      <a:pPr algn="ctr" fontAlgn="t"/>
                      <a:r>
                        <a:rPr lang="en-IN" sz="1600" dirty="0">
                          <a:effectLst/>
                        </a:rPr>
                        <a:t>0  1  0  0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485245032"/>
                  </a:ext>
                </a:extLst>
              </a:tr>
              <a:tr h="436086">
                <a:tc>
                  <a:txBody>
                    <a:bodyPr/>
                    <a:lstStyle/>
                    <a:p>
                      <a:pPr algn="ctr" fontAlgn="t"/>
                      <a:r>
                        <a:rPr lang="en-IN" sz="1600" dirty="0">
                          <a:effectLst/>
                        </a:rPr>
                        <a:t>0  1  0  1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32670308"/>
                  </a:ext>
                </a:extLst>
              </a:tr>
              <a:tr h="436086">
                <a:tc>
                  <a:txBody>
                    <a:bodyPr/>
                    <a:lstStyle/>
                    <a:p>
                      <a:pPr algn="ctr" fontAlgn="t"/>
                      <a:r>
                        <a:rPr lang="en-IN" sz="1600" dirty="0">
                          <a:effectLst/>
                        </a:rPr>
                        <a:t>0   1  1 0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653994463"/>
                  </a:ext>
                </a:extLst>
              </a:tr>
              <a:tr h="436086">
                <a:tc>
                  <a:txBody>
                    <a:bodyPr/>
                    <a:lstStyle/>
                    <a:p>
                      <a:pPr algn="ctr" fontAlgn="t"/>
                      <a:r>
                        <a:rPr lang="en-IN" sz="1600" dirty="0">
                          <a:effectLst/>
                        </a:rPr>
                        <a:t>0  1   1  1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439699828"/>
                  </a:ext>
                </a:extLst>
              </a:tr>
              <a:tr h="436086">
                <a:tc>
                  <a:txBody>
                    <a:bodyPr/>
                    <a:lstStyle/>
                    <a:p>
                      <a:pPr algn="ctr" fontAlgn="t"/>
                      <a:r>
                        <a:rPr lang="en-IN" sz="1600" dirty="0">
                          <a:effectLst/>
                        </a:rPr>
                        <a:t>1  0   0  0</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43620181"/>
                  </a:ext>
                </a:extLst>
              </a:tr>
              <a:tr h="436086">
                <a:tc>
                  <a:txBody>
                    <a:bodyPr/>
                    <a:lstStyle/>
                    <a:p>
                      <a:pPr algn="ctr" fontAlgn="t"/>
                      <a:r>
                        <a:rPr lang="en-IN" sz="1600" dirty="0">
                          <a:effectLst/>
                        </a:rPr>
                        <a:t>1   0  0   1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54259877"/>
                  </a:ext>
                </a:extLst>
              </a:tr>
            </a:tbl>
          </a:graphicData>
        </a:graphic>
      </p:graphicFrame>
      <p:graphicFrame>
        <p:nvGraphicFramePr>
          <p:cNvPr id="8" name="Table 7">
            <a:extLst>
              <a:ext uri="{FF2B5EF4-FFF2-40B4-BE49-F238E27FC236}">
                <a16:creationId xmlns:a16="http://schemas.microsoft.com/office/drawing/2014/main" id="{3CE65EFC-5A45-4DAC-924B-11A27A089062}"/>
              </a:ext>
            </a:extLst>
          </p:cNvPr>
          <p:cNvGraphicFramePr>
            <a:graphicFrameLocks noGrp="1"/>
          </p:cNvGraphicFramePr>
          <p:nvPr>
            <p:extLst>
              <p:ext uri="{D42A27DB-BD31-4B8C-83A1-F6EECF244321}">
                <p14:modId xmlns:p14="http://schemas.microsoft.com/office/powerpoint/2010/main" val="1775888458"/>
              </p:ext>
            </p:extLst>
          </p:nvPr>
        </p:nvGraphicFramePr>
        <p:xfrm>
          <a:off x="5433970" y="1122240"/>
          <a:ext cx="2177300" cy="5506572"/>
        </p:xfrm>
        <a:graphic>
          <a:graphicData uri="http://schemas.openxmlformats.org/drawingml/2006/table">
            <a:tbl>
              <a:tblPr/>
              <a:tblGrid>
                <a:gridCol w="2177300">
                  <a:extLst>
                    <a:ext uri="{9D8B030D-6E8A-4147-A177-3AD203B41FA5}">
                      <a16:colId xmlns:a16="http://schemas.microsoft.com/office/drawing/2014/main" val="391701472"/>
                    </a:ext>
                  </a:extLst>
                </a:gridCol>
              </a:tblGrid>
              <a:tr h="709626">
                <a:tc>
                  <a:txBody>
                    <a:bodyPr/>
                    <a:lstStyle/>
                    <a:p>
                      <a:pPr algn="ctr" fontAlgn="t"/>
                      <a:r>
                        <a:rPr lang="en-IN" sz="1600" b="1" dirty="0">
                          <a:effectLst/>
                        </a:rPr>
                        <a:t>2421 Code</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extLst>
                  <a:ext uri="{0D108BD9-81ED-4DB2-BD59-A6C34878D82A}">
                    <a16:rowId xmlns:a16="http://schemas.microsoft.com/office/drawing/2014/main" val="363667569"/>
                  </a:ext>
                </a:extLst>
              </a:tr>
              <a:tr h="436086">
                <a:tc>
                  <a:txBody>
                    <a:bodyPr/>
                    <a:lstStyle/>
                    <a:p>
                      <a:pPr algn="ctr" fontAlgn="t"/>
                      <a:r>
                        <a:rPr lang="en-GB" sz="1600">
                          <a:effectLst/>
                        </a:rPr>
                        <a:t>A B C D</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71347559"/>
                  </a:ext>
                </a:extLst>
              </a:tr>
              <a:tr h="436086">
                <a:tc>
                  <a:txBody>
                    <a:bodyPr/>
                    <a:lstStyle/>
                    <a:p>
                      <a:pPr algn="ctr" fontAlgn="t"/>
                      <a:r>
                        <a:rPr lang="en-IN" sz="1600">
                          <a:effectLst/>
                        </a:rPr>
                        <a:t>0  0  0 0</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186419639"/>
                  </a:ext>
                </a:extLst>
              </a:tr>
              <a:tr h="436086">
                <a:tc>
                  <a:txBody>
                    <a:bodyPr/>
                    <a:lstStyle/>
                    <a:p>
                      <a:pPr algn="ctr" fontAlgn="t"/>
                      <a:r>
                        <a:rPr lang="en-IN" sz="1600">
                          <a:effectLst/>
                        </a:rPr>
                        <a:t>0  0  0  1</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54968295"/>
                  </a:ext>
                </a:extLst>
              </a:tr>
              <a:tr h="436086">
                <a:tc>
                  <a:txBody>
                    <a:bodyPr/>
                    <a:lstStyle/>
                    <a:p>
                      <a:pPr algn="ctr" fontAlgn="t"/>
                      <a:r>
                        <a:rPr lang="en-IN" sz="1600">
                          <a:effectLst/>
                        </a:rPr>
                        <a:t>0  0  1  0</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16570236"/>
                  </a:ext>
                </a:extLst>
              </a:tr>
              <a:tr h="436086">
                <a:tc>
                  <a:txBody>
                    <a:bodyPr/>
                    <a:lstStyle/>
                    <a:p>
                      <a:pPr algn="ctr" fontAlgn="t"/>
                      <a:r>
                        <a:rPr lang="en-IN" sz="1600">
                          <a:effectLst/>
                        </a:rPr>
                        <a:t>0  0  1  1</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45879915"/>
                  </a:ext>
                </a:extLst>
              </a:tr>
              <a:tr h="436086">
                <a:tc>
                  <a:txBody>
                    <a:bodyPr/>
                    <a:lstStyle/>
                    <a:p>
                      <a:pPr algn="ctr" fontAlgn="t"/>
                      <a:r>
                        <a:rPr lang="en-IN" sz="1600">
                          <a:effectLst/>
                        </a:rPr>
                        <a:t>0  1  0  0</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26456705"/>
                  </a:ext>
                </a:extLst>
              </a:tr>
              <a:tr h="436086">
                <a:tc>
                  <a:txBody>
                    <a:bodyPr/>
                    <a:lstStyle/>
                    <a:p>
                      <a:pPr algn="ctr" fontAlgn="t"/>
                      <a:r>
                        <a:rPr lang="en-IN" sz="1600">
                          <a:effectLst/>
                        </a:rPr>
                        <a:t>1  0  1  1</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484539989"/>
                  </a:ext>
                </a:extLst>
              </a:tr>
              <a:tr h="436086">
                <a:tc>
                  <a:txBody>
                    <a:bodyPr/>
                    <a:lstStyle/>
                    <a:p>
                      <a:pPr algn="ctr" fontAlgn="t"/>
                      <a:r>
                        <a:rPr lang="en-IN" sz="1600">
                          <a:effectLst/>
                        </a:rPr>
                        <a:t>1  1  0  0</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72530811"/>
                  </a:ext>
                </a:extLst>
              </a:tr>
              <a:tr h="436086">
                <a:tc>
                  <a:txBody>
                    <a:bodyPr/>
                    <a:lstStyle/>
                    <a:p>
                      <a:pPr algn="ctr" fontAlgn="t"/>
                      <a:r>
                        <a:rPr lang="en-IN" sz="1600">
                          <a:effectLst/>
                        </a:rPr>
                        <a:t>1  1  0  1</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2454055"/>
                  </a:ext>
                </a:extLst>
              </a:tr>
              <a:tr h="436086">
                <a:tc>
                  <a:txBody>
                    <a:bodyPr/>
                    <a:lstStyle/>
                    <a:p>
                      <a:pPr algn="ctr" fontAlgn="t"/>
                      <a:r>
                        <a:rPr lang="en-IN" sz="1600">
                          <a:effectLst/>
                        </a:rPr>
                        <a:t>1  1  1  0</a:t>
                      </a:r>
                      <a:endParaRPr lang="en-IN" sz="1600" dirty="0">
                        <a:effectLst/>
                      </a:endParaRP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536418338"/>
                  </a:ext>
                </a:extLst>
              </a:tr>
              <a:tr h="436086">
                <a:tc>
                  <a:txBody>
                    <a:bodyPr/>
                    <a:lstStyle/>
                    <a:p>
                      <a:pPr algn="ctr" fontAlgn="t"/>
                      <a:r>
                        <a:rPr lang="en-IN" sz="1600" dirty="0">
                          <a:effectLst/>
                        </a:rPr>
                        <a:t>1  1  1  1</a:t>
                      </a:r>
                    </a:p>
                  </a:txBody>
                  <a:tcPr marL="66738" marR="66738" marT="66738" marB="66738">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051516901"/>
                  </a:ext>
                </a:extLst>
              </a:tr>
            </a:tbl>
          </a:graphicData>
        </a:graphic>
      </p:graphicFrame>
    </p:spTree>
    <p:extLst>
      <p:ext uri="{BB962C8B-B14F-4D97-AF65-F5344CB8AC3E}">
        <p14:creationId xmlns:p14="http://schemas.microsoft.com/office/powerpoint/2010/main" val="39431387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51C79-2716-43E3-8F47-68FCE9CC7845}"/>
              </a:ext>
            </a:extLst>
          </p:cNvPr>
          <p:cNvSpPr>
            <a:spLocks noGrp="1"/>
          </p:cNvSpPr>
          <p:nvPr>
            <p:ph type="ctrTitle"/>
          </p:nvPr>
        </p:nvSpPr>
        <p:spPr>
          <a:xfrm>
            <a:off x="1144173" y="60496"/>
            <a:ext cx="9144000" cy="593895"/>
          </a:xfrm>
        </p:spPr>
        <p:txBody>
          <a:bodyPr/>
          <a:lstStyle/>
          <a:p>
            <a:r>
              <a:rPr lang="en-GB" sz="4000" b="1" dirty="0"/>
              <a:t>Encoder</a:t>
            </a:r>
            <a:endParaRPr lang="en-IN" sz="4000" b="1" dirty="0"/>
          </a:p>
        </p:txBody>
      </p:sp>
      <p:sp>
        <p:nvSpPr>
          <p:cNvPr id="5" name="TextBox 4">
            <a:extLst>
              <a:ext uri="{FF2B5EF4-FFF2-40B4-BE49-F238E27FC236}">
                <a16:creationId xmlns:a16="http://schemas.microsoft.com/office/drawing/2014/main" id="{5F1155BF-761E-4AC7-8F19-14A417F70579}"/>
              </a:ext>
            </a:extLst>
          </p:cNvPr>
          <p:cNvSpPr txBox="1"/>
          <p:nvPr/>
        </p:nvSpPr>
        <p:spPr>
          <a:xfrm>
            <a:off x="320040" y="924003"/>
            <a:ext cx="11871960" cy="2585323"/>
          </a:xfrm>
          <a:prstGeom prst="rect">
            <a:avLst/>
          </a:prstGeom>
          <a:noFill/>
        </p:spPr>
        <p:txBody>
          <a:bodyPr wrap="square">
            <a:spAutoFit/>
          </a:bodyPr>
          <a:lstStyle/>
          <a:p>
            <a:pPr marL="285750" indent="-285750">
              <a:buFont typeface="Wingdings" panose="05000000000000000000" pitchFamily="2" charset="2"/>
              <a:buChar char="Ø"/>
            </a:pPr>
            <a:r>
              <a:rPr lang="en-GB" b="0" i="0" dirty="0">
                <a:solidFill>
                  <a:srgbClr val="273239"/>
                </a:solidFill>
                <a:effectLst/>
                <a:latin typeface="urw-din"/>
              </a:rPr>
              <a:t>An encoder is a combinational circuit that converts binary information in the form of a 2</a:t>
            </a:r>
            <a:r>
              <a:rPr lang="en-GB" b="0" i="0" baseline="30000" dirty="0">
                <a:solidFill>
                  <a:srgbClr val="273239"/>
                </a:solidFill>
                <a:effectLst/>
                <a:latin typeface="urw-din"/>
              </a:rPr>
              <a:t>N</a:t>
            </a:r>
            <a:r>
              <a:rPr lang="en-GB" b="0" i="0" dirty="0">
                <a:solidFill>
                  <a:srgbClr val="273239"/>
                </a:solidFill>
                <a:effectLst/>
                <a:latin typeface="urw-din"/>
              </a:rPr>
              <a:t> input lines into N output lines, which represent N bit code for the input.</a:t>
            </a:r>
          </a:p>
          <a:p>
            <a:pPr marL="285750" indent="-285750">
              <a:buFont typeface="Wingdings" panose="05000000000000000000" pitchFamily="2" charset="2"/>
              <a:buChar char="Ø"/>
            </a:pPr>
            <a:r>
              <a:rPr lang="en-GB" dirty="0">
                <a:solidFill>
                  <a:srgbClr val="273239"/>
                </a:solidFill>
                <a:latin typeface="urw-din"/>
              </a:rPr>
              <a:t> </a:t>
            </a:r>
            <a:r>
              <a:rPr lang="en-GB" b="0" i="0" dirty="0">
                <a:solidFill>
                  <a:srgbClr val="333333"/>
                </a:solidFill>
                <a:effectLst/>
                <a:latin typeface="inter-regular"/>
              </a:rPr>
              <a:t>The combinational circuits that change the binary information into N output lines are known as </a:t>
            </a:r>
            <a:r>
              <a:rPr lang="en-GB" b="1" i="0" dirty="0">
                <a:solidFill>
                  <a:srgbClr val="333333"/>
                </a:solidFill>
                <a:effectLst/>
                <a:latin typeface="inter-bold"/>
              </a:rPr>
              <a:t>Encoders</a:t>
            </a:r>
            <a:r>
              <a:rPr lang="en-GB" b="0" i="0" dirty="0">
                <a:solidFill>
                  <a:srgbClr val="333333"/>
                </a:solidFill>
                <a:effectLst/>
                <a:latin typeface="inter-regular"/>
              </a:rPr>
              <a:t>. </a:t>
            </a:r>
          </a:p>
          <a:p>
            <a:pPr marL="285750" indent="-285750">
              <a:buFont typeface="Wingdings" panose="05000000000000000000" pitchFamily="2" charset="2"/>
              <a:buChar char="Ø"/>
            </a:pPr>
            <a:r>
              <a:rPr lang="en-GB" b="0" i="0" dirty="0">
                <a:solidFill>
                  <a:srgbClr val="333333"/>
                </a:solidFill>
                <a:effectLst/>
                <a:latin typeface="inter-regular"/>
              </a:rPr>
              <a:t>The binary information is passed in the form of 2</a:t>
            </a:r>
            <a:r>
              <a:rPr lang="en-GB" b="0" i="0" baseline="30000" dirty="0">
                <a:solidFill>
                  <a:srgbClr val="333333"/>
                </a:solidFill>
                <a:effectLst/>
                <a:latin typeface="inter-regular"/>
              </a:rPr>
              <a:t>N</a:t>
            </a:r>
            <a:r>
              <a:rPr lang="en-GB" b="0" i="0" dirty="0">
                <a:solidFill>
                  <a:srgbClr val="333333"/>
                </a:solidFill>
                <a:effectLst/>
                <a:latin typeface="inter-regular"/>
              </a:rPr>
              <a:t> input lines. The output lines define the N-bit code for the binary information.</a:t>
            </a:r>
          </a:p>
          <a:p>
            <a:pPr marL="285750" indent="-285750">
              <a:buFont typeface="Wingdings" panose="05000000000000000000" pitchFamily="2" charset="2"/>
              <a:buChar char="Ø"/>
            </a:pPr>
            <a:r>
              <a:rPr lang="en-GB" b="0" i="0" dirty="0">
                <a:solidFill>
                  <a:srgbClr val="333333"/>
                </a:solidFill>
                <a:effectLst/>
                <a:latin typeface="inter-regular"/>
              </a:rPr>
              <a:t>At a time, only one input line is activated for simplicity. The produced N-bit output code is equivalent to the binary information.</a:t>
            </a:r>
          </a:p>
          <a:p>
            <a:br>
              <a:rPr lang="en-GB" dirty="0"/>
            </a:br>
            <a:endParaRPr lang="en-IN" dirty="0"/>
          </a:p>
        </p:txBody>
      </p:sp>
      <p:pic>
        <p:nvPicPr>
          <p:cNvPr id="1026" name="Picture 2" descr="Encoders">
            <a:extLst>
              <a:ext uri="{FF2B5EF4-FFF2-40B4-BE49-F238E27FC236}">
                <a16:creationId xmlns:a16="http://schemas.microsoft.com/office/drawing/2014/main" id="{502DFF47-EB71-46E3-A4CD-386A46D8F6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50" y="2612125"/>
            <a:ext cx="4762500" cy="233362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D4FB6AC-0AF0-4635-9FC0-228A46679CA1}"/>
              </a:ext>
            </a:extLst>
          </p:cNvPr>
          <p:cNvSpPr txBox="1"/>
          <p:nvPr/>
        </p:nvSpPr>
        <p:spPr>
          <a:xfrm>
            <a:off x="665578" y="4752937"/>
            <a:ext cx="9622595" cy="2062103"/>
          </a:xfrm>
          <a:prstGeom prst="rect">
            <a:avLst/>
          </a:prstGeom>
          <a:noFill/>
        </p:spPr>
        <p:txBody>
          <a:bodyPr wrap="square">
            <a:spAutoFit/>
          </a:bodyPr>
          <a:lstStyle/>
          <a:p>
            <a:pPr algn="just"/>
            <a:r>
              <a:rPr lang="en-GB" b="1" i="0" u="sng" dirty="0">
                <a:solidFill>
                  <a:srgbClr val="222222"/>
                </a:solidFill>
                <a:effectLst/>
                <a:latin typeface="Raleway"/>
              </a:rPr>
              <a:t>Applications of the Encoder</a:t>
            </a:r>
          </a:p>
          <a:p>
            <a:pPr algn="just">
              <a:buFont typeface="Arial" panose="020B0604020202020204" pitchFamily="34" charset="0"/>
              <a:buChar char="•"/>
            </a:pPr>
            <a:r>
              <a:rPr lang="en-GB" dirty="0"/>
              <a:t>Speed synchronization of multiple motors in industries</a:t>
            </a:r>
          </a:p>
          <a:p>
            <a:pPr algn="just">
              <a:buFont typeface="Arial" panose="020B0604020202020204" pitchFamily="34" charset="0"/>
              <a:buChar char="•"/>
            </a:pPr>
            <a:r>
              <a:rPr lang="en-GB" dirty="0"/>
              <a:t>War field flying robot with a night vision flying camera</a:t>
            </a:r>
          </a:p>
          <a:p>
            <a:pPr algn="just">
              <a:buFont typeface="Arial" panose="020B0604020202020204" pitchFamily="34" charset="0"/>
              <a:buChar char="•"/>
            </a:pPr>
            <a:r>
              <a:rPr lang="en-GB" dirty="0"/>
              <a:t>Robotic vehicle with the metal detector</a:t>
            </a:r>
          </a:p>
          <a:p>
            <a:pPr algn="just">
              <a:buFont typeface="Arial" panose="020B0604020202020204" pitchFamily="34" charset="0"/>
              <a:buChar char="•"/>
            </a:pPr>
            <a:r>
              <a:rPr lang="en-GB" dirty="0"/>
              <a:t>RF based home automation system</a:t>
            </a:r>
          </a:p>
          <a:p>
            <a:pPr algn="just">
              <a:buFont typeface="Arial" panose="020B0604020202020204" pitchFamily="34" charset="0"/>
              <a:buChar char="•"/>
            </a:pPr>
            <a:r>
              <a:rPr lang="en-GB" dirty="0"/>
              <a:t>Automatic health monitoring systems</a:t>
            </a:r>
          </a:p>
          <a:p>
            <a:pPr algn="just">
              <a:buFont typeface="Arial" panose="020B0604020202020204" pitchFamily="34" charset="0"/>
              <a:buChar char="•"/>
            </a:pPr>
            <a:r>
              <a:rPr lang="en-GB" dirty="0"/>
              <a:t>Encoders are used to convert a decimal number into the binary number. </a:t>
            </a:r>
          </a:p>
        </p:txBody>
      </p:sp>
    </p:spTree>
    <p:extLst>
      <p:ext uri="{BB962C8B-B14F-4D97-AF65-F5344CB8AC3E}">
        <p14:creationId xmlns:p14="http://schemas.microsoft.com/office/powerpoint/2010/main" val="30405984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951C79-2716-43E3-8F47-68FCE9CC7845}"/>
              </a:ext>
            </a:extLst>
          </p:cNvPr>
          <p:cNvSpPr>
            <a:spLocks noGrp="1"/>
          </p:cNvSpPr>
          <p:nvPr>
            <p:ph type="ctrTitle"/>
          </p:nvPr>
        </p:nvSpPr>
        <p:spPr>
          <a:xfrm>
            <a:off x="1144173" y="60496"/>
            <a:ext cx="9144000" cy="593895"/>
          </a:xfrm>
        </p:spPr>
        <p:txBody>
          <a:bodyPr/>
          <a:lstStyle/>
          <a:p>
            <a:r>
              <a:rPr lang="en-GB" sz="4000" b="1" dirty="0"/>
              <a:t>Types of Encoder</a:t>
            </a:r>
            <a:endParaRPr lang="en-IN" sz="4000" b="1" dirty="0"/>
          </a:p>
        </p:txBody>
      </p:sp>
      <p:sp>
        <p:nvSpPr>
          <p:cNvPr id="3" name="Rectangle 1">
            <a:extLst>
              <a:ext uri="{FF2B5EF4-FFF2-40B4-BE49-F238E27FC236}">
                <a16:creationId xmlns:a16="http://schemas.microsoft.com/office/drawing/2014/main" id="{21F6569E-333D-461C-B0DC-4E368B02D623}"/>
              </a:ext>
            </a:extLst>
          </p:cNvPr>
          <p:cNvSpPr>
            <a:spLocks noChangeArrowheads="1"/>
          </p:cNvSpPr>
          <p:nvPr/>
        </p:nvSpPr>
        <p:spPr bwMode="auto">
          <a:xfrm>
            <a:off x="340482" y="654391"/>
            <a:ext cx="11511036" cy="538609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b="1" u="sng" dirty="0"/>
              <a:t>4 to 2 line Encoder: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In 4 to 2 line encoder, there are total of four inputs, i.e., Y0, Y1, Y2, and Y3, and two outputs, i.e., A0 and A1.</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In 4-input lines, one input-line is set to true at a time to get the respective binary code in the output side.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Below are the block diagram and the truth table of the 4 to 2 line encoder.</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t>Block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t>Truth Table: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2050" name="Picture 2" descr="Encoders">
            <a:extLst>
              <a:ext uri="{FF2B5EF4-FFF2-40B4-BE49-F238E27FC236}">
                <a16:creationId xmlns:a16="http://schemas.microsoft.com/office/drawing/2014/main" id="{B7B58544-4B28-4008-BE27-980FAE470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5337" y="2121984"/>
            <a:ext cx="4762500" cy="2143125"/>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Encoders">
            <a:extLst>
              <a:ext uri="{FF2B5EF4-FFF2-40B4-BE49-F238E27FC236}">
                <a16:creationId xmlns:a16="http://schemas.microsoft.com/office/drawing/2014/main" id="{7C23635B-B2FD-440B-9FDA-97D26DE25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2961" y="4737341"/>
            <a:ext cx="4524375" cy="199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71864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25921A1-B4A4-41B2-9349-C0A059128997}"/>
              </a:ext>
            </a:extLst>
          </p:cNvPr>
          <p:cNvSpPr txBox="1"/>
          <p:nvPr/>
        </p:nvSpPr>
        <p:spPr>
          <a:xfrm>
            <a:off x="-2344" y="159993"/>
            <a:ext cx="6098344" cy="369332"/>
          </a:xfrm>
          <a:prstGeom prst="rect">
            <a:avLst/>
          </a:prstGeom>
          <a:noFill/>
        </p:spPr>
        <p:txBody>
          <a:bodyPr wrap="square">
            <a:spAutoFit/>
          </a:bodyPr>
          <a:lstStyle/>
          <a:p>
            <a:r>
              <a:rPr lang="en-GB" b="1" i="0" dirty="0">
                <a:solidFill>
                  <a:srgbClr val="333333"/>
                </a:solidFill>
                <a:effectLst/>
                <a:latin typeface="inter-regular"/>
              </a:rPr>
              <a:t>The logical expression of the term A0 and A1 is as follows:</a:t>
            </a:r>
            <a:endParaRPr lang="en-IN" b="1" dirty="0"/>
          </a:p>
        </p:txBody>
      </p:sp>
      <p:sp>
        <p:nvSpPr>
          <p:cNvPr id="7" name="Rectangle 1">
            <a:extLst>
              <a:ext uri="{FF2B5EF4-FFF2-40B4-BE49-F238E27FC236}">
                <a16:creationId xmlns:a16="http://schemas.microsoft.com/office/drawing/2014/main" id="{DA9B52FE-EBEB-4F88-856C-C9175E1B1B2D}"/>
              </a:ext>
            </a:extLst>
          </p:cNvPr>
          <p:cNvSpPr>
            <a:spLocks noChangeArrowheads="1"/>
          </p:cNvSpPr>
          <p:nvPr/>
        </p:nvSpPr>
        <p:spPr bwMode="auto">
          <a:xfrm>
            <a:off x="478300" y="628809"/>
            <a:ext cx="8862647"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A1=Y3+Y2</a:t>
            </a:r>
            <a:br>
              <a:rPr lang="en-US" altLang="en-US" b="1" dirty="0"/>
            </a:br>
            <a:r>
              <a:rPr lang="en-US" altLang="en-US" b="1" dirty="0"/>
              <a:t>A0=Y3+Y1</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Logical circuit/Combinational Circuit of the above expressions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r>
              <a:rPr kumimoji="0" lang="en-US" altLang="en-US" sz="186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pic>
        <p:nvPicPr>
          <p:cNvPr id="3074" name="Picture 2" descr="Encoders">
            <a:extLst>
              <a:ext uri="{FF2B5EF4-FFF2-40B4-BE49-F238E27FC236}">
                <a16:creationId xmlns:a16="http://schemas.microsoft.com/office/drawing/2014/main" id="{C23598FC-D2EE-4601-B5D8-8F65EA288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522" y="2058107"/>
            <a:ext cx="4343400" cy="2962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50358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F9504-EA27-4141-A1BA-6DC7C20BFB51}"/>
              </a:ext>
            </a:extLst>
          </p:cNvPr>
          <p:cNvSpPr>
            <a:spLocks noGrp="1"/>
          </p:cNvSpPr>
          <p:nvPr>
            <p:ph type="ctrTitle"/>
          </p:nvPr>
        </p:nvSpPr>
        <p:spPr>
          <a:xfrm>
            <a:off x="1524000" y="134091"/>
            <a:ext cx="9144000" cy="602578"/>
          </a:xfrm>
        </p:spPr>
        <p:txBody>
          <a:bodyPr/>
          <a:lstStyle/>
          <a:p>
            <a:r>
              <a:rPr lang="en-GB" sz="4400" b="1" dirty="0"/>
              <a:t>8 to 3 line Encoder/Octal to Binary</a:t>
            </a:r>
            <a:endParaRPr lang="en-IN" sz="4400" b="1" dirty="0"/>
          </a:p>
        </p:txBody>
      </p:sp>
      <p:sp>
        <p:nvSpPr>
          <p:cNvPr id="4" name="Rectangle 1">
            <a:extLst>
              <a:ext uri="{FF2B5EF4-FFF2-40B4-BE49-F238E27FC236}">
                <a16:creationId xmlns:a16="http://schemas.microsoft.com/office/drawing/2014/main" id="{5DF4929E-85D7-4D35-867D-58146B97BDBA}"/>
              </a:ext>
            </a:extLst>
          </p:cNvPr>
          <p:cNvSpPr>
            <a:spLocks noChangeArrowheads="1"/>
          </p:cNvSpPr>
          <p:nvPr/>
        </p:nvSpPr>
        <p:spPr bwMode="auto">
          <a:xfrm>
            <a:off x="0" y="736669"/>
            <a:ext cx="11814837" cy="56323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8 to 3 line Encoder is also known as Octal to Binary Encoder.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 In 8 to 3 line encoder, there is a total of eight inputs, i.e., Y0, Y1, Y2, Y3, Y4, Y5, Y6, and Y7 and three outputs,</a:t>
            </a:r>
          </a:p>
          <a:p>
            <a:pPr marR="0" lvl="0" algn="l" defTabSz="914400" rtl="0" eaLnBrk="0" fontAlgn="base" latinLnBrk="0" hangingPunct="0">
              <a:lnSpc>
                <a:spcPct val="100000"/>
              </a:lnSpc>
              <a:spcBef>
                <a:spcPct val="0"/>
              </a:spcBef>
              <a:spcAft>
                <a:spcPct val="0"/>
              </a:spcAft>
              <a:buClrTx/>
              <a:buSzTx/>
              <a:tabLst/>
            </a:pPr>
            <a:r>
              <a:rPr lang="en-US" altLang="en-US" dirty="0"/>
              <a:t> i.e., A0, A1, and A2.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In 8-input lines, one input-line is set to true at a time to get the respective binary code in the output side. </a:t>
            </a:r>
          </a:p>
          <a:p>
            <a:pPr marR="0" lvl="0" algn="l" defTabSz="914400" rtl="0" eaLnBrk="0" fontAlgn="base" latinLnBrk="0" hangingPunct="0">
              <a:lnSpc>
                <a:spcPct val="100000"/>
              </a:lnSpc>
              <a:spcBef>
                <a:spcPct val="0"/>
              </a:spcBef>
              <a:spcAft>
                <a:spcPct val="0"/>
              </a:spcAft>
              <a:buClrTx/>
              <a:buSzTx/>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Below are the block diagram and the truth table of the 8 to 3 line encoder.</a:t>
            </a:r>
          </a:p>
          <a:p>
            <a:r>
              <a:rPr lang="en-US" altLang="en-US" b="1" dirty="0"/>
              <a:t>Block Diagram: 							Truth Table:</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b="1"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4098" name="Picture 2" descr="Encoders">
            <a:extLst>
              <a:ext uri="{FF2B5EF4-FFF2-40B4-BE49-F238E27FC236}">
                <a16:creationId xmlns:a16="http://schemas.microsoft.com/office/drawing/2014/main" id="{8DE9CDC4-7E0A-4B7E-8C16-1E144A7AD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286" y="2676280"/>
            <a:ext cx="5162843" cy="2331817"/>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Encoders">
            <a:extLst>
              <a:ext uri="{FF2B5EF4-FFF2-40B4-BE49-F238E27FC236}">
                <a16:creationId xmlns:a16="http://schemas.microsoft.com/office/drawing/2014/main" id="{1EB6D36E-4CF7-4659-8218-6313297B7A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97415" y="2785137"/>
            <a:ext cx="6191250" cy="3742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22952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03269870-E7F4-47A9-BAE2-E04413C17EF3}"/>
              </a:ext>
            </a:extLst>
          </p:cNvPr>
          <p:cNvSpPr>
            <a:spLocks noChangeArrowheads="1"/>
          </p:cNvSpPr>
          <p:nvPr/>
        </p:nvSpPr>
        <p:spPr bwMode="auto">
          <a:xfrm>
            <a:off x="196947" y="125162"/>
            <a:ext cx="676358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logical expression of the term A0, A1, and A2 are as follows: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A2=Y4+Y5+Y6+Y7</a:t>
            </a:r>
            <a:br>
              <a:rPr lang="en-US" altLang="en-US" b="1" dirty="0"/>
            </a:br>
            <a:r>
              <a:rPr lang="en-US" altLang="en-US" b="1" dirty="0"/>
              <a:t>A1=Y2+Y3+Y6+Y7</a:t>
            </a:r>
            <a:br>
              <a:rPr lang="en-US" altLang="en-US" b="1" dirty="0"/>
            </a:br>
            <a:r>
              <a:rPr lang="en-US" altLang="en-US" b="1" dirty="0"/>
              <a:t>A0=Y7+Y5+Y3+Y1</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Logical circuit of the above expressions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5122" name="Picture 2" descr="Encoders">
            <a:extLst>
              <a:ext uri="{FF2B5EF4-FFF2-40B4-BE49-F238E27FC236}">
                <a16:creationId xmlns:a16="http://schemas.microsoft.com/office/drawing/2014/main" id="{A40BD70E-A267-4612-884B-E0FE5D1ACA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8508" y="1512276"/>
            <a:ext cx="6763582" cy="487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40288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9A3A6-FFBC-4214-BA8C-648015254C44}"/>
              </a:ext>
            </a:extLst>
          </p:cNvPr>
          <p:cNvSpPr>
            <a:spLocks noGrp="1"/>
          </p:cNvSpPr>
          <p:nvPr>
            <p:ph type="ctrTitle"/>
          </p:nvPr>
        </p:nvSpPr>
        <p:spPr>
          <a:xfrm>
            <a:off x="1524000" y="229310"/>
            <a:ext cx="9144000" cy="762708"/>
          </a:xfrm>
        </p:spPr>
        <p:txBody>
          <a:bodyPr/>
          <a:lstStyle/>
          <a:p>
            <a:r>
              <a:rPr lang="en-GB" sz="4000" b="1" dirty="0"/>
              <a:t>Decimal to BCD Line Encoder</a:t>
            </a:r>
            <a:endParaRPr lang="en-IN" sz="4000" b="1" dirty="0"/>
          </a:p>
        </p:txBody>
      </p:sp>
      <p:sp>
        <p:nvSpPr>
          <p:cNvPr id="4" name="Rectangle 1">
            <a:extLst>
              <a:ext uri="{FF2B5EF4-FFF2-40B4-BE49-F238E27FC236}">
                <a16:creationId xmlns:a16="http://schemas.microsoft.com/office/drawing/2014/main" id="{3E8BF3F8-272A-434D-AB68-6475446B9063}"/>
              </a:ext>
            </a:extLst>
          </p:cNvPr>
          <p:cNvSpPr>
            <a:spLocks noChangeArrowheads="1"/>
          </p:cNvSpPr>
          <p:nvPr/>
        </p:nvSpPr>
        <p:spPr bwMode="auto">
          <a:xfrm>
            <a:off x="126609" y="992018"/>
            <a:ext cx="12065391" cy="230832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Octal to Binary Encoder is also known as 10 to 4 line Encoder.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In 10 to 4 line encoder, there are total of ten inputs, i.e., Y0, Y1, Y2, Y3, Y4, Y5, Y6, Y7, Y8, and Y9 and four outputs., A0, A1, A2, and A3. In 10-input lines, one input-line is set to true at a time to get the respective BCD code in the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output side.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The block diagram and the truth table of the decimal to BCD encoder are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Block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6146" name="Picture 2" descr="Encoders">
            <a:extLst>
              <a:ext uri="{FF2B5EF4-FFF2-40B4-BE49-F238E27FC236}">
                <a16:creationId xmlns:a16="http://schemas.microsoft.com/office/drawing/2014/main" id="{989B2E88-4B29-4DB5-9587-34AFA91A52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7707" y="2780004"/>
            <a:ext cx="7632895" cy="3522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60022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F2B6B818-F8ED-4E8B-A0E3-F083B28D2EC5}"/>
              </a:ext>
            </a:extLst>
          </p:cNvPr>
          <p:cNvSpPr>
            <a:spLocks noChangeArrowheads="1"/>
          </p:cNvSpPr>
          <p:nvPr/>
        </p:nvSpPr>
        <p:spPr bwMode="auto">
          <a:xfrm>
            <a:off x="190035" y="215045"/>
            <a:ext cx="1488484"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Truth Table:</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7170" name="Picture 2" descr="Encoders">
            <a:extLst>
              <a:ext uri="{FF2B5EF4-FFF2-40B4-BE49-F238E27FC236}">
                <a16:creationId xmlns:a16="http://schemas.microsoft.com/office/drawing/2014/main" id="{9EC04B08-85D6-40DA-8D63-5C33B544F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5071" y="299451"/>
            <a:ext cx="9115864" cy="465237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F6A5EBE-7944-4FFE-BE7A-143127A22BCA}"/>
              </a:ext>
            </a:extLst>
          </p:cNvPr>
          <p:cNvSpPr txBox="1"/>
          <p:nvPr/>
        </p:nvSpPr>
        <p:spPr>
          <a:xfrm>
            <a:off x="344658" y="4804223"/>
            <a:ext cx="6618849" cy="147732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logical expression of the term A0, A1, A2, and A3 is as follows: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t>A3=Y9+Y8</a:t>
            </a:r>
            <a:br>
              <a:rPr lang="en-US" altLang="en-US" b="1" dirty="0"/>
            </a:br>
            <a:r>
              <a:rPr lang="en-US" altLang="en-US" b="1" dirty="0"/>
              <a:t>             A2=Y7+Y6+Y5+Y4</a:t>
            </a:r>
            <a:br>
              <a:rPr lang="en-US" altLang="en-US" b="1" dirty="0"/>
            </a:br>
            <a:r>
              <a:rPr lang="en-US" altLang="en-US" b="1" dirty="0"/>
              <a:t>             A1=Y7+Y6+Y3+Y2</a:t>
            </a:r>
            <a:br>
              <a:rPr lang="en-US" altLang="en-US" b="1" dirty="0"/>
            </a:br>
            <a:r>
              <a:rPr lang="en-US" altLang="en-US" b="1" dirty="0"/>
              <a:t>			A0 = Y9 + Y7 +Y5 +Y3 + Y1</a:t>
            </a:r>
          </a:p>
        </p:txBody>
      </p:sp>
    </p:spTree>
    <p:extLst>
      <p:ext uri="{BB962C8B-B14F-4D97-AF65-F5344CB8AC3E}">
        <p14:creationId xmlns:p14="http://schemas.microsoft.com/office/powerpoint/2010/main" val="341633747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2E3C95-08A8-45E0-B77A-0F68F4440433}"/>
              </a:ext>
            </a:extLst>
          </p:cNvPr>
          <p:cNvSpPr>
            <a:spLocks noChangeArrowheads="1"/>
          </p:cNvSpPr>
          <p:nvPr/>
        </p:nvSpPr>
        <p:spPr bwMode="auto">
          <a:xfrm>
            <a:off x="98474" y="106193"/>
            <a:ext cx="58943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Logical circuit of the above expressions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8194" name="Picture 2" descr="Encoders">
            <a:extLst>
              <a:ext uri="{FF2B5EF4-FFF2-40B4-BE49-F238E27FC236}">
                <a16:creationId xmlns:a16="http://schemas.microsoft.com/office/drawing/2014/main" id="{BA818149-3E24-4351-87E4-FD62217E3D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6650" y="429358"/>
            <a:ext cx="7947856" cy="5191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6954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6BD37-5F37-4932-A957-3193155755DD}"/>
              </a:ext>
            </a:extLst>
          </p:cNvPr>
          <p:cNvSpPr>
            <a:spLocks noGrp="1"/>
          </p:cNvSpPr>
          <p:nvPr>
            <p:ph type="ctrTitle"/>
          </p:nvPr>
        </p:nvSpPr>
        <p:spPr>
          <a:xfrm>
            <a:off x="1524000" y="193895"/>
            <a:ext cx="9144000" cy="889317"/>
          </a:xfrm>
        </p:spPr>
        <p:txBody>
          <a:bodyPr/>
          <a:lstStyle/>
          <a:p>
            <a:r>
              <a:rPr lang="en-GB" dirty="0"/>
              <a:t>Priority Encoder</a:t>
            </a:r>
            <a:endParaRPr lang="en-IN" dirty="0"/>
          </a:p>
        </p:txBody>
      </p:sp>
      <p:sp>
        <p:nvSpPr>
          <p:cNvPr id="4" name="Rectangle 1">
            <a:extLst>
              <a:ext uri="{FF2B5EF4-FFF2-40B4-BE49-F238E27FC236}">
                <a16:creationId xmlns:a16="http://schemas.microsoft.com/office/drawing/2014/main" id="{4D3CC12C-7044-4EAF-A5CD-41E5798744AC}"/>
              </a:ext>
            </a:extLst>
          </p:cNvPr>
          <p:cNvSpPr>
            <a:spLocks noChangeArrowheads="1"/>
          </p:cNvSpPr>
          <p:nvPr/>
        </p:nvSpPr>
        <p:spPr bwMode="auto">
          <a:xfrm>
            <a:off x="173545" y="1083212"/>
            <a:ext cx="11844909"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A 4 to 2 priority encoder has four inputs Y3, Y2, Y1 &amp; Y0 and two outputs A1 &amp; A0.</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 Here, the input, Y3 has the highest priority, whereas the input, Y0 has the lowest priority.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 In this case, even if more than one input is ‘1’ at the same time, the output will be the binary code </a:t>
            </a:r>
          </a:p>
          <a:p>
            <a:pPr marR="0" lvl="0" algn="l" defTabSz="914400" rtl="0" eaLnBrk="0" fontAlgn="base" latinLnBrk="0" hangingPunct="0">
              <a:lnSpc>
                <a:spcPct val="100000"/>
              </a:lnSpc>
              <a:spcBef>
                <a:spcPct val="0"/>
              </a:spcBef>
              <a:spcAft>
                <a:spcPct val="0"/>
              </a:spcAft>
              <a:buClrTx/>
              <a:buSzTx/>
              <a:tabLst/>
            </a:pPr>
            <a:r>
              <a:rPr lang="en-US" altLang="en-US" dirty="0"/>
              <a:t>corresponding to the input, which is having higher priority.</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We considered one more output, V in order to know, whether the code available at outputs is valid or not.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If at least one input of the encoder is ‘1’, then the code available at outputs is a valid one. In this case, the output, </a:t>
            </a:r>
          </a:p>
          <a:p>
            <a:pPr marL="0" marR="0" lvl="0" indent="0" algn="l" defTabSz="914400" rtl="0" eaLnBrk="0" fontAlgn="base" latinLnBrk="0" hangingPunct="0">
              <a:lnSpc>
                <a:spcPct val="100000"/>
              </a:lnSpc>
              <a:spcBef>
                <a:spcPct val="0"/>
              </a:spcBef>
              <a:spcAft>
                <a:spcPct val="0"/>
              </a:spcAft>
              <a:buClrTx/>
              <a:buSzTx/>
              <a:tabLst/>
            </a:pPr>
            <a:r>
              <a:rPr lang="en-US" altLang="en-US" dirty="0"/>
              <a:t>V will be equal to 1.</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dirty="0"/>
              <a:t>If all the inputs of encoder are ‘0’, then the code available at outputs is not a valid one. In this case, the output,</a:t>
            </a:r>
          </a:p>
          <a:p>
            <a:pPr marL="0" marR="0" lvl="0" indent="0" algn="l" defTabSz="914400" rtl="0" eaLnBrk="0" fontAlgn="base" latinLnBrk="0" hangingPunct="0">
              <a:lnSpc>
                <a:spcPct val="100000"/>
              </a:lnSpc>
              <a:spcBef>
                <a:spcPct val="0"/>
              </a:spcBef>
              <a:spcAft>
                <a:spcPct val="0"/>
              </a:spcAft>
              <a:buClrTx/>
              <a:buSzTx/>
              <a:tabLst/>
            </a:pPr>
            <a:r>
              <a:rPr lang="en-US" altLang="en-US" dirty="0"/>
              <a:t>V will be equal to 0.</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p:txBody>
      </p:sp>
    </p:spTree>
    <p:extLst>
      <p:ext uri="{BB962C8B-B14F-4D97-AF65-F5344CB8AC3E}">
        <p14:creationId xmlns:p14="http://schemas.microsoft.com/office/powerpoint/2010/main" val="34448842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5B6AF59C-BBEF-498D-9DBF-B19A5947D0B5}"/>
              </a:ext>
            </a:extLst>
          </p:cNvPr>
          <p:cNvGraphicFramePr>
            <a:graphicFrameLocks noGrp="1"/>
          </p:cNvGraphicFramePr>
          <p:nvPr>
            <p:extLst>
              <p:ext uri="{D42A27DB-BD31-4B8C-83A1-F6EECF244321}">
                <p14:modId xmlns:p14="http://schemas.microsoft.com/office/powerpoint/2010/main" val="2040518725"/>
              </p:ext>
            </p:extLst>
          </p:nvPr>
        </p:nvGraphicFramePr>
        <p:xfrm>
          <a:off x="2307945" y="1016599"/>
          <a:ext cx="7891135" cy="3330320"/>
        </p:xfrm>
        <a:graphic>
          <a:graphicData uri="http://schemas.openxmlformats.org/drawingml/2006/table">
            <a:tbl>
              <a:tblPr/>
              <a:tblGrid>
                <a:gridCol w="1127305">
                  <a:extLst>
                    <a:ext uri="{9D8B030D-6E8A-4147-A177-3AD203B41FA5}">
                      <a16:colId xmlns:a16="http://schemas.microsoft.com/office/drawing/2014/main" val="2828405510"/>
                    </a:ext>
                  </a:extLst>
                </a:gridCol>
                <a:gridCol w="1127305">
                  <a:extLst>
                    <a:ext uri="{9D8B030D-6E8A-4147-A177-3AD203B41FA5}">
                      <a16:colId xmlns:a16="http://schemas.microsoft.com/office/drawing/2014/main" val="4107632812"/>
                    </a:ext>
                  </a:extLst>
                </a:gridCol>
                <a:gridCol w="1127305">
                  <a:extLst>
                    <a:ext uri="{9D8B030D-6E8A-4147-A177-3AD203B41FA5}">
                      <a16:colId xmlns:a16="http://schemas.microsoft.com/office/drawing/2014/main" val="1638914763"/>
                    </a:ext>
                  </a:extLst>
                </a:gridCol>
                <a:gridCol w="1127305">
                  <a:extLst>
                    <a:ext uri="{9D8B030D-6E8A-4147-A177-3AD203B41FA5}">
                      <a16:colId xmlns:a16="http://schemas.microsoft.com/office/drawing/2014/main" val="139287474"/>
                    </a:ext>
                  </a:extLst>
                </a:gridCol>
                <a:gridCol w="1127305">
                  <a:extLst>
                    <a:ext uri="{9D8B030D-6E8A-4147-A177-3AD203B41FA5}">
                      <a16:colId xmlns:a16="http://schemas.microsoft.com/office/drawing/2014/main" val="3057387925"/>
                    </a:ext>
                  </a:extLst>
                </a:gridCol>
                <a:gridCol w="1127305">
                  <a:extLst>
                    <a:ext uri="{9D8B030D-6E8A-4147-A177-3AD203B41FA5}">
                      <a16:colId xmlns:a16="http://schemas.microsoft.com/office/drawing/2014/main" val="1109300182"/>
                    </a:ext>
                  </a:extLst>
                </a:gridCol>
                <a:gridCol w="1127305">
                  <a:extLst>
                    <a:ext uri="{9D8B030D-6E8A-4147-A177-3AD203B41FA5}">
                      <a16:colId xmlns:a16="http://schemas.microsoft.com/office/drawing/2014/main" val="2403191971"/>
                    </a:ext>
                  </a:extLst>
                </a:gridCol>
              </a:tblGrid>
              <a:tr h="475760">
                <a:tc gridSpan="4">
                  <a:txBody>
                    <a:bodyPr/>
                    <a:lstStyle/>
                    <a:p>
                      <a:pPr algn="ctr" fontAlgn="t"/>
                      <a:r>
                        <a:rPr lang="en-IN">
                          <a:effectLst/>
                        </a:rPr>
                        <a:t>Inputs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IN"/>
                    </a:p>
                  </a:txBody>
                  <a:tcPr/>
                </a:tc>
                <a:tc hMerge="1">
                  <a:txBody>
                    <a:bodyPr/>
                    <a:lstStyle/>
                    <a:p>
                      <a:endParaRPr lang="en-IN"/>
                    </a:p>
                  </a:txBody>
                  <a:tcPr/>
                </a:tc>
                <a:tc hMerge="1">
                  <a:txBody>
                    <a:bodyPr/>
                    <a:lstStyle/>
                    <a:p>
                      <a:endParaRPr lang="en-IN"/>
                    </a:p>
                  </a:txBody>
                  <a:tcPr/>
                </a:tc>
                <a:tc gridSpan="3">
                  <a:txBody>
                    <a:bodyPr/>
                    <a:lstStyle/>
                    <a:p>
                      <a:pPr algn="ctr" fontAlgn="t"/>
                      <a:r>
                        <a:rPr lang="en-IN">
                          <a:effectLst/>
                        </a:rPr>
                        <a:t>Outputs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934215339"/>
                  </a:ext>
                </a:extLst>
              </a:tr>
              <a:tr h="475760">
                <a:tc>
                  <a:txBody>
                    <a:bodyPr/>
                    <a:lstStyle/>
                    <a:p>
                      <a:pPr fontAlgn="t"/>
                      <a:r>
                        <a:rPr lang="en-IN" b="1">
                          <a:effectLst/>
                        </a:rPr>
                        <a:t>Y</a:t>
                      </a:r>
                      <a:r>
                        <a:rPr lang="en-IN" b="1" baseline="-25000">
                          <a:effectLst/>
                        </a:rPr>
                        <a:t>3</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Y</a:t>
                      </a:r>
                      <a:r>
                        <a:rPr lang="en-IN" b="1" baseline="-25000">
                          <a:effectLst/>
                        </a:rPr>
                        <a:t>2</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Y</a:t>
                      </a:r>
                      <a:r>
                        <a:rPr lang="en-IN" b="1" baseline="-25000">
                          <a:effectLst/>
                        </a:rPr>
                        <a:t>1</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Y</a:t>
                      </a:r>
                      <a:r>
                        <a:rPr lang="en-IN" b="1" baseline="-25000">
                          <a:effectLst/>
                        </a:rPr>
                        <a:t>0</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A</a:t>
                      </a:r>
                      <a:r>
                        <a:rPr lang="en-IN" b="1" baseline="-25000">
                          <a:effectLst/>
                        </a:rPr>
                        <a:t>1</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A</a:t>
                      </a:r>
                      <a:r>
                        <a:rPr lang="en-IN" b="1" baseline="-25000">
                          <a:effectLst/>
                        </a:rPr>
                        <a:t>0</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V</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43486466"/>
                  </a:ext>
                </a:extLst>
              </a:tr>
              <a:tr h="475760">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22664968"/>
                  </a:ext>
                </a:extLst>
              </a:tr>
              <a:tr h="475760">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07053487"/>
                  </a:ext>
                </a:extLst>
              </a:tr>
              <a:tr h="475760">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050670613"/>
                  </a:ext>
                </a:extLst>
              </a:tr>
              <a:tr h="475760">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755454021"/>
                  </a:ext>
                </a:extLst>
              </a:tr>
              <a:tr h="475760">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914470631"/>
                  </a:ext>
                </a:extLst>
              </a:tr>
            </a:tbl>
          </a:graphicData>
        </a:graphic>
      </p:graphicFrame>
      <p:sp>
        <p:nvSpPr>
          <p:cNvPr id="7" name="Rectangle 1">
            <a:extLst>
              <a:ext uri="{FF2B5EF4-FFF2-40B4-BE49-F238E27FC236}">
                <a16:creationId xmlns:a16="http://schemas.microsoft.com/office/drawing/2014/main" id="{946A7935-4854-4633-86E7-3A59911C17AA}"/>
              </a:ext>
            </a:extLst>
          </p:cNvPr>
          <p:cNvSpPr>
            <a:spLocks noChangeArrowheads="1"/>
          </p:cNvSpPr>
          <p:nvPr/>
        </p:nvSpPr>
        <p:spPr bwMode="auto">
          <a:xfrm>
            <a:off x="1200068" y="219125"/>
            <a:ext cx="59684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Truth table of 4 to 2 priority encoder is shown below.</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a:t>
            </a:r>
          </a:p>
        </p:txBody>
      </p:sp>
      <p:sp>
        <p:nvSpPr>
          <p:cNvPr id="9" name="TextBox 8">
            <a:extLst>
              <a:ext uri="{FF2B5EF4-FFF2-40B4-BE49-F238E27FC236}">
                <a16:creationId xmlns:a16="http://schemas.microsoft.com/office/drawing/2014/main" id="{9122E083-C80A-413A-AB92-0CCD45C73748}"/>
              </a:ext>
            </a:extLst>
          </p:cNvPr>
          <p:cNvSpPr txBox="1"/>
          <p:nvPr/>
        </p:nvSpPr>
        <p:spPr>
          <a:xfrm>
            <a:off x="502920" y="4790441"/>
            <a:ext cx="8570742" cy="369332"/>
          </a:xfrm>
          <a:prstGeom prst="rect">
            <a:avLst/>
          </a:prstGeom>
          <a:noFill/>
        </p:spPr>
        <p:txBody>
          <a:bodyPr wrap="square">
            <a:spAutoFit/>
          </a:bodyPr>
          <a:lstStyle/>
          <a:p>
            <a:r>
              <a:rPr lang="en-US" altLang="en-US" dirty="0"/>
              <a:t>Use 4 variable K-maps for getting simplified expressions for each output</a:t>
            </a:r>
            <a:endParaRPr lang="en-IN" dirty="0"/>
          </a:p>
        </p:txBody>
      </p:sp>
    </p:spTree>
    <p:extLst>
      <p:ext uri="{BB962C8B-B14F-4D97-AF65-F5344CB8AC3E}">
        <p14:creationId xmlns:p14="http://schemas.microsoft.com/office/powerpoint/2010/main" val="343541064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054619-2A1A-40D3-8068-0CCE90196A5F}"/>
              </a:ext>
            </a:extLst>
          </p:cNvPr>
          <p:cNvSpPr>
            <a:spLocks noChangeArrowheads="1"/>
          </p:cNvSpPr>
          <p:nvPr/>
        </p:nvSpPr>
        <p:spPr bwMode="auto">
          <a:xfrm>
            <a:off x="0" y="692497"/>
            <a:ext cx="759695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Use 4 variable K-maps for getting simplified expressions for each output.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dirty="0"/>
            </a:br>
            <a:endParaRPr lang="en-US" altLang="en-US" dirty="0"/>
          </a:p>
        </p:txBody>
      </p:sp>
      <p:pic>
        <p:nvPicPr>
          <p:cNvPr id="11266" name="Picture 2" descr="K Map">
            <a:extLst>
              <a:ext uri="{FF2B5EF4-FFF2-40B4-BE49-F238E27FC236}">
                <a16:creationId xmlns:a16="http://schemas.microsoft.com/office/drawing/2014/main" id="{FE3546D7-4CB7-4B98-B932-F8F4F01C54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7523" y="1292661"/>
            <a:ext cx="7352913" cy="315624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65DA94A-6D71-454C-BD4A-8F5A06EE467C}"/>
              </a:ext>
            </a:extLst>
          </p:cNvPr>
          <p:cNvSpPr txBox="1"/>
          <p:nvPr/>
        </p:nvSpPr>
        <p:spPr>
          <a:xfrm>
            <a:off x="735235" y="4688175"/>
            <a:ext cx="6126480"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simplified Boolean functions are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A1=Y3+Y2A1=Y3+Y2</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A0=Y3+Y2′Y1A0=Y3+Y2′Y1</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Similarly, we will get the Boolean function of output, V as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V=Y3+Y2+Y1+Y0</a:t>
            </a:r>
          </a:p>
        </p:txBody>
      </p:sp>
    </p:spTree>
    <p:extLst>
      <p:ext uri="{BB962C8B-B14F-4D97-AF65-F5344CB8AC3E}">
        <p14:creationId xmlns:p14="http://schemas.microsoft.com/office/powerpoint/2010/main" val="26511932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27AA3B3-5D56-4D64-8FDF-A15828BA0FA9}"/>
              </a:ext>
            </a:extLst>
          </p:cNvPr>
          <p:cNvSpPr>
            <a:spLocks noChangeArrowheads="1"/>
          </p:cNvSpPr>
          <p:nvPr/>
        </p:nvSpPr>
        <p:spPr bwMode="auto">
          <a:xfrm>
            <a:off x="379828" y="549975"/>
            <a:ext cx="1035382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We can implement the above Boolean functions using logic gates.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circuit diagram of 4 to 2 priority encoder is shown in the following figure.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br>
              <a:rPr lang="en-US" altLang="en-US" dirty="0"/>
            </a:br>
            <a:endParaRPr lang="en-US" altLang="en-US" dirty="0"/>
          </a:p>
        </p:txBody>
      </p:sp>
      <p:pic>
        <p:nvPicPr>
          <p:cNvPr id="12290" name="Picture 2" descr="Priority Encoder">
            <a:extLst>
              <a:ext uri="{FF2B5EF4-FFF2-40B4-BE49-F238E27FC236}">
                <a16:creationId xmlns:a16="http://schemas.microsoft.com/office/drawing/2014/main" id="{9BD26749-C91E-4690-BBE2-2B3E22D319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4274" y="1750304"/>
            <a:ext cx="5715000" cy="3771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54793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27AA3B3-5D56-4D64-8FDF-A15828BA0FA9}"/>
              </a:ext>
            </a:extLst>
          </p:cNvPr>
          <p:cNvSpPr>
            <a:spLocks noChangeArrowheads="1"/>
          </p:cNvSpPr>
          <p:nvPr/>
        </p:nvSpPr>
        <p:spPr bwMode="auto">
          <a:xfrm>
            <a:off x="4267200" y="112164"/>
            <a:ext cx="577668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200" b="1" dirty="0"/>
              <a:t>Decoder</a:t>
            </a:r>
          </a:p>
        </p:txBody>
      </p:sp>
      <p:sp>
        <p:nvSpPr>
          <p:cNvPr id="2" name="Rectangle 1">
            <a:extLst>
              <a:ext uri="{FF2B5EF4-FFF2-40B4-BE49-F238E27FC236}">
                <a16:creationId xmlns:a16="http://schemas.microsoft.com/office/drawing/2014/main" id="{B230D611-EAF4-4F4B-90EF-C786A17A1212}"/>
              </a:ext>
            </a:extLst>
          </p:cNvPr>
          <p:cNvSpPr>
            <a:spLocks noChangeArrowheads="1"/>
          </p:cNvSpPr>
          <p:nvPr/>
        </p:nvSpPr>
        <p:spPr bwMode="auto">
          <a:xfrm>
            <a:off x="0" y="696939"/>
            <a:ext cx="12207188" cy="12003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Decoder is a combinational circuit that has ‘n’ input lines and maximum of 2n output lines.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One of these outputs will be active High based on the combination of inputs present, when the decoder is enabled.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That means decoder detects a particular code.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outputs of the decoder are nothing but the min terms of ‘n’ input variables lines, when it is enabled. </a:t>
            </a:r>
          </a:p>
        </p:txBody>
      </p:sp>
      <p:sp>
        <p:nvSpPr>
          <p:cNvPr id="6" name="Rectangle 4">
            <a:extLst>
              <a:ext uri="{FF2B5EF4-FFF2-40B4-BE49-F238E27FC236}">
                <a16:creationId xmlns:a16="http://schemas.microsoft.com/office/drawing/2014/main" id="{BD0BF29D-22EA-4D62-9E10-CA2A2F45F94D}"/>
              </a:ext>
            </a:extLst>
          </p:cNvPr>
          <p:cNvSpPr>
            <a:spLocks noChangeArrowheads="1"/>
          </p:cNvSpPr>
          <p:nvPr/>
        </p:nvSpPr>
        <p:spPr bwMode="auto">
          <a:xfrm>
            <a:off x="32701" y="5525060"/>
            <a:ext cx="74513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There are various types of decoders which are as follows:</a:t>
            </a:r>
          </a:p>
        </p:txBody>
      </p:sp>
      <p:pic>
        <p:nvPicPr>
          <p:cNvPr id="1029" name="Picture 5" descr="Decoder">
            <a:extLst>
              <a:ext uri="{FF2B5EF4-FFF2-40B4-BE49-F238E27FC236}">
                <a16:creationId xmlns:a16="http://schemas.microsoft.com/office/drawing/2014/main" id="{93E1A4B8-E17A-432B-92BD-AEC76856FE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147" y="2648331"/>
            <a:ext cx="6212425" cy="259891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92BB3CB0-002B-4051-B3D3-249664DB36F7}"/>
              </a:ext>
            </a:extLst>
          </p:cNvPr>
          <p:cNvSpPr txBox="1"/>
          <p:nvPr/>
        </p:nvSpPr>
        <p:spPr>
          <a:xfrm>
            <a:off x="32701" y="1949634"/>
            <a:ext cx="10975951" cy="646331"/>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produced 2N-bit output code is equivalent to the binary information.</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p:txBody>
      </p:sp>
    </p:spTree>
    <p:extLst>
      <p:ext uri="{BB962C8B-B14F-4D97-AF65-F5344CB8AC3E}">
        <p14:creationId xmlns:p14="http://schemas.microsoft.com/office/powerpoint/2010/main" val="83369912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8F6608F5-7720-4B5A-BACA-CE9D2A2BFC63}"/>
              </a:ext>
            </a:extLst>
          </p:cNvPr>
          <p:cNvSpPr>
            <a:spLocks noChangeArrowheads="1"/>
          </p:cNvSpPr>
          <p:nvPr/>
        </p:nvSpPr>
        <p:spPr bwMode="auto">
          <a:xfrm>
            <a:off x="126609" y="335845"/>
            <a:ext cx="11625943" cy="6186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u="sng" dirty="0"/>
              <a:t>2 to 4 Decoder</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Let 2 to 4 Decoder has two inputs A1 &amp; A0 and four outputs Y3, Y2, Y1 &amp; Y0.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block diagram of 2 to 4 decoder is shown in the following figure.</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R="0" lvl="0" algn="just" defTabSz="914400" rtl="0" eaLnBrk="0" fontAlgn="base" latinLnBrk="0" hangingPunct="0">
              <a:lnSpc>
                <a:spcPct val="100000"/>
              </a:lnSpc>
              <a:spcBef>
                <a:spcPct val="0"/>
              </a:spcBef>
              <a:spcAft>
                <a:spcPct val="0"/>
              </a:spcAft>
              <a:buClrTx/>
              <a:buSzTx/>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lang="en-US" altLang="en-US" dirty="0"/>
          </a:p>
          <a:p>
            <a:pPr marR="0" lvl="0" algn="just" defTabSz="914400" rtl="0" eaLnBrk="0" fontAlgn="base" latinLnBrk="0" hangingPunct="0">
              <a:lnSpc>
                <a:spcPct val="100000"/>
              </a:lnSpc>
              <a:spcBef>
                <a:spcPct val="0"/>
              </a:spcBef>
              <a:spcAft>
                <a:spcPct val="0"/>
              </a:spcAft>
              <a:buClrTx/>
              <a:buSzTx/>
              <a:tabLst/>
            </a:pPr>
            <a:endParaRPr lang="en-US" altLang="en-US" dirty="0"/>
          </a:p>
          <a:p>
            <a:pPr marR="0" lvl="0" algn="just" defTabSz="914400" rtl="0" eaLnBrk="0" fontAlgn="base" latinLnBrk="0" hangingPunct="0">
              <a:lnSpc>
                <a:spcPct val="100000"/>
              </a:lnSpc>
              <a:spcBef>
                <a:spcPct val="0"/>
              </a:spcBef>
              <a:spcAft>
                <a:spcPct val="0"/>
              </a:spcAft>
              <a:buClrTx/>
              <a:buSzTx/>
              <a:tabLst/>
            </a:pPr>
            <a:endParaRPr lang="en-US" altLang="en-US" dirty="0"/>
          </a:p>
          <a:p>
            <a:pPr marR="0" lvl="0" algn="just" defTabSz="914400" rtl="0" eaLnBrk="0" fontAlgn="base" latinLnBrk="0" hangingPunct="0">
              <a:lnSpc>
                <a:spcPct val="100000"/>
              </a:lnSpc>
              <a:spcBef>
                <a:spcPct val="0"/>
              </a:spcBef>
              <a:spcAft>
                <a:spcPct val="0"/>
              </a:spcAft>
              <a:buClrTx/>
              <a:buSzTx/>
              <a:tabLst/>
            </a:pPr>
            <a:endParaRPr lang="en-US" altLang="en-US" dirty="0"/>
          </a:p>
          <a:p>
            <a:pPr marR="0" lvl="0" algn="just" defTabSz="914400" rtl="0" eaLnBrk="0" fontAlgn="base" latinLnBrk="0" hangingPunct="0">
              <a:lnSpc>
                <a:spcPct val="100000"/>
              </a:lnSpc>
              <a:spcBef>
                <a:spcPct val="0"/>
              </a:spcBef>
              <a:spcAft>
                <a:spcPct val="0"/>
              </a:spcAft>
              <a:buClrTx/>
              <a:buSzTx/>
              <a:tabLst/>
            </a:pPr>
            <a:endParaRPr lang="en-US" altLang="en-US" dirty="0"/>
          </a:p>
          <a:p>
            <a:pPr marR="0" lvl="0" algn="just" defTabSz="914400" rtl="0" eaLnBrk="0" fontAlgn="base" latinLnBrk="0" hangingPunct="0">
              <a:lnSpc>
                <a:spcPct val="100000"/>
              </a:lnSpc>
              <a:spcBef>
                <a:spcPct val="0"/>
              </a:spcBef>
              <a:spcAft>
                <a:spcPct val="0"/>
              </a:spcAft>
              <a:buClrTx/>
              <a:buSzTx/>
              <a:tabLst/>
            </a:pPr>
            <a:endParaRPr lang="en-US" altLang="en-US" dirty="0"/>
          </a:p>
          <a:p>
            <a:pPr marR="0" lvl="0" algn="just" defTabSz="914400" rtl="0" eaLnBrk="0" fontAlgn="base" latinLnBrk="0" hangingPunct="0">
              <a:lnSpc>
                <a:spcPct val="100000"/>
              </a:lnSpc>
              <a:spcBef>
                <a:spcPct val="0"/>
              </a:spcBef>
              <a:spcAft>
                <a:spcPct val="0"/>
              </a:spcAft>
              <a:buClrTx/>
              <a:buSzTx/>
              <a:tabLst/>
            </a:pPr>
            <a:endParaRPr lang="en-US" altLang="en-US" dirty="0"/>
          </a:p>
          <a:p>
            <a:pPr marR="0" lvl="0" algn="just" defTabSz="914400" rtl="0" eaLnBrk="0" fontAlgn="base" latinLnBrk="0" hangingPunct="0">
              <a:lnSpc>
                <a:spcPct val="100000"/>
              </a:lnSpc>
              <a:spcBef>
                <a:spcPct val="0"/>
              </a:spcBef>
              <a:spcAft>
                <a:spcPct val="0"/>
              </a:spcAft>
              <a:buClrTx/>
              <a:buSzTx/>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One of these four outputs will be ‘1’ for each combination of inputs when enable, E is ‘1’.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p:txBody>
      </p:sp>
      <p:pic>
        <p:nvPicPr>
          <p:cNvPr id="5" name="Picture 3" descr="2 to 4 Decoder">
            <a:extLst>
              <a:ext uri="{FF2B5EF4-FFF2-40B4-BE49-F238E27FC236}">
                <a16:creationId xmlns:a16="http://schemas.microsoft.com/office/drawing/2014/main" id="{6DCBA728-5505-461F-8562-915697E2F1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6930" y="1477827"/>
            <a:ext cx="8208756" cy="3853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924923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9AAF7BE-45D4-46A2-B7BA-07BB29BB8797}"/>
              </a:ext>
            </a:extLst>
          </p:cNvPr>
          <p:cNvGraphicFramePr>
            <a:graphicFrameLocks noGrp="1"/>
          </p:cNvGraphicFramePr>
          <p:nvPr>
            <p:extLst>
              <p:ext uri="{D42A27DB-BD31-4B8C-83A1-F6EECF244321}">
                <p14:modId xmlns:p14="http://schemas.microsoft.com/office/powerpoint/2010/main" val="4239107375"/>
              </p:ext>
            </p:extLst>
          </p:nvPr>
        </p:nvGraphicFramePr>
        <p:xfrm>
          <a:off x="2679287" y="777065"/>
          <a:ext cx="8017296" cy="3736152"/>
        </p:xfrm>
        <a:graphic>
          <a:graphicData uri="http://schemas.openxmlformats.org/drawingml/2006/table">
            <a:tbl>
              <a:tblPr/>
              <a:tblGrid>
                <a:gridCol w="1145328">
                  <a:extLst>
                    <a:ext uri="{9D8B030D-6E8A-4147-A177-3AD203B41FA5}">
                      <a16:colId xmlns:a16="http://schemas.microsoft.com/office/drawing/2014/main" val="2772994420"/>
                    </a:ext>
                  </a:extLst>
                </a:gridCol>
                <a:gridCol w="1145328">
                  <a:extLst>
                    <a:ext uri="{9D8B030D-6E8A-4147-A177-3AD203B41FA5}">
                      <a16:colId xmlns:a16="http://schemas.microsoft.com/office/drawing/2014/main" val="3724800424"/>
                    </a:ext>
                  </a:extLst>
                </a:gridCol>
                <a:gridCol w="1145328">
                  <a:extLst>
                    <a:ext uri="{9D8B030D-6E8A-4147-A177-3AD203B41FA5}">
                      <a16:colId xmlns:a16="http://schemas.microsoft.com/office/drawing/2014/main" val="3579703381"/>
                    </a:ext>
                  </a:extLst>
                </a:gridCol>
                <a:gridCol w="1145328">
                  <a:extLst>
                    <a:ext uri="{9D8B030D-6E8A-4147-A177-3AD203B41FA5}">
                      <a16:colId xmlns:a16="http://schemas.microsoft.com/office/drawing/2014/main" val="1027589376"/>
                    </a:ext>
                  </a:extLst>
                </a:gridCol>
                <a:gridCol w="1145328">
                  <a:extLst>
                    <a:ext uri="{9D8B030D-6E8A-4147-A177-3AD203B41FA5}">
                      <a16:colId xmlns:a16="http://schemas.microsoft.com/office/drawing/2014/main" val="4184342253"/>
                    </a:ext>
                  </a:extLst>
                </a:gridCol>
                <a:gridCol w="1145328">
                  <a:extLst>
                    <a:ext uri="{9D8B030D-6E8A-4147-A177-3AD203B41FA5}">
                      <a16:colId xmlns:a16="http://schemas.microsoft.com/office/drawing/2014/main" val="3909492947"/>
                    </a:ext>
                  </a:extLst>
                </a:gridCol>
                <a:gridCol w="1145328">
                  <a:extLst>
                    <a:ext uri="{9D8B030D-6E8A-4147-A177-3AD203B41FA5}">
                      <a16:colId xmlns:a16="http://schemas.microsoft.com/office/drawing/2014/main" val="1744287697"/>
                    </a:ext>
                  </a:extLst>
                </a:gridCol>
              </a:tblGrid>
              <a:tr h="533736">
                <a:tc>
                  <a:txBody>
                    <a:bodyPr/>
                    <a:lstStyle/>
                    <a:p>
                      <a:pPr algn="ctr" fontAlgn="t"/>
                      <a:r>
                        <a:rPr lang="en-IN">
                          <a:effectLst/>
                        </a:rPr>
                        <a:t>Enable</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gridSpan="2">
                  <a:txBody>
                    <a:bodyPr/>
                    <a:lstStyle/>
                    <a:p>
                      <a:pPr algn="ctr" fontAlgn="t"/>
                      <a:r>
                        <a:rPr lang="en-IN">
                          <a:effectLst/>
                        </a:rPr>
                        <a:t>Inputs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IN"/>
                    </a:p>
                  </a:txBody>
                  <a:tcPr/>
                </a:tc>
                <a:tc gridSpan="4">
                  <a:txBody>
                    <a:bodyPr/>
                    <a:lstStyle/>
                    <a:p>
                      <a:pPr algn="ctr" fontAlgn="t"/>
                      <a:r>
                        <a:rPr lang="en-IN">
                          <a:effectLst/>
                        </a:rPr>
                        <a:t>Outputs</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EEEEEE"/>
                    </a:solidFill>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05793274"/>
                  </a:ext>
                </a:extLst>
              </a:tr>
              <a:tr h="533736">
                <a:tc>
                  <a:txBody>
                    <a:bodyPr/>
                    <a:lstStyle/>
                    <a:p>
                      <a:pPr fontAlgn="t"/>
                      <a:r>
                        <a:rPr lang="en-IN" b="1">
                          <a:effectLst/>
                        </a:rPr>
                        <a:t>E</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A</a:t>
                      </a:r>
                      <a:r>
                        <a:rPr lang="en-IN" b="1" baseline="-25000">
                          <a:effectLst/>
                        </a:rPr>
                        <a:t>1</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A</a:t>
                      </a:r>
                      <a:r>
                        <a:rPr lang="en-IN" b="1" baseline="-25000">
                          <a:effectLst/>
                        </a:rPr>
                        <a:t>0</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Y</a:t>
                      </a:r>
                      <a:r>
                        <a:rPr lang="en-IN" b="1" baseline="-25000">
                          <a:effectLst/>
                        </a:rPr>
                        <a:t>3</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Y</a:t>
                      </a:r>
                      <a:r>
                        <a:rPr lang="en-IN" b="1" baseline="-25000">
                          <a:effectLst/>
                        </a:rPr>
                        <a:t>2</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Y</a:t>
                      </a:r>
                      <a:r>
                        <a:rPr lang="en-IN" b="1" baseline="-25000">
                          <a:effectLst/>
                        </a:rPr>
                        <a:t>1</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b="1">
                          <a:effectLst/>
                        </a:rPr>
                        <a:t>Y</a:t>
                      </a:r>
                      <a:r>
                        <a:rPr lang="en-IN" b="1" baseline="-25000">
                          <a:effectLst/>
                        </a:rPr>
                        <a:t>0</a:t>
                      </a:r>
                      <a:endParaRPr lang="en-IN">
                        <a:effectLst/>
                      </a:endParaRP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12282301"/>
                  </a:ext>
                </a:extLst>
              </a:tr>
              <a:tr h="533736">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x</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805228129"/>
                  </a:ext>
                </a:extLst>
              </a:tr>
              <a:tr h="533736">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717232782"/>
                  </a:ext>
                </a:extLst>
              </a:tr>
              <a:tr h="533736">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659096588"/>
                  </a:ext>
                </a:extLst>
              </a:tr>
              <a:tr h="533736">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23058735"/>
                  </a:ext>
                </a:extLst>
              </a:tr>
              <a:tr h="533736">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1</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fontAlgn="t"/>
                      <a:r>
                        <a:rPr lang="en-IN" dirty="0">
                          <a:effectLst/>
                        </a:rPr>
                        <a:t>0</a:t>
                      </a:r>
                    </a:p>
                  </a:txBody>
                  <a:tcPr marL="76200" marR="76200" marT="76200" marB="76200">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715760151"/>
                  </a:ext>
                </a:extLst>
              </a:tr>
            </a:tbl>
          </a:graphicData>
        </a:graphic>
      </p:graphicFrame>
      <p:sp>
        <p:nvSpPr>
          <p:cNvPr id="6" name="Rectangle 1">
            <a:extLst>
              <a:ext uri="{FF2B5EF4-FFF2-40B4-BE49-F238E27FC236}">
                <a16:creationId xmlns:a16="http://schemas.microsoft.com/office/drawing/2014/main" id="{C49FB09F-BEC0-4947-AC03-9B8BE1C1B4F6}"/>
              </a:ext>
            </a:extLst>
          </p:cNvPr>
          <p:cNvSpPr>
            <a:spLocks noChangeArrowheads="1"/>
          </p:cNvSpPr>
          <p:nvPr/>
        </p:nvSpPr>
        <p:spPr bwMode="auto">
          <a:xfrm>
            <a:off x="0" y="199011"/>
            <a:ext cx="1106464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The Truth table of 2 to 4 decoder is shown below.</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dirty="0"/>
            </a:br>
            <a:endParaRPr lang="en-US" altLang="en-US" dirty="0"/>
          </a:p>
        </p:txBody>
      </p:sp>
      <p:sp>
        <p:nvSpPr>
          <p:cNvPr id="9" name="TextBox 8">
            <a:extLst>
              <a:ext uri="{FF2B5EF4-FFF2-40B4-BE49-F238E27FC236}">
                <a16:creationId xmlns:a16="http://schemas.microsoft.com/office/drawing/2014/main" id="{D560B163-C8A5-47B7-969D-18C16C64F823}"/>
              </a:ext>
            </a:extLst>
          </p:cNvPr>
          <p:cNvSpPr txBox="1"/>
          <p:nvPr/>
        </p:nvSpPr>
        <p:spPr>
          <a:xfrm>
            <a:off x="375112" y="4992797"/>
            <a:ext cx="7463047" cy="147732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From Truth table, we can write the Boolean functions for each output as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Y3=E.A1.A0</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Y2=E.A1.A0′</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Y1=E.A1′.A0</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Y0=E.A1′.A0′</a:t>
            </a:r>
          </a:p>
        </p:txBody>
      </p:sp>
    </p:spTree>
    <p:extLst>
      <p:ext uri="{BB962C8B-B14F-4D97-AF65-F5344CB8AC3E}">
        <p14:creationId xmlns:p14="http://schemas.microsoft.com/office/powerpoint/2010/main" val="14387501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8C1BECA-5FCF-463A-9709-4B6A3CAAD51E}"/>
              </a:ext>
            </a:extLst>
          </p:cNvPr>
          <p:cNvSpPr>
            <a:spLocks noChangeArrowheads="1"/>
          </p:cNvSpPr>
          <p:nvPr/>
        </p:nvSpPr>
        <p:spPr bwMode="auto">
          <a:xfrm>
            <a:off x="0" y="275655"/>
            <a:ext cx="1174652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Each output is having one product term.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So, there are four product terms in total.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We can implement these four product terms by using four AND gates having three inputs each &amp; two inverters.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The circuit diagram of 2 to 4 decoder is shown in the following figure.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br>
              <a:rPr lang="en-US" altLang="en-US" dirty="0"/>
            </a:br>
            <a:endParaRPr lang="en-US" altLang="en-US" dirty="0"/>
          </a:p>
        </p:txBody>
      </p:sp>
      <p:pic>
        <p:nvPicPr>
          <p:cNvPr id="3074" name="Picture 2" descr="2 to 4 Decoder Circuit Diagram">
            <a:extLst>
              <a:ext uri="{FF2B5EF4-FFF2-40B4-BE49-F238E27FC236}">
                <a16:creationId xmlns:a16="http://schemas.microsoft.com/office/drawing/2014/main" id="{1DF24BEB-0271-4EA7-A7F3-A431FB67F6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13750" y="2114387"/>
            <a:ext cx="5117709" cy="42864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881496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1E90ADC8-3ACF-47F5-9AE8-E72663CBC157}"/>
              </a:ext>
            </a:extLst>
          </p:cNvPr>
          <p:cNvSpPr>
            <a:spLocks noChangeArrowheads="1"/>
          </p:cNvSpPr>
          <p:nvPr/>
        </p:nvSpPr>
        <p:spPr bwMode="auto">
          <a:xfrm>
            <a:off x="239151" y="281246"/>
            <a:ext cx="10770962" cy="286232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t>3 to 8 line decoder:</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3 to 8 line decoder is also known as Binary to Octal Decoder.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In a 3 to 8 line decoder, there is a total of eight outputs, i.e., Y0, Y1, Y2, Y3, Y4, Y5, Y6, and Y7 and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three outputs, i.e., A0, A1, and A2.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This circuit has an enable input 'E'. Just like 2 to 4 line decoder, when enable 'E' is set to 1, one of these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four outputs will be 1.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The block diagram and the truth table of the 3 to 8 line encoder are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u="sng" dirty="0"/>
              <a:t>Block Diagram: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4098" name="Picture 2" descr="Decoder">
            <a:extLst>
              <a:ext uri="{FF2B5EF4-FFF2-40B4-BE49-F238E27FC236}">
                <a16:creationId xmlns:a16="http://schemas.microsoft.com/office/drawing/2014/main" id="{B85D4E8A-A070-497D-AEC3-96F16AA7A8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4392" y="2838628"/>
            <a:ext cx="5828082" cy="37381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691125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4CFF91C-C442-4FF2-A368-75D70BAAAA51}"/>
              </a:ext>
            </a:extLst>
          </p:cNvPr>
          <p:cNvSpPr>
            <a:spLocks noChangeArrowheads="1"/>
          </p:cNvSpPr>
          <p:nvPr/>
        </p:nvSpPr>
        <p:spPr bwMode="auto">
          <a:xfrm>
            <a:off x="0" y="4523895"/>
            <a:ext cx="8653651" cy="203132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logical expression of the term Y0, Y1, Y2, Y3, Y4, Y5, Y6, and Y7 is as follows: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Y0=A0'.A1'.A2'</a:t>
            </a:r>
            <a:br>
              <a:rPr lang="en-US" altLang="en-US" dirty="0"/>
            </a:br>
            <a:r>
              <a:rPr lang="en-US" altLang="en-US" dirty="0"/>
              <a:t>Y1=A0.A1'.A2'</a:t>
            </a:r>
            <a:br>
              <a:rPr lang="en-US" altLang="en-US" dirty="0"/>
            </a:br>
            <a:r>
              <a:rPr lang="en-US" altLang="en-US" dirty="0"/>
              <a:t>Y2=A0'.A1.A2'</a:t>
            </a:r>
            <a:br>
              <a:rPr lang="en-US" altLang="en-US" dirty="0"/>
            </a:br>
            <a:r>
              <a:rPr lang="en-US" altLang="en-US" dirty="0"/>
              <a:t>Y3=A0.A1.A2'</a:t>
            </a:r>
            <a:br>
              <a:rPr lang="en-US" altLang="en-US" dirty="0"/>
            </a:br>
            <a:endParaRPr lang="en-US" altLang="en-US" dirty="0"/>
          </a:p>
        </p:txBody>
      </p:sp>
      <p:pic>
        <p:nvPicPr>
          <p:cNvPr id="6146" name="Picture 2" descr="Decoder">
            <a:extLst>
              <a:ext uri="{FF2B5EF4-FFF2-40B4-BE49-F238E27FC236}">
                <a16:creationId xmlns:a16="http://schemas.microsoft.com/office/drawing/2014/main" id="{AFBF452B-EB91-4CDB-978A-8490195A84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4420" y="187311"/>
            <a:ext cx="8078213" cy="472674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76367A-99C2-4AA8-951E-A3492265B49B}"/>
              </a:ext>
            </a:extLst>
          </p:cNvPr>
          <p:cNvSpPr txBox="1"/>
          <p:nvPr/>
        </p:nvSpPr>
        <p:spPr>
          <a:xfrm>
            <a:off x="0" y="187311"/>
            <a:ext cx="6098344" cy="369332"/>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u="sng" dirty="0"/>
              <a:t>Truth Table</a:t>
            </a:r>
            <a:r>
              <a:rPr lang="en-US" altLang="en-US" dirty="0"/>
              <a:t>:</a:t>
            </a:r>
          </a:p>
        </p:txBody>
      </p:sp>
      <p:sp>
        <p:nvSpPr>
          <p:cNvPr id="9" name="TextBox 8">
            <a:extLst>
              <a:ext uri="{FF2B5EF4-FFF2-40B4-BE49-F238E27FC236}">
                <a16:creationId xmlns:a16="http://schemas.microsoft.com/office/drawing/2014/main" id="{A7FCD48F-BD03-4D65-A586-53CFF3D8DB06}"/>
              </a:ext>
            </a:extLst>
          </p:cNvPr>
          <p:cNvSpPr txBox="1"/>
          <p:nvPr/>
        </p:nvSpPr>
        <p:spPr>
          <a:xfrm>
            <a:off x="2120705" y="5097188"/>
            <a:ext cx="6126480" cy="1200329"/>
          </a:xfrm>
          <a:prstGeom prst="rect">
            <a:avLst/>
          </a:prstGeom>
          <a:noFill/>
        </p:spPr>
        <p:txBody>
          <a:bodyPr wrap="square">
            <a:spAutoFit/>
          </a:bodyPr>
          <a:lstStyle/>
          <a:p>
            <a:r>
              <a:rPr lang="en-US" altLang="en-US" dirty="0"/>
              <a:t>Y4=A0'.A1'.A2</a:t>
            </a:r>
            <a:br>
              <a:rPr lang="en-US" altLang="en-US" dirty="0"/>
            </a:br>
            <a:r>
              <a:rPr lang="en-US" altLang="en-US" dirty="0"/>
              <a:t>Y5=A0.A1'.A2</a:t>
            </a:r>
            <a:br>
              <a:rPr lang="en-US" altLang="en-US" dirty="0"/>
            </a:br>
            <a:r>
              <a:rPr lang="en-US" altLang="en-US" dirty="0"/>
              <a:t>Y6=A0'.A1.A2</a:t>
            </a:r>
            <a:br>
              <a:rPr lang="en-US" altLang="en-US" dirty="0"/>
            </a:br>
            <a:r>
              <a:rPr lang="en-US" altLang="en-US" dirty="0"/>
              <a:t>Y7=A0.A1.A2</a:t>
            </a:r>
            <a:endParaRPr lang="en-IN" dirty="0"/>
          </a:p>
        </p:txBody>
      </p:sp>
    </p:spTree>
    <p:extLst>
      <p:ext uri="{BB962C8B-B14F-4D97-AF65-F5344CB8AC3E}">
        <p14:creationId xmlns:p14="http://schemas.microsoft.com/office/powerpoint/2010/main" val="257275030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62AC73C-D90E-4FF6-A8A6-01E9E9DF3FAB}"/>
              </a:ext>
            </a:extLst>
          </p:cNvPr>
          <p:cNvSpPr>
            <a:spLocks noChangeArrowheads="1"/>
          </p:cNvSpPr>
          <p:nvPr/>
        </p:nvSpPr>
        <p:spPr bwMode="auto">
          <a:xfrm>
            <a:off x="0" y="228599"/>
            <a:ext cx="527682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Logical circuit of the above expressions is given below:</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7170" name="Picture 2" descr="Decoder">
            <a:extLst>
              <a:ext uri="{FF2B5EF4-FFF2-40B4-BE49-F238E27FC236}">
                <a16:creationId xmlns:a16="http://schemas.microsoft.com/office/drawing/2014/main" id="{B4C48759-E07F-4D92-909E-A3ACE6ADA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6240" y="551765"/>
            <a:ext cx="6319283" cy="53249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238767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9F31DC-7247-4C92-9E6D-4BCB3A9C8525}"/>
              </a:ext>
            </a:extLst>
          </p:cNvPr>
          <p:cNvSpPr txBox="1"/>
          <p:nvPr/>
        </p:nvSpPr>
        <p:spPr>
          <a:xfrm>
            <a:off x="-2344" y="0"/>
            <a:ext cx="12194344" cy="646331"/>
          </a:xfrm>
          <a:prstGeom prst="rect">
            <a:avLst/>
          </a:prstGeom>
          <a:noFill/>
        </p:spPr>
        <p:txBody>
          <a:bodyPr wrap="square">
            <a:spAutoFit/>
          </a:bodyPr>
          <a:lstStyle/>
          <a:p>
            <a:pPr algn="just"/>
            <a:r>
              <a:rPr lang="en-GB" b="1" i="0" u="sng" dirty="0">
                <a:effectLst/>
                <a:latin typeface="erdana"/>
              </a:rPr>
              <a:t>4 to 16 line Decoder:</a:t>
            </a:r>
          </a:p>
          <a:p>
            <a:pPr algn="just"/>
            <a:r>
              <a:rPr lang="en-GB" b="0" i="0" dirty="0">
                <a:solidFill>
                  <a:srgbClr val="333333"/>
                </a:solidFill>
                <a:effectLst/>
                <a:latin typeface="inter-regular"/>
              </a:rPr>
              <a:t>In the 4 to 16 line decoder, there is a total of 16 outputs, i.e., Y</a:t>
            </a:r>
            <a:r>
              <a:rPr lang="en-GB" b="0" i="0" baseline="-25000" dirty="0">
                <a:solidFill>
                  <a:srgbClr val="333333"/>
                </a:solidFill>
                <a:effectLst/>
                <a:latin typeface="inter-regular"/>
              </a:rPr>
              <a:t>0</a:t>
            </a:r>
            <a:r>
              <a:rPr lang="en-GB" b="0" i="0" dirty="0">
                <a:solidFill>
                  <a:srgbClr val="333333"/>
                </a:solidFill>
                <a:effectLst/>
                <a:latin typeface="inter-regular"/>
              </a:rPr>
              <a:t>, Y</a:t>
            </a:r>
            <a:r>
              <a:rPr lang="en-GB" b="0" i="0" baseline="-25000" dirty="0">
                <a:solidFill>
                  <a:srgbClr val="333333"/>
                </a:solidFill>
                <a:effectLst/>
                <a:latin typeface="inter-regular"/>
              </a:rPr>
              <a:t>1</a:t>
            </a:r>
            <a:r>
              <a:rPr lang="en-GB" b="0" i="0" dirty="0">
                <a:solidFill>
                  <a:srgbClr val="333333"/>
                </a:solidFill>
                <a:effectLst/>
                <a:latin typeface="inter-regular"/>
              </a:rPr>
              <a:t>, Y</a:t>
            </a:r>
            <a:r>
              <a:rPr lang="en-GB" b="0" i="0" baseline="-25000" dirty="0">
                <a:solidFill>
                  <a:srgbClr val="333333"/>
                </a:solidFill>
                <a:effectLst/>
                <a:latin typeface="inter-regular"/>
              </a:rPr>
              <a:t>2</a:t>
            </a:r>
            <a:r>
              <a:rPr lang="en-GB" b="0" i="0" dirty="0">
                <a:solidFill>
                  <a:srgbClr val="333333"/>
                </a:solidFill>
                <a:effectLst/>
                <a:latin typeface="inter-regular"/>
              </a:rPr>
              <a:t>,……, Y</a:t>
            </a:r>
            <a:r>
              <a:rPr lang="en-GB" b="0" i="0" baseline="-25000" dirty="0">
                <a:solidFill>
                  <a:srgbClr val="333333"/>
                </a:solidFill>
                <a:effectLst/>
                <a:latin typeface="inter-regular"/>
              </a:rPr>
              <a:t>16</a:t>
            </a:r>
            <a:r>
              <a:rPr lang="en-GB" b="0" i="0" dirty="0">
                <a:solidFill>
                  <a:srgbClr val="333333"/>
                </a:solidFill>
                <a:effectLst/>
                <a:latin typeface="inter-regular"/>
              </a:rPr>
              <a:t> and four inputs, i.e., A</a:t>
            </a:r>
            <a:r>
              <a:rPr lang="en-GB" b="0" i="0" baseline="-25000" dirty="0">
                <a:solidFill>
                  <a:srgbClr val="333333"/>
                </a:solidFill>
                <a:effectLst/>
                <a:latin typeface="inter-regular"/>
              </a:rPr>
              <a:t>0</a:t>
            </a:r>
            <a:r>
              <a:rPr lang="en-GB" b="0" i="0" dirty="0">
                <a:solidFill>
                  <a:srgbClr val="333333"/>
                </a:solidFill>
                <a:effectLst/>
                <a:latin typeface="inter-regular"/>
              </a:rPr>
              <a:t>, A1, A</a:t>
            </a:r>
            <a:r>
              <a:rPr lang="en-GB" b="0" i="0" baseline="-25000" dirty="0">
                <a:solidFill>
                  <a:srgbClr val="333333"/>
                </a:solidFill>
                <a:effectLst/>
                <a:latin typeface="inter-regular"/>
              </a:rPr>
              <a:t>2</a:t>
            </a:r>
            <a:r>
              <a:rPr lang="en-GB" b="0" i="0" dirty="0">
                <a:solidFill>
                  <a:srgbClr val="333333"/>
                </a:solidFill>
                <a:effectLst/>
                <a:latin typeface="inter-regular"/>
              </a:rPr>
              <a:t>, and A</a:t>
            </a:r>
            <a:r>
              <a:rPr lang="en-GB" b="0" i="0" baseline="-25000" dirty="0">
                <a:solidFill>
                  <a:srgbClr val="333333"/>
                </a:solidFill>
                <a:effectLst/>
                <a:latin typeface="inter-regular"/>
              </a:rPr>
              <a:t>3</a:t>
            </a:r>
            <a:r>
              <a:rPr lang="en-GB" b="0" i="0" dirty="0">
                <a:solidFill>
                  <a:srgbClr val="333333"/>
                </a:solidFill>
                <a:effectLst/>
                <a:latin typeface="inter-regular"/>
              </a:rPr>
              <a:t>.</a:t>
            </a:r>
          </a:p>
        </p:txBody>
      </p:sp>
      <p:pic>
        <p:nvPicPr>
          <p:cNvPr id="8194" name="Picture 2" descr="Decoder">
            <a:extLst>
              <a:ext uri="{FF2B5EF4-FFF2-40B4-BE49-F238E27FC236}">
                <a16:creationId xmlns:a16="http://schemas.microsoft.com/office/drawing/2014/main" id="{7A9D62F7-E15F-497A-80CA-2373CFF47A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166" y="646331"/>
            <a:ext cx="11015003" cy="6029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7244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19F31DC-7247-4C92-9E6D-4BCB3A9C8525}"/>
              </a:ext>
            </a:extLst>
          </p:cNvPr>
          <p:cNvSpPr txBox="1"/>
          <p:nvPr/>
        </p:nvSpPr>
        <p:spPr>
          <a:xfrm>
            <a:off x="3402037" y="0"/>
            <a:ext cx="4433667" cy="523220"/>
          </a:xfrm>
          <a:prstGeom prst="rect">
            <a:avLst/>
          </a:prstGeom>
          <a:noFill/>
        </p:spPr>
        <p:txBody>
          <a:bodyPr wrap="square">
            <a:spAutoFit/>
          </a:bodyPr>
          <a:lstStyle/>
          <a:p>
            <a:pPr algn="ctr"/>
            <a:r>
              <a:rPr lang="en-GB" sz="2800" b="1" dirty="0">
                <a:solidFill>
                  <a:srgbClr val="333333"/>
                </a:solidFill>
                <a:latin typeface="inter-regular"/>
              </a:rPr>
              <a:t>BCD to 7 – Segment Decoder</a:t>
            </a:r>
            <a:endParaRPr lang="en-GB" sz="2800" b="1" i="0" dirty="0">
              <a:solidFill>
                <a:srgbClr val="333333"/>
              </a:solidFill>
              <a:effectLst/>
              <a:latin typeface="inter-regular"/>
            </a:endParaRPr>
          </a:p>
        </p:txBody>
      </p:sp>
      <p:sp>
        <p:nvSpPr>
          <p:cNvPr id="2" name="Rectangle 1">
            <a:extLst>
              <a:ext uri="{FF2B5EF4-FFF2-40B4-BE49-F238E27FC236}">
                <a16:creationId xmlns:a16="http://schemas.microsoft.com/office/drawing/2014/main" id="{EB85E926-4464-4EC4-915F-868717DD0FF9}"/>
              </a:ext>
            </a:extLst>
          </p:cNvPr>
          <p:cNvSpPr>
            <a:spLocks noChangeArrowheads="1"/>
          </p:cNvSpPr>
          <p:nvPr/>
        </p:nvSpPr>
        <p:spPr bwMode="auto">
          <a:xfrm>
            <a:off x="334807" y="650833"/>
            <a:ext cx="11522385"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Light Emitting Diode is most widely used semiconductor which emit either visible light or invisible infrared light </a:t>
            </a:r>
          </a:p>
          <a:p>
            <a:pPr marR="0" lvl="0" algn="just" defTabSz="914400" rtl="0" eaLnBrk="0" fontAlgn="base" latinLnBrk="0" hangingPunct="0">
              <a:lnSpc>
                <a:spcPct val="100000"/>
              </a:lnSpc>
              <a:spcBef>
                <a:spcPct val="0"/>
              </a:spcBef>
              <a:spcAft>
                <a:spcPct val="0"/>
              </a:spcAft>
              <a:buClrTx/>
              <a:buSzTx/>
              <a:tabLst/>
            </a:pPr>
            <a:r>
              <a:rPr lang="en-US" altLang="en-US" dirty="0"/>
              <a:t>     when forward biased.</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A Light emitting diodes (LED) is an optical electrical energy into light energy when voltage is applied.</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u="sng"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u="sng" dirty="0"/>
              <a:t>Seven Segment Displays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Seven segment displays are the output display device that provide a way to display information in the form of</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image or text or decimal numbers which is an alternative to the more complex dot matrix displays.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US" altLang="en-US" dirty="0"/>
              <a:t>It is widely used in digital clocks, basic calculators, electronic meters, and other electronic device that display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numerical information.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It consists seven segments of light emitting diodes (LEDs) which is assembled like numerical 8.</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u="sng" dirty="0"/>
              <a:t>Working of Seven Segment Displays</a:t>
            </a:r>
          </a:p>
        </p:txBody>
      </p:sp>
      <p:pic>
        <p:nvPicPr>
          <p:cNvPr id="6" name="Picture 2">
            <a:extLst>
              <a:ext uri="{FF2B5EF4-FFF2-40B4-BE49-F238E27FC236}">
                <a16:creationId xmlns:a16="http://schemas.microsoft.com/office/drawing/2014/main" id="{C3B3E9F7-B998-4637-8398-A0AFA3E57F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6573" y="3635930"/>
            <a:ext cx="3263703" cy="3022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1717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C912CA56-912B-4772-903F-67FDCC0178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7458" y="890808"/>
            <a:ext cx="6725016" cy="4426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62070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EA5F102D-22AA-49C4-9EFC-E689D0B133AD}"/>
              </a:ext>
            </a:extLst>
          </p:cNvPr>
          <p:cNvSpPr>
            <a:spLocks noChangeArrowheads="1"/>
          </p:cNvSpPr>
          <p:nvPr/>
        </p:nvSpPr>
        <p:spPr bwMode="auto">
          <a:xfrm>
            <a:off x="156361" y="151688"/>
            <a:ext cx="5939639"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b="1" dirty="0"/>
              <a:t>Truth Table BCD to seven segment decoder       </a:t>
            </a:r>
          </a:p>
        </p:txBody>
      </p:sp>
      <p:sp>
        <p:nvSpPr>
          <p:cNvPr id="5" name="AutoShape 3" descr="BCD to seven segment decoder">
            <a:extLst>
              <a:ext uri="{FF2B5EF4-FFF2-40B4-BE49-F238E27FC236}">
                <a16:creationId xmlns:a16="http://schemas.microsoft.com/office/drawing/2014/main" id="{0F283959-0C41-4DFA-A8A3-E6F25F7B5A44}"/>
              </a:ext>
            </a:extLst>
          </p:cNvPr>
          <p:cNvSpPr>
            <a:spLocks noChangeAspect="1" noChangeArrowheads="1"/>
          </p:cNvSpPr>
          <p:nvPr/>
        </p:nvSpPr>
        <p:spPr bwMode="auto">
          <a:xfrm>
            <a:off x="1041400" y="175877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 name="Picture 7">
            <a:extLst>
              <a:ext uri="{FF2B5EF4-FFF2-40B4-BE49-F238E27FC236}">
                <a16:creationId xmlns:a16="http://schemas.microsoft.com/office/drawing/2014/main" id="{E0BD136C-7ECE-4455-B1BE-1AC8307B6E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8967" y="738664"/>
            <a:ext cx="8046720" cy="5782982"/>
          </a:xfrm>
          <a:prstGeom prst="rect">
            <a:avLst/>
          </a:prstGeom>
        </p:spPr>
      </p:pic>
    </p:spTree>
    <p:extLst>
      <p:ext uri="{BB962C8B-B14F-4D97-AF65-F5344CB8AC3E}">
        <p14:creationId xmlns:p14="http://schemas.microsoft.com/office/powerpoint/2010/main" val="162521118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descr="BCD to seven segment decoder">
            <a:extLst>
              <a:ext uri="{FF2B5EF4-FFF2-40B4-BE49-F238E27FC236}">
                <a16:creationId xmlns:a16="http://schemas.microsoft.com/office/drawing/2014/main" id="{0F283959-0C41-4DFA-A8A3-E6F25F7B5A44}"/>
              </a:ext>
            </a:extLst>
          </p:cNvPr>
          <p:cNvSpPr>
            <a:spLocks noChangeAspect="1" noChangeArrowheads="1"/>
          </p:cNvSpPr>
          <p:nvPr/>
        </p:nvSpPr>
        <p:spPr bwMode="auto">
          <a:xfrm>
            <a:off x="1041400" y="175877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Rectangle 6">
            <a:extLst>
              <a:ext uri="{FF2B5EF4-FFF2-40B4-BE49-F238E27FC236}">
                <a16:creationId xmlns:a16="http://schemas.microsoft.com/office/drawing/2014/main" id="{082226F0-3F00-4073-BA4F-596BD09196E8}"/>
              </a:ext>
            </a:extLst>
          </p:cNvPr>
          <p:cNvSpPr>
            <a:spLocks noChangeArrowheads="1"/>
          </p:cNvSpPr>
          <p:nvPr/>
        </p:nvSpPr>
        <p:spPr bwMode="auto">
          <a:xfrm>
            <a:off x="334590" y="146058"/>
            <a:ext cx="859210"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K-Maps:</a:t>
            </a:r>
            <a:br>
              <a:rPr lang="en-US" altLang="en-US" dirty="0"/>
            </a:br>
            <a:r>
              <a:rPr lang="en-US" altLang="en-US" sz="2000" b="1" dirty="0"/>
              <a:t>#for a:</a:t>
            </a:r>
            <a:br>
              <a:rPr lang="en-US" altLang="en-US" dirty="0"/>
            </a:br>
            <a:r>
              <a:rPr lang="en-US" altLang="en-US" dirty="0"/>
              <a:t>       </a:t>
            </a:r>
          </a:p>
        </p:txBody>
      </p:sp>
      <p:pic>
        <p:nvPicPr>
          <p:cNvPr id="4103" name="Picture 7" descr="a">
            <a:extLst>
              <a:ext uri="{FF2B5EF4-FFF2-40B4-BE49-F238E27FC236}">
                <a16:creationId xmlns:a16="http://schemas.microsoft.com/office/drawing/2014/main" id="{64B5CC1D-5505-4157-9945-9000C9E323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542" y="815351"/>
            <a:ext cx="3926877" cy="4295776"/>
          </a:xfrm>
          <a:prstGeom prst="rect">
            <a:avLst/>
          </a:prstGeom>
          <a:noFill/>
          <a:extLst>
            <a:ext uri="{909E8E84-426E-40DD-AFC4-6F175D3DCCD1}">
              <a14:hiddenFill xmlns:a14="http://schemas.microsoft.com/office/drawing/2010/main">
                <a:solidFill>
                  <a:srgbClr val="FFFFFF"/>
                </a:solidFill>
              </a14:hiddenFill>
            </a:ext>
          </a:extLst>
        </p:spPr>
      </p:pic>
      <p:pic>
        <p:nvPicPr>
          <p:cNvPr id="4105" name="Picture 9" descr="b">
            <a:extLst>
              <a:ext uri="{FF2B5EF4-FFF2-40B4-BE49-F238E27FC236}">
                <a16:creationId xmlns:a16="http://schemas.microsoft.com/office/drawing/2014/main" id="{9944ACB6-66F8-45F7-ACE8-7A8BA5D6A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576945"/>
            <a:ext cx="3457575" cy="4191000"/>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6">
            <a:extLst>
              <a:ext uri="{FF2B5EF4-FFF2-40B4-BE49-F238E27FC236}">
                <a16:creationId xmlns:a16="http://schemas.microsoft.com/office/drawing/2014/main" id="{463F2FFB-7624-4D34-9221-FBA1676FDAA4}"/>
              </a:ext>
            </a:extLst>
          </p:cNvPr>
          <p:cNvSpPr>
            <a:spLocks noChangeArrowheads="1"/>
          </p:cNvSpPr>
          <p:nvPr/>
        </p:nvSpPr>
        <p:spPr bwMode="auto">
          <a:xfrm>
            <a:off x="4667105" y="146058"/>
            <a:ext cx="859210"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K-Maps:</a:t>
            </a:r>
            <a:br>
              <a:rPr lang="en-US" altLang="en-US" dirty="0"/>
            </a:br>
            <a:r>
              <a:rPr lang="en-US" altLang="en-US" sz="2000" b="1" dirty="0"/>
              <a:t>#for b:</a:t>
            </a:r>
            <a:br>
              <a:rPr lang="en-US" altLang="en-US" dirty="0"/>
            </a:br>
            <a:r>
              <a:rPr lang="en-US" altLang="en-US" dirty="0"/>
              <a:t>       </a:t>
            </a:r>
          </a:p>
        </p:txBody>
      </p:sp>
    </p:spTree>
    <p:extLst>
      <p:ext uri="{BB962C8B-B14F-4D97-AF65-F5344CB8AC3E}">
        <p14:creationId xmlns:p14="http://schemas.microsoft.com/office/powerpoint/2010/main" val="37234012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descr="BCD to seven segment decoder">
            <a:extLst>
              <a:ext uri="{FF2B5EF4-FFF2-40B4-BE49-F238E27FC236}">
                <a16:creationId xmlns:a16="http://schemas.microsoft.com/office/drawing/2014/main" id="{0F283959-0C41-4DFA-A8A3-E6F25F7B5A44}"/>
              </a:ext>
            </a:extLst>
          </p:cNvPr>
          <p:cNvSpPr>
            <a:spLocks noChangeAspect="1" noChangeArrowheads="1"/>
          </p:cNvSpPr>
          <p:nvPr/>
        </p:nvSpPr>
        <p:spPr bwMode="auto">
          <a:xfrm>
            <a:off x="1041400" y="175877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Rectangle 6">
            <a:extLst>
              <a:ext uri="{FF2B5EF4-FFF2-40B4-BE49-F238E27FC236}">
                <a16:creationId xmlns:a16="http://schemas.microsoft.com/office/drawing/2014/main" id="{082226F0-3F00-4073-BA4F-596BD09196E8}"/>
              </a:ext>
            </a:extLst>
          </p:cNvPr>
          <p:cNvSpPr>
            <a:spLocks noChangeArrowheads="1"/>
          </p:cNvSpPr>
          <p:nvPr/>
        </p:nvSpPr>
        <p:spPr bwMode="auto">
          <a:xfrm>
            <a:off x="334590" y="146058"/>
            <a:ext cx="859210"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K-Maps:</a:t>
            </a:r>
            <a:br>
              <a:rPr lang="en-US" altLang="en-US" dirty="0"/>
            </a:br>
            <a:r>
              <a:rPr lang="en-US" altLang="en-US" sz="2000" b="1" dirty="0"/>
              <a:t>#for c:</a:t>
            </a:r>
            <a:br>
              <a:rPr lang="en-US" altLang="en-US" dirty="0"/>
            </a:br>
            <a:r>
              <a:rPr lang="en-US" altLang="en-US" dirty="0"/>
              <a:t>       </a:t>
            </a:r>
          </a:p>
        </p:txBody>
      </p:sp>
      <p:sp>
        <p:nvSpPr>
          <p:cNvPr id="14" name="Rectangle 6">
            <a:extLst>
              <a:ext uri="{FF2B5EF4-FFF2-40B4-BE49-F238E27FC236}">
                <a16:creationId xmlns:a16="http://schemas.microsoft.com/office/drawing/2014/main" id="{463F2FFB-7624-4D34-9221-FBA1676FDAA4}"/>
              </a:ext>
            </a:extLst>
          </p:cNvPr>
          <p:cNvSpPr>
            <a:spLocks noChangeArrowheads="1"/>
          </p:cNvSpPr>
          <p:nvPr/>
        </p:nvSpPr>
        <p:spPr bwMode="auto">
          <a:xfrm>
            <a:off x="5236790" y="250163"/>
            <a:ext cx="859210"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K-Maps:</a:t>
            </a:r>
            <a:br>
              <a:rPr lang="en-US" altLang="en-US" dirty="0"/>
            </a:br>
            <a:r>
              <a:rPr lang="en-US" altLang="en-US" sz="2000" b="1" dirty="0"/>
              <a:t>#for d:</a:t>
            </a:r>
            <a:br>
              <a:rPr lang="en-US" altLang="en-US" dirty="0"/>
            </a:br>
            <a:r>
              <a:rPr lang="en-US" altLang="en-US" dirty="0"/>
              <a:t>       </a:t>
            </a:r>
          </a:p>
        </p:txBody>
      </p:sp>
      <p:pic>
        <p:nvPicPr>
          <p:cNvPr id="5122" name="Picture 2" descr="c">
            <a:extLst>
              <a:ext uri="{FF2B5EF4-FFF2-40B4-BE49-F238E27FC236}">
                <a16:creationId xmlns:a16="http://schemas.microsoft.com/office/drawing/2014/main" id="{4EA9347F-ED77-42C2-AF80-D02C4D3F3C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158" y="1111937"/>
            <a:ext cx="3467100" cy="42005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d">
            <a:extLst>
              <a:ext uri="{FF2B5EF4-FFF2-40B4-BE49-F238E27FC236}">
                <a16:creationId xmlns:a16="http://schemas.microsoft.com/office/drawing/2014/main" id="{39DF44FC-109D-4099-9163-98F1EED85D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62365" y="1063397"/>
            <a:ext cx="3476625" cy="4248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3371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descr="BCD to seven segment decoder">
            <a:extLst>
              <a:ext uri="{FF2B5EF4-FFF2-40B4-BE49-F238E27FC236}">
                <a16:creationId xmlns:a16="http://schemas.microsoft.com/office/drawing/2014/main" id="{0F283959-0C41-4DFA-A8A3-E6F25F7B5A44}"/>
              </a:ext>
            </a:extLst>
          </p:cNvPr>
          <p:cNvSpPr>
            <a:spLocks noChangeAspect="1" noChangeArrowheads="1"/>
          </p:cNvSpPr>
          <p:nvPr/>
        </p:nvSpPr>
        <p:spPr bwMode="auto">
          <a:xfrm>
            <a:off x="1041400" y="175877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Rectangle 6">
            <a:extLst>
              <a:ext uri="{FF2B5EF4-FFF2-40B4-BE49-F238E27FC236}">
                <a16:creationId xmlns:a16="http://schemas.microsoft.com/office/drawing/2014/main" id="{082226F0-3F00-4073-BA4F-596BD09196E8}"/>
              </a:ext>
            </a:extLst>
          </p:cNvPr>
          <p:cNvSpPr>
            <a:spLocks noChangeArrowheads="1"/>
          </p:cNvSpPr>
          <p:nvPr/>
        </p:nvSpPr>
        <p:spPr bwMode="auto">
          <a:xfrm>
            <a:off x="334590" y="146058"/>
            <a:ext cx="859210"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K-Maps:</a:t>
            </a:r>
            <a:br>
              <a:rPr lang="en-US" altLang="en-US" dirty="0"/>
            </a:br>
            <a:r>
              <a:rPr lang="en-US" altLang="en-US" sz="2000" b="1" dirty="0"/>
              <a:t>#for e:</a:t>
            </a:r>
            <a:br>
              <a:rPr lang="en-US" altLang="en-US" dirty="0"/>
            </a:br>
            <a:r>
              <a:rPr lang="en-US" altLang="en-US" dirty="0"/>
              <a:t>       </a:t>
            </a:r>
          </a:p>
        </p:txBody>
      </p:sp>
      <p:sp>
        <p:nvSpPr>
          <p:cNvPr id="14" name="Rectangle 6">
            <a:extLst>
              <a:ext uri="{FF2B5EF4-FFF2-40B4-BE49-F238E27FC236}">
                <a16:creationId xmlns:a16="http://schemas.microsoft.com/office/drawing/2014/main" id="{463F2FFB-7624-4D34-9221-FBA1676FDAA4}"/>
              </a:ext>
            </a:extLst>
          </p:cNvPr>
          <p:cNvSpPr>
            <a:spLocks noChangeArrowheads="1"/>
          </p:cNvSpPr>
          <p:nvPr/>
        </p:nvSpPr>
        <p:spPr bwMode="auto">
          <a:xfrm>
            <a:off x="3843418" y="146058"/>
            <a:ext cx="859210"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K-Maps:</a:t>
            </a:r>
            <a:br>
              <a:rPr lang="en-US" altLang="en-US" dirty="0"/>
            </a:br>
            <a:r>
              <a:rPr lang="en-US" altLang="en-US" sz="2000" b="1" dirty="0"/>
              <a:t>#for f:</a:t>
            </a:r>
            <a:br>
              <a:rPr lang="en-US" altLang="en-US" dirty="0"/>
            </a:br>
            <a:r>
              <a:rPr lang="en-US" altLang="en-US" dirty="0"/>
              <a:t>       </a:t>
            </a:r>
          </a:p>
        </p:txBody>
      </p:sp>
      <p:pic>
        <p:nvPicPr>
          <p:cNvPr id="6146" name="Picture 2" descr="e">
            <a:extLst>
              <a:ext uri="{FF2B5EF4-FFF2-40B4-BE49-F238E27FC236}">
                <a16:creationId xmlns:a16="http://schemas.microsoft.com/office/drawing/2014/main" id="{B9AC226F-35C8-4F63-BA25-703E753FAF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185" y="1033508"/>
            <a:ext cx="3362325" cy="39624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f">
            <a:extLst>
              <a:ext uri="{FF2B5EF4-FFF2-40B4-BE49-F238E27FC236}">
                <a16:creationId xmlns:a16="http://schemas.microsoft.com/office/drawing/2014/main" id="{6A8A7BF6-30A2-44A1-88BF-D011163FCB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95818" y="1007832"/>
            <a:ext cx="3467100" cy="4336142"/>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g">
            <a:extLst>
              <a:ext uri="{FF2B5EF4-FFF2-40B4-BE49-F238E27FC236}">
                <a16:creationId xmlns:a16="http://schemas.microsoft.com/office/drawing/2014/main" id="{611083AB-4D9F-4F20-BF29-9BA191772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4733" y="1033508"/>
            <a:ext cx="3883781" cy="431046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6">
            <a:extLst>
              <a:ext uri="{FF2B5EF4-FFF2-40B4-BE49-F238E27FC236}">
                <a16:creationId xmlns:a16="http://schemas.microsoft.com/office/drawing/2014/main" id="{D4DE26A7-B093-48F0-9019-F32C106BFAF6}"/>
              </a:ext>
            </a:extLst>
          </p:cNvPr>
          <p:cNvSpPr>
            <a:spLocks noChangeArrowheads="1"/>
          </p:cNvSpPr>
          <p:nvPr/>
        </p:nvSpPr>
        <p:spPr bwMode="auto">
          <a:xfrm>
            <a:off x="7668230" y="146058"/>
            <a:ext cx="859210" cy="86177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K-Maps:</a:t>
            </a:r>
            <a:br>
              <a:rPr lang="en-US" altLang="en-US" dirty="0"/>
            </a:br>
            <a:r>
              <a:rPr lang="en-US" altLang="en-US" sz="2000" b="1" dirty="0"/>
              <a:t>#for g:</a:t>
            </a:r>
            <a:br>
              <a:rPr lang="en-US" altLang="en-US" dirty="0"/>
            </a:br>
            <a:r>
              <a:rPr lang="en-US" altLang="en-US" dirty="0"/>
              <a:t>       </a:t>
            </a:r>
          </a:p>
        </p:txBody>
      </p:sp>
    </p:spTree>
    <p:extLst>
      <p:ext uri="{BB962C8B-B14F-4D97-AF65-F5344CB8AC3E}">
        <p14:creationId xmlns:p14="http://schemas.microsoft.com/office/powerpoint/2010/main" val="18713134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3" descr="BCD to seven segment decoder">
            <a:extLst>
              <a:ext uri="{FF2B5EF4-FFF2-40B4-BE49-F238E27FC236}">
                <a16:creationId xmlns:a16="http://schemas.microsoft.com/office/drawing/2014/main" id="{0F283959-0C41-4DFA-A8A3-E6F25F7B5A44}"/>
              </a:ext>
            </a:extLst>
          </p:cNvPr>
          <p:cNvSpPr>
            <a:spLocks noChangeAspect="1" noChangeArrowheads="1"/>
          </p:cNvSpPr>
          <p:nvPr/>
        </p:nvSpPr>
        <p:spPr bwMode="auto">
          <a:xfrm>
            <a:off x="1041400" y="1758779"/>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2" name="Rectangle 1">
            <a:extLst>
              <a:ext uri="{FF2B5EF4-FFF2-40B4-BE49-F238E27FC236}">
                <a16:creationId xmlns:a16="http://schemas.microsoft.com/office/drawing/2014/main" id="{4BDD4FEF-0971-40D7-A22C-053374C0E535}"/>
              </a:ext>
            </a:extLst>
          </p:cNvPr>
          <p:cNvSpPr>
            <a:spLocks noChangeArrowheads="1"/>
          </p:cNvSpPr>
          <p:nvPr/>
        </p:nvSpPr>
        <p:spPr bwMode="auto">
          <a:xfrm>
            <a:off x="217714" y="190821"/>
            <a:ext cx="6122189" cy="64633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From the above simplification, we get the output values as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      </a:t>
            </a:r>
          </a:p>
        </p:txBody>
      </p:sp>
      <p:pic>
        <p:nvPicPr>
          <p:cNvPr id="7170" name="Picture 2" descr="k map simplification">
            <a:hlinkClick r:id="rId2"/>
            <a:extLst>
              <a:ext uri="{FF2B5EF4-FFF2-40B4-BE49-F238E27FC236}">
                <a16:creationId xmlns:a16="http://schemas.microsoft.com/office/drawing/2014/main" id="{3CE4EDBB-6C05-4BB3-BBB0-89A54DA555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105" y="523824"/>
            <a:ext cx="4346239" cy="540399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A9DA0FC-2E8F-4F01-8FB2-DDE8456E8214}"/>
              </a:ext>
            </a:extLst>
          </p:cNvPr>
          <p:cNvSpPr txBox="1"/>
          <p:nvPr/>
        </p:nvSpPr>
        <p:spPr>
          <a:xfrm>
            <a:off x="5495706" y="3862460"/>
            <a:ext cx="6122189" cy="2585323"/>
          </a:xfrm>
          <a:prstGeom prst="rect">
            <a:avLst/>
          </a:prstGeom>
          <a:noFill/>
        </p:spPr>
        <p:txBody>
          <a:bodyPr wrap="square">
            <a:spAutoFit/>
          </a:bodyPr>
          <a:lstStyle/>
          <a:p>
            <a:pPr algn="l"/>
            <a:r>
              <a:rPr lang="en-GB" b="1" i="0" dirty="0">
                <a:effectLst/>
                <a:latin typeface="Arial" panose="020B0604020202020204" pitchFamily="34" charset="0"/>
              </a:rPr>
              <a:t>Applications of Seven Segment Displays</a:t>
            </a:r>
          </a:p>
          <a:p>
            <a:pPr algn="just"/>
            <a:r>
              <a:rPr lang="en-GB" b="0" i="0" dirty="0">
                <a:solidFill>
                  <a:srgbClr val="000000"/>
                </a:solidFill>
                <a:effectLst/>
                <a:latin typeface="Arial" panose="020B0604020202020204" pitchFamily="34" charset="0"/>
              </a:rPr>
              <a:t>Common applications of seven segment displays are in:</a:t>
            </a:r>
          </a:p>
          <a:p>
            <a:pPr algn="just">
              <a:buFont typeface="Arial" panose="020B0604020202020204" pitchFamily="34" charset="0"/>
              <a:buChar char="•"/>
            </a:pPr>
            <a:r>
              <a:rPr lang="en-GB" b="0" i="0" dirty="0">
                <a:solidFill>
                  <a:srgbClr val="000000"/>
                </a:solidFill>
                <a:effectLst/>
                <a:latin typeface="Arial" panose="020B0604020202020204" pitchFamily="34" charset="0"/>
              </a:rPr>
              <a:t>Digital clocks</a:t>
            </a:r>
          </a:p>
          <a:p>
            <a:pPr algn="just">
              <a:buFont typeface="Arial" panose="020B0604020202020204" pitchFamily="34" charset="0"/>
              <a:buChar char="•"/>
            </a:pPr>
            <a:r>
              <a:rPr lang="en-GB" b="0" i="0" dirty="0">
                <a:solidFill>
                  <a:srgbClr val="000000"/>
                </a:solidFill>
                <a:effectLst/>
                <a:latin typeface="Arial" panose="020B0604020202020204" pitchFamily="34" charset="0"/>
              </a:rPr>
              <a:t>Clock radios</a:t>
            </a:r>
          </a:p>
          <a:p>
            <a:pPr algn="just">
              <a:buFont typeface="Arial" panose="020B0604020202020204" pitchFamily="34" charset="0"/>
              <a:buChar char="•"/>
            </a:pPr>
            <a:r>
              <a:rPr lang="en-GB" b="0" i="0" dirty="0">
                <a:solidFill>
                  <a:srgbClr val="000000"/>
                </a:solidFill>
                <a:effectLst/>
                <a:latin typeface="Arial" panose="020B0604020202020204" pitchFamily="34" charset="0"/>
              </a:rPr>
              <a:t>Calculators</a:t>
            </a:r>
          </a:p>
          <a:p>
            <a:pPr algn="just">
              <a:buFont typeface="Arial" panose="020B0604020202020204" pitchFamily="34" charset="0"/>
              <a:buChar char="•"/>
            </a:pPr>
            <a:r>
              <a:rPr lang="en-GB" b="0" i="0" dirty="0" err="1">
                <a:solidFill>
                  <a:srgbClr val="000000"/>
                </a:solidFill>
                <a:effectLst/>
                <a:latin typeface="Arial" panose="020B0604020202020204" pitchFamily="34" charset="0"/>
              </a:rPr>
              <a:t>Wristwatchers</a:t>
            </a:r>
            <a:endParaRPr lang="en-GB" b="0" i="0" dirty="0">
              <a:solidFill>
                <a:srgbClr val="000000"/>
              </a:solidFill>
              <a:effectLst/>
              <a:latin typeface="Arial" panose="020B0604020202020204" pitchFamily="34" charset="0"/>
            </a:endParaRPr>
          </a:p>
          <a:p>
            <a:pPr algn="just">
              <a:buFont typeface="Arial" panose="020B0604020202020204" pitchFamily="34" charset="0"/>
              <a:buChar char="•"/>
            </a:pPr>
            <a:r>
              <a:rPr lang="en-GB" b="0" i="0" dirty="0">
                <a:solidFill>
                  <a:srgbClr val="000000"/>
                </a:solidFill>
                <a:effectLst/>
                <a:latin typeface="Arial" panose="020B0604020202020204" pitchFamily="34" charset="0"/>
              </a:rPr>
              <a:t>Speedometers</a:t>
            </a:r>
          </a:p>
          <a:p>
            <a:pPr algn="just">
              <a:buFont typeface="Arial" panose="020B0604020202020204" pitchFamily="34" charset="0"/>
              <a:buChar char="•"/>
            </a:pPr>
            <a:r>
              <a:rPr lang="en-GB" b="0" i="0" dirty="0">
                <a:solidFill>
                  <a:srgbClr val="000000"/>
                </a:solidFill>
                <a:effectLst/>
                <a:latin typeface="Arial" panose="020B0604020202020204" pitchFamily="34" charset="0"/>
              </a:rPr>
              <a:t>Motor-vehicle odometers</a:t>
            </a:r>
          </a:p>
          <a:p>
            <a:pPr algn="just">
              <a:buFont typeface="Arial" panose="020B0604020202020204" pitchFamily="34" charset="0"/>
              <a:buChar char="•"/>
            </a:pPr>
            <a:r>
              <a:rPr lang="en-GB" b="0" i="0" dirty="0">
                <a:solidFill>
                  <a:srgbClr val="000000"/>
                </a:solidFill>
                <a:effectLst/>
                <a:latin typeface="Arial" panose="020B0604020202020204" pitchFamily="34" charset="0"/>
              </a:rPr>
              <a:t>Radio frequency indicators</a:t>
            </a:r>
          </a:p>
        </p:txBody>
      </p:sp>
    </p:spTree>
    <p:extLst>
      <p:ext uri="{BB962C8B-B14F-4D97-AF65-F5344CB8AC3E}">
        <p14:creationId xmlns:p14="http://schemas.microsoft.com/office/powerpoint/2010/main" val="35321301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6B7234E-54D3-419D-9BA8-5EB78A1A18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027" y="0"/>
            <a:ext cx="8766629" cy="6486889"/>
          </a:xfrm>
          <a:prstGeom prst="rect">
            <a:avLst/>
          </a:prstGeom>
        </p:spPr>
      </p:pic>
    </p:spTree>
    <p:extLst>
      <p:ext uri="{BB962C8B-B14F-4D97-AF65-F5344CB8AC3E}">
        <p14:creationId xmlns:p14="http://schemas.microsoft.com/office/powerpoint/2010/main" val="24842181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8702117-5616-4825-94B3-4C0BB1BDA211}"/>
              </a:ext>
            </a:extLst>
          </p:cNvPr>
          <p:cNvSpPr>
            <a:spLocks noChangeArrowheads="1"/>
          </p:cNvSpPr>
          <p:nvPr/>
        </p:nvSpPr>
        <p:spPr bwMode="auto">
          <a:xfrm>
            <a:off x="0" y="0"/>
            <a:ext cx="11797870" cy="2631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b="1" u="sng" dirty="0"/>
              <a:t>Programmable Logic Devices PLDs</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PLDs are the integrated circuits that contain an array of AND gates &amp; another array of OR gates.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There are three kinds of PLDs based on the type of arrays, which has programmable feature.</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b="1" dirty="0"/>
              <a:t>Programmable Read Only Memory</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b="1" dirty="0"/>
              <a:t>Programmable Array Logic</a:t>
            </a: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b="1" dirty="0"/>
              <a:t>Programmable Logic Array</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p:txBody>
      </p:sp>
      <p:sp>
        <p:nvSpPr>
          <p:cNvPr id="6" name="Rectangle 5">
            <a:extLst>
              <a:ext uri="{FF2B5EF4-FFF2-40B4-BE49-F238E27FC236}">
                <a16:creationId xmlns:a16="http://schemas.microsoft.com/office/drawing/2014/main" id="{D9FEA261-816E-4923-A31C-FA5AB284785A}"/>
              </a:ext>
            </a:extLst>
          </p:cNvPr>
          <p:cNvSpPr>
            <a:spLocks noChangeArrowheads="1"/>
          </p:cNvSpPr>
          <p:nvPr/>
        </p:nvSpPr>
        <p:spPr bwMode="auto">
          <a:xfrm>
            <a:off x="0" y="2631490"/>
            <a:ext cx="11360867"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u="sng" dirty="0"/>
              <a:t>Programmable Read Only Memory PROM/ROM</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t>Read Only Memory ROM is a memory device, which stores the binary information permanently.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t>That means, we can’t change that stored information by any means later.</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t>If the ROM has programmable feature, then it is called as Programmable ROM PROM. </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t>The user has the flexibility to program the binary information electrically once by using PROM programmer.</a:t>
            </a:r>
          </a:p>
        </p:txBody>
      </p:sp>
      <p:sp>
        <p:nvSpPr>
          <p:cNvPr id="7" name="Rectangle 6">
            <a:extLst>
              <a:ext uri="{FF2B5EF4-FFF2-40B4-BE49-F238E27FC236}">
                <a16:creationId xmlns:a16="http://schemas.microsoft.com/office/drawing/2014/main" id="{AC660DD1-1EE0-47FB-ACBE-741E298E44FC}"/>
              </a:ext>
            </a:extLst>
          </p:cNvPr>
          <p:cNvSpPr>
            <a:spLocks noChangeArrowheads="1"/>
          </p:cNvSpPr>
          <p:nvPr/>
        </p:nvSpPr>
        <p:spPr bwMode="auto">
          <a:xfrm>
            <a:off x="108488" y="4508927"/>
            <a:ext cx="12083512"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sz="2000" dirty="0"/>
              <a:t>PROM is a programmable logic device that has fixed AND array &amp; Programmable OR array. </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dirty="0"/>
            </a:br>
            <a:endParaRPr lang="en-US" altLang="en-US" dirty="0"/>
          </a:p>
        </p:txBody>
      </p:sp>
    </p:spTree>
    <p:extLst>
      <p:ext uri="{BB962C8B-B14F-4D97-AF65-F5344CB8AC3E}">
        <p14:creationId xmlns:p14="http://schemas.microsoft.com/office/powerpoint/2010/main" val="420659843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PROM">
            <a:extLst>
              <a:ext uri="{FF2B5EF4-FFF2-40B4-BE49-F238E27FC236}">
                <a16:creationId xmlns:a16="http://schemas.microsoft.com/office/drawing/2014/main" id="{7F5FD1BF-02F6-42FB-9A5B-260EA0998C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81228" y="289032"/>
            <a:ext cx="8990094" cy="296561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0D35A99-6970-430F-90F4-0E2072E37F5F}"/>
              </a:ext>
            </a:extLst>
          </p:cNvPr>
          <p:cNvSpPr txBox="1"/>
          <p:nvPr/>
        </p:nvSpPr>
        <p:spPr>
          <a:xfrm>
            <a:off x="3591733" y="3254644"/>
            <a:ext cx="6098582" cy="830997"/>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2400" b="1" dirty="0"/>
              <a:t>The block diagram of PROM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                   </a:t>
            </a:r>
            <a:endParaRPr lang="en-IN" sz="2400" dirty="0"/>
          </a:p>
        </p:txBody>
      </p:sp>
      <p:sp>
        <p:nvSpPr>
          <p:cNvPr id="8" name="TextBox 7">
            <a:extLst>
              <a:ext uri="{FF2B5EF4-FFF2-40B4-BE49-F238E27FC236}">
                <a16:creationId xmlns:a16="http://schemas.microsoft.com/office/drawing/2014/main" id="{590849C0-0A96-4031-85B9-6115EC5DE600}"/>
              </a:ext>
            </a:extLst>
          </p:cNvPr>
          <p:cNvSpPr txBox="1"/>
          <p:nvPr/>
        </p:nvSpPr>
        <p:spPr>
          <a:xfrm>
            <a:off x="0" y="3724849"/>
            <a:ext cx="12194582" cy="923330"/>
          </a:xfrm>
          <a:prstGeom prst="rect">
            <a:avLst/>
          </a:prstGeom>
          <a:noFill/>
        </p:spPr>
        <p:txBody>
          <a:bodyPr wrap="square">
            <a:spAutoFit/>
          </a:bodyPr>
          <a:lstStyle/>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Here, the inputs of AND gates are not of programmable type.</a:t>
            </a:r>
          </a:p>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 So, we have to generate 2</a:t>
            </a:r>
            <a:r>
              <a:rPr lang="en-GB" b="0" i="0" baseline="30000" dirty="0">
                <a:solidFill>
                  <a:srgbClr val="000000"/>
                </a:solidFill>
                <a:effectLst/>
                <a:latin typeface="Arial" panose="020B0604020202020204" pitchFamily="34" charset="0"/>
              </a:rPr>
              <a:t>n</a:t>
            </a:r>
            <a:r>
              <a:rPr lang="en-GB" b="0" i="0" dirty="0">
                <a:solidFill>
                  <a:srgbClr val="000000"/>
                </a:solidFill>
                <a:effectLst/>
                <a:latin typeface="Arial" panose="020B0604020202020204" pitchFamily="34" charset="0"/>
              </a:rPr>
              <a:t> product terms by using 2</a:t>
            </a:r>
            <a:r>
              <a:rPr lang="en-GB" b="0" i="0" baseline="30000" dirty="0">
                <a:solidFill>
                  <a:srgbClr val="000000"/>
                </a:solidFill>
                <a:effectLst/>
                <a:latin typeface="Arial" panose="020B0604020202020204" pitchFamily="34" charset="0"/>
              </a:rPr>
              <a:t>n</a:t>
            </a:r>
            <a:r>
              <a:rPr lang="en-GB" b="0" i="0" dirty="0">
                <a:solidFill>
                  <a:srgbClr val="000000"/>
                </a:solidFill>
                <a:effectLst/>
                <a:latin typeface="Arial" panose="020B0604020202020204" pitchFamily="34" charset="0"/>
              </a:rPr>
              <a:t> AND gates having n inputs each. </a:t>
            </a:r>
          </a:p>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We can implement these product terms by using nx2</a:t>
            </a:r>
            <a:r>
              <a:rPr lang="en-GB" b="0" i="0" baseline="30000" dirty="0">
                <a:solidFill>
                  <a:srgbClr val="000000"/>
                </a:solidFill>
                <a:effectLst/>
                <a:latin typeface="Arial" panose="020B0604020202020204" pitchFamily="34" charset="0"/>
              </a:rPr>
              <a:t>n</a:t>
            </a:r>
            <a:r>
              <a:rPr lang="en-GB" b="0" i="0" dirty="0">
                <a:solidFill>
                  <a:srgbClr val="000000"/>
                </a:solidFill>
                <a:effectLst/>
                <a:latin typeface="Arial" panose="020B0604020202020204" pitchFamily="34" charset="0"/>
              </a:rPr>
              <a:t> decoder. So, this decoder generates ‘n’ </a:t>
            </a:r>
            <a:r>
              <a:rPr lang="en-GB" b="1" i="0" dirty="0">
                <a:solidFill>
                  <a:srgbClr val="000000"/>
                </a:solidFill>
                <a:effectLst/>
                <a:latin typeface="Arial" panose="020B0604020202020204" pitchFamily="34" charset="0"/>
              </a:rPr>
              <a:t>min terms</a:t>
            </a:r>
            <a:r>
              <a:rPr lang="en-GB" b="0" i="0" dirty="0">
                <a:solidFill>
                  <a:srgbClr val="000000"/>
                </a:solidFill>
                <a:effectLst/>
                <a:latin typeface="Arial" panose="020B0604020202020204" pitchFamily="34" charset="0"/>
              </a:rPr>
              <a:t>.</a:t>
            </a:r>
            <a:endParaRPr lang="en-IN" dirty="0"/>
          </a:p>
        </p:txBody>
      </p:sp>
      <p:sp>
        <p:nvSpPr>
          <p:cNvPr id="10" name="TextBox 9">
            <a:extLst>
              <a:ext uri="{FF2B5EF4-FFF2-40B4-BE49-F238E27FC236}">
                <a16:creationId xmlns:a16="http://schemas.microsoft.com/office/drawing/2014/main" id="{F831CE59-6E8B-4585-953B-1039F08A7684}"/>
              </a:ext>
            </a:extLst>
          </p:cNvPr>
          <p:cNvSpPr txBox="1"/>
          <p:nvPr/>
        </p:nvSpPr>
        <p:spPr>
          <a:xfrm>
            <a:off x="-25830" y="4742928"/>
            <a:ext cx="12194582" cy="1200329"/>
          </a:xfrm>
          <a:prstGeom prst="rect">
            <a:avLst/>
          </a:prstGeom>
          <a:noFill/>
        </p:spPr>
        <p:txBody>
          <a:bodyPr wrap="square">
            <a:spAutoFit/>
          </a:bodyPr>
          <a:lstStyle/>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Here, the inputs of OR gates are programmable. </a:t>
            </a:r>
          </a:p>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That means, we can program any number of required product terms, since all the outputs of AND gates are applied as inputs to each OR gate. </a:t>
            </a:r>
          </a:p>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Therefore, the outputs of PROM will be in the form of </a:t>
            </a:r>
            <a:r>
              <a:rPr lang="en-GB" b="1" i="0" dirty="0">
                <a:solidFill>
                  <a:srgbClr val="000000"/>
                </a:solidFill>
                <a:effectLst/>
                <a:latin typeface="Arial" panose="020B0604020202020204" pitchFamily="34" charset="0"/>
              </a:rPr>
              <a:t>sum of min terms</a:t>
            </a:r>
            <a:r>
              <a:rPr lang="en-GB" b="0" i="0" dirty="0">
                <a:solidFill>
                  <a:srgbClr val="000000"/>
                </a:solidFill>
                <a:effectLst/>
                <a:latin typeface="Arial" panose="020B0604020202020204" pitchFamily="34" charset="0"/>
              </a:rPr>
              <a:t>.</a:t>
            </a:r>
            <a:endParaRPr lang="en-IN" dirty="0"/>
          </a:p>
        </p:txBody>
      </p:sp>
    </p:spTree>
    <p:extLst>
      <p:ext uri="{BB962C8B-B14F-4D97-AF65-F5344CB8AC3E}">
        <p14:creationId xmlns:p14="http://schemas.microsoft.com/office/powerpoint/2010/main" val="18072132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4FAF18D-003D-48B8-B9AA-E1A2488FA3D3}"/>
              </a:ext>
            </a:extLst>
          </p:cNvPr>
          <p:cNvSpPr>
            <a:spLocks noChangeArrowheads="1"/>
          </p:cNvSpPr>
          <p:nvPr/>
        </p:nvSpPr>
        <p:spPr bwMode="auto">
          <a:xfrm>
            <a:off x="0" y="0"/>
            <a:ext cx="121920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Example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Let us implement the following Boolean functions using PROM.</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A(X,Y,Z)=∑m(5,6,7)A(X,Y,Z)=∑m(5,6,7)</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t>B(X,Y,Z)=∑m(3,5,6,7)</a:t>
            </a:r>
          </a:p>
          <a:p>
            <a:pPr marL="0" marR="0" lvl="0" indent="0" algn="l" defTabSz="914400" rtl="0" eaLnBrk="0" fontAlgn="base" latinLnBrk="0" hangingPunct="0">
              <a:lnSpc>
                <a:spcPct val="100000"/>
              </a:lnSpc>
              <a:spcBef>
                <a:spcPct val="0"/>
              </a:spcBef>
              <a:spcAft>
                <a:spcPct val="0"/>
              </a:spcAft>
              <a:buClrTx/>
              <a:buSzTx/>
              <a:buFontTx/>
              <a:buNone/>
              <a:tabLst/>
            </a:pPr>
            <a:br>
              <a:rPr lang="en-US" altLang="en-US" dirty="0"/>
            </a:br>
            <a:endParaRPr lang="en-US" altLang="en-US" dirty="0"/>
          </a:p>
        </p:txBody>
      </p:sp>
      <p:sp>
        <p:nvSpPr>
          <p:cNvPr id="9" name="TextBox 8">
            <a:extLst>
              <a:ext uri="{FF2B5EF4-FFF2-40B4-BE49-F238E27FC236}">
                <a16:creationId xmlns:a16="http://schemas.microsoft.com/office/drawing/2014/main" id="{97180B2A-462A-4750-9156-3BEB9706D592}"/>
              </a:ext>
            </a:extLst>
          </p:cNvPr>
          <p:cNvSpPr txBox="1"/>
          <p:nvPr/>
        </p:nvSpPr>
        <p:spPr>
          <a:xfrm>
            <a:off x="0" y="1475357"/>
            <a:ext cx="12191999" cy="923330"/>
          </a:xfrm>
          <a:prstGeom prst="rect">
            <a:avLst/>
          </a:prstGeom>
          <a:noFill/>
        </p:spPr>
        <p:txBody>
          <a:bodyPr wrap="square">
            <a:spAutoFit/>
          </a:bodyPr>
          <a:lstStyle/>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The given two functions are in sum of min terms form and each function is having three variables X, Y &amp; Z. </a:t>
            </a:r>
          </a:p>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So, we require a 3 to 8 decoder and two programmable OR gates for producing these two functions. </a:t>
            </a:r>
          </a:p>
          <a:p>
            <a:pPr marL="285750" indent="-285750">
              <a:buFont typeface="Wingdings" panose="05000000000000000000" pitchFamily="2" charset="2"/>
              <a:buChar char="v"/>
            </a:pPr>
            <a:r>
              <a:rPr lang="en-GB" b="0" i="0" dirty="0">
                <a:solidFill>
                  <a:srgbClr val="000000"/>
                </a:solidFill>
                <a:effectLst/>
                <a:latin typeface="Arial" panose="020B0604020202020204" pitchFamily="34" charset="0"/>
              </a:rPr>
              <a:t>The corresponding </a:t>
            </a:r>
            <a:r>
              <a:rPr lang="en-GB" b="1" i="0" dirty="0">
                <a:solidFill>
                  <a:srgbClr val="000000"/>
                </a:solidFill>
                <a:effectLst/>
                <a:latin typeface="Arial" panose="020B0604020202020204" pitchFamily="34" charset="0"/>
              </a:rPr>
              <a:t>PROM</a:t>
            </a:r>
            <a:r>
              <a:rPr lang="en-GB" b="0" i="0" dirty="0">
                <a:solidFill>
                  <a:srgbClr val="000000"/>
                </a:solidFill>
                <a:effectLst/>
                <a:latin typeface="Arial" panose="020B0604020202020204" pitchFamily="34" charset="0"/>
              </a:rPr>
              <a:t> is shown in the following figure.</a:t>
            </a:r>
            <a:endParaRPr lang="en-IN" dirty="0"/>
          </a:p>
        </p:txBody>
      </p:sp>
    </p:spTree>
    <p:extLst>
      <p:ext uri="{BB962C8B-B14F-4D97-AF65-F5344CB8AC3E}">
        <p14:creationId xmlns:p14="http://schemas.microsoft.com/office/powerpoint/2010/main" val="264261970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rom Example">
            <a:extLst>
              <a:ext uri="{FF2B5EF4-FFF2-40B4-BE49-F238E27FC236}">
                <a16:creationId xmlns:a16="http://schemas.microsoft.com/office/drawing/2014/main" id="{05F2A6EB-2069-49A1-91FF-FAA74A5B8D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2686" y="0"/>
            <a:ext cx="9328693" cy="59346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1D9359C-1544-4D53-B609-DC97CD1EDE90}"/>
              </a:ext>
            </a:extLst>
          </p:cNvPr>
          <p:cNvSpPr txBox="1"/>
          <p:nvPr/>
        </p:nvSpPr>
        <p:spPr>
          <a:xfrm>
            <a:off x="0" y="5934670"/>
            <a:ext cx="12192000" cy="923330"/>
          </a:xfrm>
          <a:prstGeom prst="rect">
            <a:avLst/>
          </a:prstGeom>
          <a:noFill/>
        </p:spPr>
        <p:txBody>
          <a:bodyPr wrap="square">
            <a:spAutoFit/>
          </a:bodyPr>
          <a:lstStyle/>
          <a:p>
            <a:r>
              <a:rPr lang="en-GB" b="0" i="0" dirty="0">
                <a:solidFill>
                  <a:srgbClr val="000000"/>
                </a:solidFill>
                <a:effectLst/>
                <a:latin typeface="Arial" panose="020B0604020202020204" pitchFamily="34" charset="0"/>
              </a:rPr>
              <a:t>Here, 3 to 8 decoder generates eight min terms. The two programmable OR gates have the access of all these min terms. But, only the required min terms are programmed in order to produce the respective Boolean functions by each OR gate. The symbol ‘X’ is used for programmable connections.</a:t>
            </a:r>
            <a:endParaRPr lang="en-IN" dirty="0"/>
          </a:p>
        </p:txBody>
      </p:sp>
    </p:spTree>
    <p:extLst>
      <p:ext uri="{BB962C8B-B14F-4D97-AF65-F5344CB8AC3E}">
        <p14:creationId xmlns:p14="http://schemas.microsoft.com/office/powerpoint/2010/main" val="193713964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6E58-7B4C-4B33-8F28-2D98A937BE2E}"/>
              </a:ext>
            </a:extLst>
          </p:cNvPr>
          <p:cNvSpPr>
            <a:spLocks noGrp="1"/>
          </p:cNvSpPr>
          <p:nvPr>
            <p:ph type="ctrTitle"/>
          </p:nvPr>
        </p:nvSpPr>
        <p:spPr>
          <a:xfrm>
            <a:off x="1175657" y="112806"/>
            <a:ext cx="9144000" cy="706437"/>
          </a:xfrm>
        </p:spPr>
        <p:txBody>
          <a:bodyPr/>
          <a:lstStyle/>
          <a:p>
            <a:r>
              <a:rPr lang="en-GB" sz="4400" b="1" dirty="0"/>
              <a:t>Programming Logic Array</a:t>
            </a:r>
            <a:endParaRPr lang="en-IN" sz="4400" b="1" dirty="0"/>
          </a:p>
        </p:txBody>
      </p:sp>
      <p:sp>
        <p:nvSpPr>
          <p:cNvPr id="5" name="TextBox 4">
            <a:extLst>
              <a:ext uri="{FF2B5EF4-FFF2-40B4-BE49-F238E27FC236}">
                <a16:creationId xmlns:a16="http://schemas.microsoft.com/office/drawing/2014/main" id="{99608E0D-1CAA-4C93-BE4B-EE2775833832}"/>
              </a:ext>
            </a:extLst>
          </p:cNvPr>
          <p:cNvSpPr txBox="1"/>
          <p:nvPr/>
        </p:nvSpPr>
        <p:spPr>
          <a:xfrm>
            <a:off x="0" y="657834"/>
            <a:ext cx="12192000" cy="1477328"/>
          </a:xfrm>
          <a:prstGeom prst="rect">
            <a:avLst/>
          </a:prstGeom>
          <a:noFill/>
        </p:spPr>
        <p:txBody>
          <a:bodyPr wrap="square">
            <a:spAutoFit/>
          </a:bodyPr>
          <a:lstStyle/>
          <a:p>
            <a:pPr marL="285750" indent="-285750">
              <a:buFont typeface="Wingdings" panose="05000000000000000000" pitchFamily="2" charset="2"/>
              <a:buChar char="Ø"/>
            </a:pPr>
            <a:r>
              <a:rPr lang="en-GB" b="0" i="0" dirty="0">
                <a:solidFill>
                  <a:srgbClr val="273239"/>
                </a:solidFill>
                <a:effectLst/>
                <a:latin typeface="urw-din"/>
              </a:rPr>
              <a:t>Programmable Logic Array(PLA) is a fixed architecture logic device with programmable AND gates followed by programmable OR gates. </a:t>
            </a:r>
          </a:p>
          <a:p>
            <a:pPr marL="285750" indent="-285750">
              <a:buFont typeface="Wingdings" panose="05000000000000000000" pitchFamily="2" charset="2"/>
              <a:buChar char="Ø"/>
            </a:pPr>
            <a:r>
              <a:rPr lang="en-GB" b="0" i="0" dirty="0">
                <a:solidFill>
                  <a:srgbClr val="273239"/>
                </a:solidFill>
                <a:effectLst/>
                <a:latin typeface="urw-din"/>
              </a:rPr>
              <a:t>PLA is basically a type of programmable logic device used to build a reconfigurable digital circuit. </a:t>
            </a:r>
          </a:p>
          <a:p>
            <a:pPr marL="285750" indent="-285750">
              <a:buFont typeface="Wingdings" panose="05000000000000000000" pitchFamily="2" charset="2"/>
              <a:buChar char="Ø"/>
            </a:pPr>
            <a:r>
              <a:rPr lang="en-GB" b="0" i="0" dirty="0">
                <a:solidFill>
                  <a:srgbClr val="273239"/>
                </a:solidFill>
                <a:effectLst/>
                <a:latin typeface="urw-din"/>
              </a:rPr>
              <a:t>PLDs have an undefined function at the time of manufacturing, but they are programmed before made into use. </a:t>
            </a:r>
          </a:p>
          <a:p>
            <a:pPr marL="285750" indent="-285750">
              <a:buFont typeface="Wingdings" panose="05000000000000000000" pitchFamily="2" charset="2"/>
              <a:buChar char="Ø"/>
            </a:pPr>
            <a:r>
              <a:rPr lang="en-GB" b="0" i="0" dirty="0">
                <a:solidFill>
                  <a:srgbClr val="273239"/>
                </a:solidFill>
                <a:effectLst/>
                <a:latin typeface="urw-din"/>
              </a:rPr>
              <a:t>PLA is a combination of memory and logic. </a:t>
            </a:r>
            <a:endParaRPr lang="en-IN" dirty="0"/>
          </a:p>
        </p:txBody>
      </p:sp>
      <p:sp>
        <p:nvSpPr>
          <p:cNvPr id="6" name="Rectangle 1">
            <a:extLst>
              <a:ext uri="{FF2B5EF4-FFF2-40B4-BE49-F238E27FC236}">
                <a16:creationId xmlns:a16="http://schemas.microsoft.com/office/drawing/2014/main" id="{8217037D-2535-4FFC-BFF8-F6397A302B06}"/>
              </a:ext>
            </a:extLst>
          </p:cNvPr>
          <p:cNvSpPr>
            <a:spLocks noChangeArrowheads="1"/>
          </p:cNvSpPr>
          <p:nvPr/>
        </p:nvSpPr>
        <p:spPr bwMode="auto">
          <a:xfrm>
            <a:off x="2062498" y="3479250"/>
            <a:ext cx="691311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000000"/>
                </a:solidFill>
                <a:effectLst/>
                <a:latin typeface="Arial" panose="020B0604020202020204" pitchFamily="34" charset="0"/>
                <a:cs typeface="Arial" panose="020B0604020202020204" pitchFamily="34" charset="0"/>
              </a:rPr>
              <a:t>The block diagram of PLA is shown in the following figure.</a:t>
            </a:r>
            <a:endParaRPr kumimoji="0" lang="en-US" altLang="en-US" sz="1400" b="1" i="0" u="none" strike="noStrike" cap="none" normalizeH="0" baseline="0" dirty="0">
              <a:ln>
                <a:noFill/>
              </a:ln>
              <a:solidFill>
                <a:schemeClr val="tx1"/>
              </a:solidFill>
              <a:effectLst/>
            </a:endParaRPr>
          </a:p>
        </p:txBody>
      </p:sp>
      <p:pic>
        <p:nvPicPr>
          <p:cNvPr id="8194" name="Picture 2" descr="PLA">
            <a:extLst>
              <a:ext uri="{FF2B5EF4-FFF2-40B4-BE49-F238E27FC236}">
                <a16:creationId xmlns:a16="http://schemas.microsoft.com/office/drawing/2014/main" id="{EDC17FE7-F2BA-4F8E-9A5C-693ECEDDDE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142" y="3803708"/>
            <a:ext cx="11509829" cy="289750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4800C65-1E94-490A-B33F-3F295C054DE3}"/>
              </a:ext>
            </a:extLst>
          </p:cNvPr>
          <p:cNvSpPr txBox="1"/>
          <p:nvPr/>
        </p:nvSpPr>
        <p:spPr>
          <a:xfrm>
            <a:off x="293914" y="2016017"/>
            <a:ext cx="4931228" cy="1477328"/>
          </a:xfrm>
          <a:prstGeom prst="rect">
            <a:avLst/>
          </a:prstGeom>
          <a:noFill/>
        </p:spPr>
        <p:txBody>
          <a:bodyPr wrap="square">
            <a:spAutoFit/>
          </a:bodyPr>
          <a:lstStyle/>
          <a:p>
            <a:pPr algn="l" fontAlgn="base"/>
            <a:r>
              <a:rPr lang="en-GB" b="1" i="0" dirty="0">
                <a:solidFill>
                  <a:srgbClr val="273239"/>
                </a:solidFill>
                <a:effectLst/>
                <a:latin typeface="urw-din"/>
              </a:rPr>
              <a:t>Applications:</a:t>
            </a:r>
            <a:r>
              <a:rPr lang="en-GB" b="0" i="0" dirty="0">
                <a:solidFill>
                  <a:srgbClr val="273239"/>
                </a:solidFill>
                <a:effectLst/>
                <a:latin typeface="urw-din"/>
              </a:rPr>
              <a:t> </a:t>
            </a:r>
          </a:p>
          <a:p>
            <a:pPr algn="l" fontAlgn="base">
              <a:buFont typeface="Arial" panose="020B0604020202020204" pitchFamily="34" charset="0"/>
              <a:buChar char="•"/>
            </a:pPr>
            <a:r>
              <a:rPr lang="en-GB" b="0" i="0" dirty="0">
                <a:solidFill>
                  <a:srgbClr val="273239"/>
                </a:solidFill>
                <a:effectLst/>
                <a:latin typeface="urw-din"/>
              </a:rPr>
              <a:t>PLA is used to provide control over Datapath.</a:t>
            </a:r>
          </a:p>
          <a:p>
            <a:pPr algn="l" fontAlgn="base">
              <a:buFont typeface="Arial" panose="020B0604020202020204" pitchFamily="34" charset="0"/>
              <a:buChar char="•"/>
            </a:pPr>
            <a:r>
              <a:rPr lang="en-GB" b="0" i="0" dirty="0">
                <a:solidFill>
                  <a:srgbClr val="273239"/>
                </a:solidFill>
                <a:effectLst/>
                <a:latin typeface="urw-din"/>
              </a:rPr>
              <a:t>PLA is used as a counter.</a:t>
            </a:r>
          </a:p>
          <a:p>
            <a:pPr algn="l" fontAlgn="base">
              <a:buFont typeface="Arial" panose="020B0604020202020204" pitchFamily="34" charset="0"/>
              <a:buChar char="•"/>
            </a:pPr>
            <a:r>
              <a:rPr lang="en-GB" b="0" i="0" dirty="0">
                <a:solidFill>
                  <a:srgbClr val="273239"/>
                </a:solidFill>
                <a:effectLst/>
                <a:latin typeface="urw-din"/>
              </a:rPr>
              <a:t>PLA is used as a decoder.</a:t>
            </a:r>
          </a:p>
          <a:p>
            <a:pPr algn="l" fontAlgn="base">
              <a:buFont typeface="Arial" panose="020B0604020202020204" pitchFamily="34" charset="0"/>
              <a:buChar char="•"/>
            </a:pPr>
            <a:r>
              <a:rPr lang="en-GB" b="0" i="0" dirty="0">
                <a:solidFill>
                  <a:srgbClr val="273239"/>
                </a:solidFill>
                <a:effectLst/>
                <a:latin typeface="urw-din"/>
              </a:rPr>
              <a:t>PLA is used as a BUS interface in programmed I/O.</a:t>
            </a:r>
          </a:p>
        </p:txBody>
      </p:sp>
    </p:spTree>
    <p:extLst>
      <p:ext uri="{BB962C8B-B14F-4D97-AF65-F5344CB8AC3E}">
        <p14:creationId xmlns:p14="http://schemas.microsoft.com/office/powerpoint/2010/main" val="82361736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400F20C3-6E39-45D2-B837-D1BF0517463B}"/>
              </a:ext>
            </a:extLst>
          </p:cNvPr>
          <p:cNvSpPr txBox="1"/>
          <p:nvPr/>
        </p:nvSpPr>
        <p:spPr>
          <a:xfrm>
            <a:off x="333828" y="455083"/>
            <a:ext cx="11858172" cy="2585323"/>
          </a:xfrm>
          <a:prstGeom prst="rect">
            <a:avLst/>
          </a:prstGeom>
          <a:noFill/>
        </p:spPr>
        <p:txBody>
          <a:bodyPr wrap="square">
            <a:spAutoFit/>
          </a:bodyPr>
          <a:lstStyle/>
          <a:p>
            <a:pPr marL="285750" indent="-285750" algn="just">
              <a:buFont typeface="Wingdings" panose="05000000000000000000" pitchFamily="2" charset="2"/>
              <a:buChar char="Ø"/>
            </a:pPr>
            <a:r>
              <a:rPr lang="en-GB" b="0" i="0" dirty="0">
                <a:solidFill>
                  <a:srgbClr val="000000"/>
                </a:solidFill>
                <a:effectLst/>
                <a:latin typeface="Arial" panose="020B0604020202020204" pitchFamily="34" charset="0"/>
              </a:rPr>
              <a:t>Here, the inputs of AND gates are programmable. </a:t>
            </a:r>
          </a:p>
          <a:p>
            <a:pPr marL="285750" indent="-285750" algn="just">
              <a:buFont typeface="Wingdings" panose="05000000000000000000" pitchFamily="2" charset="2"/>
              <a:buChar char="Ø"/>
            </a:pPr>
            <a:r>
              <a:rPr lang="en-GB" b="0" i="0" dirty="0">
                <a:solidFill>
                  <a:srgbClr val="000000"/>
                </a:solidFill>
                <a:effectLst/>
                <a:latin typeface="Arial" panose="020B0604020202020204" pitchFamily="34" charset="0"/>
              </a:rPr>
              <a:t>That means each AND gate has both normal and complemented inputs of variables. </a:t>
            </a:r>
          </a:p>
          <a:p>
            <a:pPr marL="285750" indent="-285750" algn="just">
              <a:buFont typeface="Wingdings" panose="05000000000000000000" pitchFamily="2" charset="2"/>
              <a:buChar char="Ø"/>
            </a:pPr>
            <a:r>
              <a:rPr lang="en-GB" b="0" i="0" dirty="0">
                <a:solidFill>
                  <a:srgbClr val="000000"/>
                </a:solidFill>
                <a:effectLst/>
                <a:latin typeface="Arial" panose="020B0604020202020204" pitchFamily="34" charset="0"/>
              </a:rPr>
              <a:t>So, based on the requirement, we can program any of those inputs. </a:t>
            </a:r>
          </a:p>
          <a:p>
            <a:pPr marL="285750" indent="-285750" algn="just">
              <a:buFont typeface="Wingdings" panose="05000000000000000000" pitchFamily="2" charset="2"/>
              <a:buChar char="Ø"/>
            </a:pPr>
            <a:r>
              <a:rPr lang="en-GB" b="0" i="0" dirty="0">
                <a:solidFill>
                  <a:srgbClr val="000000"/>
                </a:solidFill>
                <a:effectLst/>
                <a:latin typeface="Arial" panose="020B0604020202020204" pitchFamily="34" charset="0"/>
              </a:rPr>
              <a:t>So, we can generate only the required </a:t>
            </a:r>
            <a:r>
              <a:rPr lang="en-GB" b="1" i="0" dirty="0">
                <a:solidFill>
                  <a:srgbClr val="000000"/>
                </a:solidFill>
                <a:effectLst/>
                <a:latin typeface="Arial" panose="020B0604020202020204" pitchFamily="34" charset="0"/>
              </a:rPr>
              <a:t>product terms</a:t>
            </a:r>
            <a:r>
              <a:rPr lang="en-GB" b="0" i="0" dirty="0">
                <a:solidFill>
                  <a:srgbClr val="000000"/>
                </a:solidFill>
                <a:effectLst/>
                <a:latin typeface="Arial" panose="020B0604020202020204" pitchFamily="34" charset="0"/>
              </a:rPr>
              <a:t> by using these AND gates.</a:t>
            </a:r>
          </a:p>
          <a:p>
            <a:pPr algn="just"/>
            <a:endParaRPr lang="en-GB" b="0" i="0" dirty="0">
              <a:solidFill>
                <a:srgbClr val="000000"/>
              </a:solidFill>
              <a:effectLst/>
              <a:latin typeface="Arial" panose="020B0604020202020204" pitchFamily="34" charset="0"/>
            </a:endParaRPr>
          </a:p>
          <a:p>
            <a:pPr marL="285750" indent="-285750" algn="just">
              <a:buFont typeface="Wingdings" panose="05000000000000000000" pitchFamily="2" charset="2"/>
              <a:buChar char="Ø"/>
            </a:pPr>
            <a:r>
              <a:rPr lang="en-GB" b="0" i="0" dirty="0">
                <a:solidFill>
                  <a:srgbClr val="000000"/>
                </a:solidFill>
                <a:effectLst/>
                <a:latin typeface="Arial" panose="020B0604020202020204" pitchFamily="34" charset="0"/>
              </a:rPr>
              <a:t>Here, the inputs of OR gates are also programmable. </a:t>
            </a:r>
          </a:p>
          <a:p>
            <a:pPr marL="285750" indent="-285750" algn="just">
              <a:buFont typeface="Wingdings" panose="05000000000000000000" pitchFamily="2" charset="2"/>
              <a:buChar char="Ø"/>
            </a:pPr>
            <a:r>
              <a:rPr lang="en-GB" b="0" i="0" dirty="0">
                <a:solidFill>
                  <a:srgbClr val="000000"/>
                </a:solidFill>
                <a:effectLst/>
                <a:latin typeface="Arial" panose="020B0604020202020204" pitchFamily="34" charset="0"/>
              </a:rPr>
              <a:t>So, we can program any number of required product terms, since all the outputs of AND gates are applied as inputs to each OR gate. </a:t>
            </a:r>
          </a:p>
          <a:p>
            <a:pPr marL="285750" indent="-285750" algn="just">
              <a:buFont typeface="Wingdings" panose="05000000000000000000" pitchFamily="2" charset="2"/>
              <a:buChar char="Ø"/>
            </a:pPr>
            <a:r>
              <a:rPr lang="en-GB" b="0" i="0" dirty="0">
                <a:solidFill>
                  <a:srgbClr val="000000"/>
                </a:solidFill>
                <a:effectLst/>
                <a:latin typeface="Arial" panose="020B0604020202020204" pitchFamily="34" charset="0"/>
              </a:rPr>
              <a:t>Therefore, the outputs of PAL will be in the form of </a:t>
            </a:r>
            <a:r>
              <a:rPr lang="en-GB" b="1" i="0" dirty="0">
                <a:solidFill>
                  <a:srgbClr val="000000"/>
                </a:solidFill>
                <a:effectLst/>
                <a:latin typeface="Arial" panose="020B0604020202020204" pitchFamily="34" charset="0"/>
              </a:rPr>
              <a:t>sum of products form</a:t>
            </a:r>
            <a:r>
              <a:rPr lang="en-GB" b="0" i="0" dirty="0">
                <a:solidFill>
                  <a:srgbClr val="000000"/>
                </a:solidFill>
                <a:effectLst/>
                <a:latin typeface="Arial" panose="020B0604020202020204" pitchFamily="34" charset="0"/>
              </a:rPr>
              <a:t>.</a:t>
            </a:r>
          </a:p>
        </p:txBody>
      </p:sp>
      <p:sp>
        <p:nvSpPr>
          <p:cNvPr id="8" name="Rectangle 1">
            <a:extLst>
              <a:ext uri="{FF2B5EF4-FFF2-40B4-BE49-F238E27FC236}">
                <a16:creationId xmlns:a16="http://schemas.microsoft.com/office/drawing/2014/main" id="{65BF6EFE-130A-4DCE-A898-8C18861BB7EC}"/>
              </a:ext>
            </a:extLst>
          </p:cNvPr>
          <p:cNvSpPr>
            <a:spLocks noChangeArrowheads="1"/>
          </p:cNvSpPr>
          <p:nvPr/>
        </p:nvSpPr>
        <p:spPr bwMode="auto">
          <a:xfrm>
            <a:off x="264884" y="3161415"/>
            <a:ext cx="11662232" cy="264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u="sng" dirty="0"/>
              <a:t>Example</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Let us implement the following Boolean functions using PLA.</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b="1" dirty="0"/>
              <a:t>A=XY+XZ′A=XY+XZ′</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2000" b="1" dirty="0"/>
              <a:t>B=XY′+YZ+XZ′B=XY′+YZ+XZ′</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given two functions are in sum of products form.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number of product terms present in the given Boolean functions A &amp; B are two and three respectively.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One product term, Z′XZ′X is common in each function.</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So, we require four programmable AND gates &amp; two programmable OR gates for producing those two functions. </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t>The corresponding PLA is shown in the following figure.</a:t>
            </a:r>
          </a:p>
        </p:txBody>
      </p:sp>
    </p:spTree>
    <p:extLst>
      <p:ext uri="{BB962C8B-B14F-4D97-AF65-F5344CB8AC3E}">
        <p14:creationId xmlns:p14="http://schemas.microsoft.com/office/powerpoint/2010/main" val="59666954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ADC5BE8-25FF-431A-9E1D-A422BD6AA1D1}"/>
              </a:ext>
            </a:extLst>
          </p:cNvPr>
          <p:cNvSpPr>
            <a:spLocks noChangeArrowheads="1"/>
          </p:cNvSpPr>
          <p:nvPr/>
        </p:nvSpPr>
        <p:spPr bwMode="auto">
          <a:xfrm>
            <a:off x="464456" y="369892"/>
            <a:ext cx="291400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Combinational Circuit of PLA</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t>         </a:t>
            </a:r>
          </a:p>
        </p:txBody>
      </p:sp>
      <p:pic>
        <p:nvPicPr>
          <p:cNvPr id="10242" name="Picture 2" descr="PLA Circuit Diagram">
            <a:extLst>
              <a:ext uri="{FF2B5EF4-FFF2-40B4-BE49-F238E27FC236}">
                <a16:creationId xmlns:a16="http://schemas.microsoft.com/office/drawing/2014/main" id="{C90ED15F-D461-4D25-B871-62A62FE83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9143" y="693057"/>
            <a:ext cx="8853714" cy="5827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94808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CBB5F-44BD-47A9-8427-DF32ADABAEF6}"/>
              </a:ext>
            </a:extLst>
          </p:cNvPr>
          <p:cNvSpPr>
            <a:spLocks noGrp="1"/>
          </p:cNvSpPr>
          <p:nvPr>
            <p:ph type="ctrTitle"/>
          </p:nvPr>
        </p:nvSpPr>
        <p:spPr>
          <a:xfrm>
            <a:off x="1682704" y="2412468"/>
            <a:ext cx="9144000" cy="880608"/>
          </a:xfrm>
        </p:spPr>
        <p:txBody>
          <a:bodyPr/>
          <a:lstStyle/>
          <a:p>
            <a:r>
              <a:rPr lang="en-GB" b="1" dirty="0"/>
              <a:t>END of UNITS</a:t>
            </a:r>
            <a:endParaRPr lang="en-IN" b="1" dirty="0"/>
          </a:p>
        </p:txBody>
      </p:sp>
    </p:spTree>
    <p:extLst>
      <p:ext uri="{BB962C8B-B14F-4D97-AF65-F5344CB8AC3E}">
        <p14:creationId xmlns:p14="http://schemas.microsoft.com/office/powerpoint/2010/main" val="1895364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4166E0F8D0B40498C35D8E5EAFE0871" ma:contentTypeVersion="2" ma:contentTypeDescription="Create a new document." ma:contentTypeScope="" ma:versionID="30ed41ad50ee0b9a0f5f1cb47eb6e788">
  <xsd:schema xmlns:xsd="http://www.w3.org/2001/XMLSchema" xmlns:xs="http://www.w3.org/2001/XMLSchema" xmlns:p="http://schemas.microsoft.com/office/2006/metadata/properties" xmlns:ns2="c91e3ff6-14c8-40d6-a47c-44c5ff227c54" targetNamespace="http://schemas.microsoft.com/office/2006/metadata/properties" ma:root="true" ma:fieldsID="53576ef496075ab8eae69b5aa49a74e2" ns2:_="">
    <xsd:import namespace="c91e3ff6-14c8-40d6-a47c-44c5ff227c54"/>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91e3ff6-14c8-40d6-a47c-44c5ff227c5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A77C5D0-9D87-45C4-8A0A-F20CA4C26E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91e3ff6-14c8-40d6-a47c-44c5ff227c5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BF4AEA6-3604-4034-A740-30F15B22588C}">
  <ds:schemaRefs>
    <ds:schemaRef ds:uri="http://schemas.microsoft.com/sharepoint/v3/contenttype/forms"/>
  </ds:schemaRefs>
</ds:datastoreItem>
</file>

<file path=customXml/itemProps3.xml><?xml version="1.0" encoding="utf-8"?>
<ds:datastoreItem xmlns:ds="http://schemas.openxmlformats.org/officeDocument/2006/customXml" ds:itemID="{FDFF7A7E-7170-4BD9-884F-311B676A23E6}">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757</TotalTime>
  <Words>8365</Words>
  <Application>Microsoft Office PowerPoint</Application>
  <PresentationFormat>Widescreen</PresentationFormat>
  <Paragraphs>1309</Paragraphs>
  <Slides>104</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104</vt:i4>
      </vt:variant>
    </vt:vector>
  </HeadingPairs>
  <TitlesOfParts>
    <vt:vector size="118" baseType="lpstr">
      <vt:lpstr>Arial</vt:lpstr>
      <vt:lpstr>Calibri</vt:lpstr>
      <vt:lpstr>Calibri Light</vt:lpstr>
      <vt:lpstr>Cambria</vt:lpstr>
      <vt:lpstr>erdana</vt:lpstr>
      <vt:lpstr>inherit</vt:lpstr>
      <vt:lpstr>inter-bold</vt:lpstr>
      <vt:lpstr>inter-regular</vt:lpstr>
      <vt:lpstr>Raleway</vt:lpstr>
      <vt:lpstr>Times New Roman</vt:lpstr>
      <vt:lpstr>Times New Roman</vt:lpstr>
      <vt:lpstr>urw-din</vt:lpstr>
      <vt:lpstr>Wingdings</vt:lpstr>
      <vt:lpstr>Office Theme</vt:lpstr>
      <vt:lpstr>UNIT 5 and 6 Combinational Logic    </vt:lpstr>
      <vt:lpstr>OUTLINES</vt:lpstr>
      <vt:lpstr>Introduction</vt:lpstr>
      <vt:lpstr>PowerPoint Presentation</vt:lpstr>
      <vt:lpstr>Adders</vt:lpstr>
      <vt:lpstr>PowerPoint Presentation</vt:lpstr>
      <vt:lpstr>Full Adders</vt:lpstr>
      <vt:lpstr>PowerPoint Presentation</vt:lpstr>
      <vt:lpstr>PowerPoint Presentation</vt:lpstr>
      <vt:lpstr>Implementation of Full adder using two half adder and one OR gate</vt:lpstr>
      <vt:lpstr>PowerPoint Presentation</vt:lpstr>
      <vt:lpstr>PowerPoint Presentation</vt:lpstr>
      <vt:lpstr>Subtractors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IMPLEMENTATION OF FULL SUBTRACTOR USING TWO HALF SUBTTRACTOR AND ONE OR GATE</vt:lpstr>
      <vt:lpstr>IMPLEMENTATION OF FULL SUBTRACTOR USING TWO HALF SUBTTRACTOR AND ONE OR GATE</vt:lpstr>
      <vt:lpstr>IMPLEMENTATION OF FULL SUBTRACTOR USING TWO HALF SUBTTRACTOR AND ONE OR GATE</vt:lpstr>
      <vt:lpstr>PowerPoint Presentation</vt:lpstr>
      <vt:lpstr>PowerPoint Presentation</vt:lpstr>
      <vt:lpstr>PowerPoint Presentation</vt:lpstr>
      <vt:lpstr>PowerPoint Presentation</vt:lpstr>
      <vt:lpstr>PowerPoint Presentation</vt:lpstr>
      <vt:lpstr>Multiplexer</vt:lpstr>
      <vt:lpstr>PowerPoint Presentation</vt:lpstr>
      <vt:lpstr>2 X 1 /(2:1) MUX</vt:lpstr>
      <vt:lpstr>PowerPoint Presentation</vt:lpstr>
      <vt:lpstr>4:1/(4X1) MUX</vt:lpstr>
      <vt:lpstr>PowerPoint Presentation</vt:lpstr>
      <vt:lpstr>8X1 / (8:1) MUX</vt:lpstr>
      <vt:lpstr>PowerPoint Presentation</vt:lpstr>
      <vt:lpstr>16X1 / (16:1) MUX</vt:lpstr>
      <vt:lpstr>PowerPoint Presentation</vt:lpstr>
      <vt:lpstr>PowerPoint Presentation</vt:lpstr>
      <vt:lpstr>PowerPoint Presentation</vt:lpstr>
      <vt:lpstr>PowerPoint Presentation</vt:lpstr>
      <vt:lpstr>Demultiplexer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Encoder</vt:lpstr>
      <vt:lpstr>Types of Encoder</vt:lpstr>
      <vt:lpstr>PowerPoint Presentation</vt:lpstr>
      <vt:lpstr>8 to 3 line Encoder/Octal to Binary</vt:lpstr>
      <vt:lpstr>PowerPoint Presentation</vt:lpstr>
      <vt:lpstr>Decimal to BCD Line Encoder</vt:lpstr>
      <vt:lpstr>PowerPoint Presentation</vt:lpstr>
      <vt:lpstr>PowerPoint Presentation</vt:lpstr>
      <vt:lpstr>Priority Encoder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Programming Logic Array</vt:lpstr>
      <vt:lpstr>PowerPoint Presentation</vt:lpstr>
      <vt:lpstr>PowerPoint Presentation</vt:lpstr>
      <vt:lpstr>END of UNITS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Combinational Logic    </dc:title>
  <dc:creator>Harendra Bikram Shah</dc:creator>
  <cp:lastModifiedBy>Harendra Bikram Shah</cp:lastModifiedBy>
  <cp:revision>35</cp:revision>
  <dcterms:created xsi:type="dcterms:W3CDTF">2021-08-08T16:01:08Z</dcterms:created>
  <dcterms:modified xsi:type="dcterms:W3CDTF">2022-01-16T08:46:01Z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0x01010044166E0F8D0B40498C35D8E5EAFE0871</vt:lpwstr>
  </property>
</Properties>
</file>
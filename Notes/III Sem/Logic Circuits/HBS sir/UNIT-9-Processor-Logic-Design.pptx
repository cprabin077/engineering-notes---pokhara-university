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8" r:id="rId7"/>
    <p:sldId id="273" r:id="rId8"/>
    <p:sldId id="274" r:id="rId9"/>
    <p:sldId id="272" r:id="rId10"/>
    <p:sldId id="267" r:id="rId11"/>
    <p:sldId id="275" r:id="rId12"/>
    <p:sldId id="270" r:id="rId13"/>
    <p:sldId id="277" r:id="rId14"/>
    <p:sldId id="278" r:id="rId15"/>
    <p:sldId id="279" r:id="rId16"/>
    <p:sldId id="280" r:id="rId17"/>
    <p:sldId id="281" r:id="rId18"/>
    <p:sldId id="282" r:id="rId19"/>
    <p:sldId id="283" r:id="rId20"/>
    <p:sldId id="269" r:id="rId21"/>
    <p:sldId id="271" r:id="rId22"/>
    <p:sldId id="276" r:id="rId23"/>
    <p:sldId id="284" r:id="rId24"/>
    <p:sldId id="285" r:id="rId25"/>
    <p:sldId id="28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endra Bikram Shah" userId="a00731c20e5a5af2" providerId="LiveId" clId="{9B465476-FD1E-47A0-8A76-52D5C11CFCF2}"/>
    <pc:docChg chg="undo custSel addSld modSld">
      <pc:chgData name="Harendra Bikram Shah" userId="a00731c20e5a5af2" providerId="LiveId" clId="{9B465476-FD1E-47A0-8A76-52D5C11CFCF2}" dt="2021-07-29T02:25:02.067" v="4427" actId="20577"/>
      <pc:docMkLst>
        <pc:docMk/>
      </pc:docMkLst>
      <pc:sldChg chg="modSp new mod">
        <pc:chgData name="Harendra Bikram Shah" userId="a00731c20e5a5af2" providerId="LiveId" clId="{9B465476-FD1E-47A0-8A76-52D5C11CFCF2}" dt="2021-07-25T09:03:22.379" v="152" actId="20577"/>
        <pc:sldMkLst>
          <pc:docMk/>
          <pc:sldMk cId="581952435" sldId="256"/>
        </pc:sldMkLst>
        <pc:spChg chg="mod">
          <ac:chgData name="Harendra Bikram Shah" userId="a00731c20e5a5af2" providerId="LiveId" clId="{9B465476-FD1E-47A0-8A76-52D5C11CFCF2}" dt="2021-07-25T09:02:55.319" v="34" actId="20577"/>
          <ac:spMkLst>
            <pc:docMk/>
            <pc:sldMk cId="581952435" sldId="256"/>
            <ac:spMk id="2" creationId="{1BA2839B-DB45-4338-8731-FB0A17C5E075}"/>
          </ac:spMkLst>
        </pc:spChg>
        <pc:spChg chg="mod">
          <ac:chgData name="Harendra Bikram Shah" userId="a00731c20e5a5af2" providerId="LiveId" clId="{9B465476-FD1E-47A0-8A76-52D5C11CFCF2}" dt="2021-07-25T09:03:22.379" v="152" actId="20577"/>
          <ac:spMkLst>
            <pc:docMk/>
            <pc:sldMk cId="581952435" sldId="256"/>
            <ac:spMk id="3" creationId="{66F6958F-B242-46FF-BF72-A492F06331DE}"/>
          </ac:spMkLst>
        </pc:spChg>
      </pc:sldChg>
      <pc:sldChg chg="modSp new mod">
        <pc:chgData name="Harendra Bikram Shah" userId="a00731c20e5a5af2" providerId="LiveId" clId="{9B465476-FD1E-47A0-8A76-52D5C11CFCF2}" dt="2021-07-25T09:04:51.457" v="301" actId="20577"/>
        <pc:sldMkLst>
          <pc:docMk/>
          <pc:sldMk cId="3941101097" sldId="257"/>
        </pc:sldMkLst>
        <pc:spChg chg="mod">
          <ac:chgData name="Harendra Bikram Shah" userId="a00731c20e5a5af2" providerId="LiveId" clId="{9B465476-FD1E-47A0-8A76-52D5C11CFCF2}" dt="2021-07-25T09:03:38.933" v="164" actId="113"/>
          <ac:spMkLst>
            <pc:docMk/>
            <pc:sldMk cId="3941101097" sldId="257"/>
            <ac:spMk id="2" creationId="{BA49D700-F7BF-4DD3-BB2E-7242045C6C68}"/>
          </ac:spMkLst>
        </pc:spChg>
        <pc:spChg chg="mod">
          <ac:chgData name="Harendra Bikram Shah" userId="a00731c20e5a5af2" providerId="LiveId" clId="{9B465476-FD1E-47A0-8A76-52D5C11CFCF2}" dt="2021-07-25T09:04:51.457" v="301" actId="20577"/>
          <ac:spMkLst>
            <pc:docMk/>
            <pc:sldMk cId="3941101097" sldId="257"/>
            <ac:spMk id="3" creationId="{150921F3-19F1-4F90-B079-81BF8BBCE1A2}"/>
          </ac:spMkLst>
        </pc:spChg>
      </pc:sldChg>
      <pc:sldChg chg="addSp delSp modSp add mod">
        <pc:chgData name="Harendra Bikram Shah" userId="a00731c20e5a5af2" providerId="LiveId" clId="{9B465476-FD1E-47A0-8A76-52D5C11CFCF2}" dt="2021-07-26T02:50:37.405" v="4351" actId="20577"/>
        <pc:sldMkLst>
          <pc:docMk/>
          <pc:sldMk cId="3303390298" sldId="258"/>
        </pc:sldMkLst>
        <pc:spChg chg="mod">
          <ac:chgData name="Harendra Bikram Shah" userId="a00731c20e5a5af2" providerId="LiveId" clId="{9B465476-FD1E-47A0-8A76-52D5C11CFCF2}" dt="2021-07-25T09:15:42.885" v="669" actId="1076"/>
          <ac:spMkLst>
            <pc:docMk/>
            <pc:sldMk cId="3303390298" sldId="258"/>
            <ac:spMk id="2" creationId="{BA49D700-F7BF-4DD3-BB2E-7242045C6C68}"/>
          </ac:spMkLst>
        </pc:spChg>
        <pc:spChg chg="mod">
          <ac:chgData name="Harendra Bikram Shah" userId="a00731c20e5a5af2" providerId="LiveId" clId="{9B465476-FD1E-47A0-8A76-52D5C11CFCF2}" dt="2021-07-26T02:50:37.405" v="4351" actId="20577"/>
          <ac:spMkLst>
            <pc:docMk/>
            <pc:sldMk cId="3303390298" sldId="258"/>
            <ac:spMk id="3" creationId="{150921F3-19F1-4F90-B079-81BF8BBCE1A2}"/>
          </ac:spMkLst>
        </pc:spChg>
        <pc:spChg chg="add del">
          <ac:chgData name="Harendra Bikram Shah" userId="a00731c20e5a5af2" providerId="LiveId" clId="{9B465476-FD1E-47A0-8A76-52D5C11CFCF2}" dt="2021-07-25T09:14:05.057" v="460"/>
          <ac:spMkLst>
            <pc:docMk/>
            <pc:sldMk cId="3303390298" sldId="258"/>
            <ac:spMk id="4" creationId="{DF31F37F-223E-43E3-BAE0-78AA85C7FAEC}"/>
          </ac:spMkLst>
        </pc:spChg>
        <pc:graphicFrameChg chg="add del mod">
          <ac:chgData name="Harendra Bikram Shah" userId="a00731c20e5a5af2" providerId="LiveId" clId="{9B465476-FD1E-47A0-8A76-52D5C11CFCF2}" dt="2021-07-25T09:14:05.057" v="460"/>
          <ac:graphicFrameMkLst>
            <pc:docMk/>
            <pc:sldMk cId="3303390298" sldId="258"/>
            <ac:graphicFrameMk id="5" creationId="{66423205-9547-4011-9890-596F36192E37}"/>
          </ac:graphicFrameMkLst>
        </pc:graphicFrameChg>
        <pc:graphicFrameChg chg="add del mod">
          <ac:chgData name="Harendra Bikram Shah" userId="a00731c20e5a5af2" providerId="LiveId" clId="{9B465476-FD1E-47A0-8A76-52D5C11CFCF2}" dt="2021-07-25T09:14:05.057" v="460"/>
          <ac:graphicFrameMkLst>
            <pc:docMk/>
            <pc:sldMk cId="3303390298" sldId="258"/>
            <ac:graphicFrameMk id="6" creationId="{C0066033-EF32-4C29-8133-79BD63DCC317}"/>
          </ac:graphicFrameMkLst>
        </pc:graphicFrameChg>
        <pc:picChg chg="add mod">
          <ac:chgData name="Harendra Bikram Shah" userId="a00731c20e5a5af2" providerId="LiveId" clId="{9B465476-FD1E-47A0-8A76-52D5C11CFCF2}" dt="2021-07-25T09:15:56.908" v="675" actId="14100"/>
          <ac:picMkLst>
            <pc:docMk/>
            <pc:sldMk cId="3303390298" sldId="258"/>
            <ac:picMk id="8" creationId="{DFD4F3E8-C95B-45C5-99B9-93D0C9B79CA3}"/>
          </ac:picMkLst>
        </pc:picChg>
        <pc:picChg chg="add del">
          <ac:chgData name="Harendra Bikram Shah" userId="a00731c20e5a5af2" providerId="LiveId" clId="{9B465476-FD1E-47A0-8A76-52D5C11CFCF2}" dt="2021-07-25T09:14:05.057" v="460"/>
          <ac:picMkLst>
            <pc:docMk/>
            <pc:sldMk cId="3303390298" sldId="258"/>
            <ac:picMk id="1026" creationId="{2B5D09E9-5CA7-45B4-A79A-EA63A030E8E0}"/>
          </ac:picMkLst>
        </pc:picChg>
        <pc:picChg chg="add del">
          <ac:chgData name="Harendra Bikram Shah" userId="a00731c20e5a5af2" providerId="LiveId" clId="{9B465476-FD1E-47A0-8A76-52D5C11CFCF2}" dt="2021-07-25T09:14:05.057" v="460"/>
          <ac:picMkLst>
            <pc:docMk/>
            <pc:sldMk cId="3303390298" sldId="258"/>
            <ac:picMk id="1028" creationId="{29CC8A22-E4FD-4B69-8089-F2267966D058}"/>
          </ac:picMkLst>
        </pc:picChg>
      </pc:sldChg>
      <pc:sldChg chg="addSp delSp modSp add mod">
        <pc:chgData name="Harendra Bikram Shah" userId="a00731c20e5a5af2" providerId="LiveId" clId="{9B465476-FD1E-47A0-8A76-52D5C11CFCF2}" dt="2021-07-25T10:23:07.750" v="2048" actId="14100"/>
        <pc:sldMkLst>
          <pc:docMk/>
          <pc:sldMk cId="1463960329" sldId="259"/>
        </pc:sldMkLst>
        <pc:spChg chg="mod">
          <ac:chgData name="Harendra Bikram Shah" userId="a00731c20e5a5af2" providerId="LiveId" clId="{9B465476-FD1E-47A0-8A76-52D5C11CFCF2}" dt="2021-07-25T09:31:45.901" v="806" actId="20577"/>
          <ac:spMkLst>
            <pc:docMk/>
            <pc:sldMk cId="1463960329" sldId="259"/>
            <ac:spMk id="2" creationId="{BA49D700-F7BF-4DD3-BB2E-7242045C6C68}"/>
          </ac:spMkLst>
        </pc:spChg>
        <pc:spChg chg="mod">
          <ac:chgData name="Harendra Bikram Shah" userId="a00731c20e5a5af2" providerId="LiveId" clId="{9B465476-FD1E-47A0-8A76-52D5C11CFCF2}" dt="2021-07-25T09:32:44.361" v="814" actId="14100"/>
          <ac:spMkLst>
            <pc:docMk/>
            <pc:sldMk cId="1463960329" sldId="259"/>
            <ac:spMk id="3" creationId="{150921F3-19F1-4F90-B079-81BF8BBCE1A2}"/>
          </ac:spMkLst>
        </pc:spChg>
        <pc:picChg chg="add del mod">
          <ac:chgData name="Harendra Bikram Shah" userId="a00731c20e5a5af2" providerId="LiveId" clId="{9B465476-FD1E-47A0-8A76-52D5C11CFCF2}" dt="2021-07-25T09:54:06.328" v="1194" actId="478"/>
          <ac:picMkLst>
            <pc:docMk/>
            <pc:sldMk cId="1463960329" sldId="259"/>
            <ac:picMk id="5" creationId="{43DD7B2E-998F-4964-A2C4-61514147A2A2}"/>
          </ac:picMkLst>
        </pc:picChg>
        <pc:picChg chg="add del mod">
          <ac:chgData name="Harendra Bikram Shah" userId="a00731c20e5a5af2" providerId="LiveId" clId="{9B465476-FD1E-47A0-8A76-52D5C11CFCF2}" dt="2021-07-25T10:21:51.278" v="2033" actId="478"/>
          <ac:picMkLst>
            <pc:docMk/>
            <pc:sldMk cId="1463960329" sldId="259"/>
            <ac:picMk id="7" creationId="{6B4177FE-3BE4-4406-AB43-2D2C0F119889}"/>
          </ac:picMkLst>
        </pc:picChg>
        <pc:picChg chg="del">
          <ac:chgData name="Harendra Bikram Shah" userId="a00731c20e5a5af2" providerId="LiveId" clId="{9B465476-FD1E-47A0-8A76-52D5C11CFCF2}" dt="2021-07-25T09:16:16.213" v="682" actId="478"/>
          <ac:picMkLst>
            <pc:docMk/>
            <pc:sldMk cId="1463960329" sldId="259"/>
            <ac:picMk id="8" creationId="{DFD4F3E8-C95B-45C5-99B9-93D0C9B79CA3}"/>
          </ac:picMkLst>
        </pc:picChg>
        <pc:picChg chg="add del mod">
          <ac:chgData name="Harendra Bikram Shah" userId="a00731c20e5a5af2" providerId="LiveId" clId="{9B465476-FD1E-47A0-8A76-52D5C11CFCF2}" dt="2021-07-25T10:22:58.803" v="2042" actId="478"/>
          <ac:picMkLst>
            <pc:docMk/>
            <pc:sldMk cId="1463960329" sldId="259"/>
            <ac:picMk id="10" creationId="{0B941255-712B-41C9-B638-E10D229EE37F}"/>
          </ac:picMkLst>
        </pc:picChg>
        <pc:picChg chg="add mod">
          <ac:chgData name="Harendra Bikram Shah" userId="a00731c20e5a5af2" providerId="LiveId" clId="{9B465476-FD1E-47A0-8A76-52D5C11CFCF2}" dt="2021-07-25T10:23:07.750" v="2048" actId="14100"/>
          <ac:picMkLst>
            <pc:docMk/>
            <pc:sldMk cId="1463960329" sldId="259"/>
            <ac:picMk id="12" creationId="{AAD603AF-8073-4C5C-9F0C-3D5312D69DFE}"/>
          </ac:picMkLst>
        </pc:picChg>
      </pc:sldChg>
      <pc:sldChg chg="delSp modSp add mod">
        <pc:chgData name="Harendra Bikram Shah" userId="a00731c20e5a5af2" providerId="LiveId" clId="{9B465476-FD1E-47A0-8A76-52D5C11CFCF2}" dt="2021-07-25T11:40:19.132" v="2583" actId="14100"/>
        <pc:sldMkLst>
          <pc:docMk/>
          <pc:sldMk cId="3411272150" sldId="260"/>
        </pc:sldMkLst>
        <pc:spChg chg="mod">
          <ac:chgData name="Harendra Bikram Shah" userId="a00731c20e5a5af2" providerId="LiveId" clId="{9B465476-FD1E-47A0-8A76-52D5C11CFCF2}" dt="2021-07-25T09:33:18.570" v="851" actId="14100"/>
          <ac:spMkLst>
            <pc:docMk/>
            <pc:sldMk cId="3411272150" sldId="260"/>
            <ac:spMk id="2" creationId="{BA49D700-F7BF-4DD3-BB2E-7242045C6C68}"/>
          </ac:spMkLst>
        </pc:spChg>
        <pc:spChg chg="mod">
          <ac:chgData name="Harendra Bikram Shah" userId="a00731c20e5a5af2" providerId="LiveId" clId="{9B465476-FD1E-47A0-8A76-52D5C11CFCF2}" dt="2021-07-25T11:40:19.132" v="2583" actId="14100"/>
          <ac:spMkLst>
            <pc:docMk/>
            <pc:sldMk cId="3411272150" sldId="260"/>
            <ac:spMk id="3" creationId="{150921F3-19F1-4F90-B079-81BF8BBCE1A2}"/>
          </ac:spMkLst>
        </pc:spChg>
        <pc:picChg chg="del">
          <ac:chgData name="Harendra Bikram Shah" userId="a00731c20e5a5af2" providerId="LiveId" clId="{9B465476-FD1E-47A0-8A76-52D5C11CFCF2}" dt="2021-07-25T09:33:00.389" v="816" actId="478"/>
          <ac:picMkLst>
            <pc:docMk/>
            <pc:sldMk cId="3411272150" sldId="260"/>
            <ac:picMk id="5" creationId="{43DD7B2E-998F-4964-A2C4-61514147A2A2}"/>
          </ac:picMkLst>
        </pc:picChg>
      </pc:sldChg>
      <pc:sldChg chg="addSp modSp add mod">
        <pc:chgData name="Harendra Bikram Shah" userId="a00731c20e5a5af2" providerId="LiveId" clId="{9B465476-FD1E-47A0-8A76-52D5C11CFCF2}" dt="2021-07-25T10:03:14.251" v="1547" actId="1076"/>
        <pc:sldMkLst>
          <pc:docMk/>
          <pc:sldMk cId="3538840468" sldId="261"/>
        </pc:sldMkLst>
        <pc:spChg chg="mod">
          <ac:chgData name="Harendra Bikram Shah" userId="a00731c20e5a5af2" providerId="LiveId" clId="{9B465476-FD1E-47A0-8A76-52D5C11CFCF2}" dt="2021-07-25T09:56:10.281" v="1363" actId="20577"/>
          <ac:spMkLst>
            <pc:docMk/>
            <pc:sldMk cId="3538840468" sldId="261"/>
            <ac:spMk id="3" creationId="{150921F3-19F1-4F90-B079-81BF8BBCE1A2}"/>
          </ac:spMkLst>
        </pc:spChg>
        <pc:spChg chg="add mod">
          <ac:chgData name="Harendra Bikram Shah" userId="a00731c20e5a5af2" providerId="LiveId" clId="{9B465476-FD1E-47A0-8A76-52D5C11CFCF2}" dt="2021-07-25T10:02:53.514" v="1538" actId="21"/>
          <ac:spMkLst>
            <pc:docMk/>
            <pc:sldMk cId="3538840468" sldId="261"/>
            <ac:spMk id="5" creationId="{74497CAC-9950-48A7-A1B5-BE1F01BE4114}"/>
          </ac:spMkLst>
        </pc:spChg>
        <pc:picChg chg="add mod">
          <ac:chgData name="Harendra Bikram Shah" userId="a00731c20e5a5af2" providerId="LiveId" clId="{9B465476-FD1E-47A0-8A76-52D5C11CFCF2}" dt="2021-07-25T10:03:14.251" v="1547" actId="1076"/>
          <ac:picMkLst>
            <pc:docMk/>
            <pc:sldMk cId="3538840468" sldId="261"/>
            <ac:picMk id="6" creationId="{D293FA47-CF9E-457A-93C2-CCAAF5B539D4}"/>
          </ac:picMkLst>
        </pc:picChg>
      </pc:sldChg>
      <pc:sldChg chg="addSp delSp modSp new mod">
        <pc:chgData name="Harendra Bikram Shah" userId="a00731c20e5a5af2" providerId="LiveId" clId="{9B465476-FD1E-47A0-8A76-52D5C11CFCF2}" dt="2021-07-25T10:08:23.812" v="1705" actId="5793"/>
        <pc:sldMkLst>
          <pc:docMk/>
          <pc:sldMk cId="2300843654" sldId="262"/>
        </pc:sldMkLst>
        <pc:spChg chg="del">
          <ac:chgData name="Harendra Bikram Shah" userId="a00731c20e5a5af2" providerId="LiveId" clId="{9B465476-FD1E-47A0-8A76-52D5C11CFCF2}" dt="2021-07-25T09:58:49.743" v="1365" actId="478"/>
          <ac:spMkLst>
            <pc:docMk/>
            <pc:sldMk cId="2300843654" sldId="262"/>
            <ac:spMk id="2" creationId="{600747CF-BFB8-43C7-9335-089FBE7CD261}"/>
          </ac:spMkLst>
        </pc:spChg>
        <pc:spChg chg="del">
          <ac:chgData name="Harendra Bikram Shah" userId="a00731c20e5a5af2" providerId="LiveId" clId="{9B465476-FD1E-47A0-8A76-52D5C11CFCF2}" dt="2021-07-25T09:58:51.294" v="1366" actId="478"/>
          <ac:spMkLst>
            <pc:docMk/>
            <pc:sldMk cId="2300843654" sldId="262"/>
            <ac:spMk id="3" creationId="{41FB9830-263E-4D4F-843F-D9959E89D1CB}"/>
          </ac:spMkLst>
        </pc:spChg>
        <pc:spChg chg="add mod">
          <ac:chgData name="Harendra Bikram Shah" userId="a00731c20e5a5af2" providerId="LiveId" clId="{9B465476-FD1E-47A0-8A76-52D5C11CFCF2}" dt="2021-07-25T10:08:23.812" v="1705" actId="5793"/>
          <ac:spMkLst>
            <pc:docMk/>
            <pc:sldMk cId="2300843654" sldId="262"/>
            <ac:spMk id="4" creationId="{3C65B981-40EC-4461-9C3E-613F3EADBDA4}"/>
          </ac:spMkLst>
        </pc:spChg>
        <pc:spChg chg="add mod">
          <ac:chgData name="Harendra Bikram Shah" userId="a00731c20e5a5af2" providerId="LiveId" clId="{9B465476-FD1E-47A0-8A76-52D5C11CFCF2}" dt="2021-07-25T10:03:32.946" v="1564" actId="20577"/>
          <ac:spMkLst>
            <pc:docMk/>
            <pc:sldMk cId="2300843654" sldId="262"/>
            <ac:spMk id="7" creationId="{CAE2F3AC-2EEB-4BEC-8542-F7E3E839229A}"/>
          </ac:spMkLst>
        </pc:spChg>
        <pc:picChg chg="add del mod">
          <ac:chgData name="Harendra Bikram Shah" userId="a00731c20e5a5af2" providerId="LiveId" clId="{9B465476-FD1E-47A0-8A76-52D5C11CFCF2}" dt="2021-07-25T10:03:00.104" v="1541" actId="21"/>
          <ac:picMkLst>
            <pc:docMk/>
            <pc:sldMk cId="2300843654" sldId="262"/>
            <ac:picMk id="2050" creationId="{DD501BA3-4978-4555-A36A-9C12EED0F9D3}"/>
          </ac:picMkLst>
        </pc:picChg>
      </pc:sldChg>
      <pc:sldChg chg="addSp delSp modSp new mod">
        <pc:chgData name="Harendra Bikram Shah" userId="a00731c20e5a5af2" providerId="LiveId" clId="{9B465476-FD1E-47A0-8A76-52D5C11CFCF2}" dt="2021-07-25T10:11:24.165" v="1733" actId="14100"/>
        <pc:sldMkLst>
          <pc:docMk/>
          <pc:sldMk cId="363250185" sldId="263"/>
        </pc:sldMkLst>
        <pc:spChg chg="mod">
          <ac:chgData name="Harendra Bikram Shah" userId="a00731c20e5a5af2" providerId="LiveId" clId="{9B465476-FD1E-47A0-8A76-52D5C11CFCF2}" dt="2021-07-25T10:09:14.510" v="1725" actId="403"/>
          <ac:spMkLst>
            <pc:docMk/>
            <pc:sldMk cId="363250185" sldId="263"/>
            <ac:spMk id="2" creationId="{CC7B7F2E-E702-454F-A990-D15F957401B4}"/>
          </ac:spMkLst>
        </pc:spChg>
        <pc:spChg chg="del mod">
          <ac:chgData name="Harendra Bikram Shah" userId="a00731c20e5a5af2" providerId="LiveId" clId="{9B465476-FD1E-47A0-8A76-52D5C11CFCF2}" dt="2021-07-25T10:11:15.974" v="1729" actId="478"/>
          <ac:spMkLst>
            <pc:docMk/>
            <pc:sldMk cId="363250185" sldId="263"/>
            <ac:spMk id="3" creationId="{35CFE6D3-151F-42B1-B75B-E41B6E683C29}"/>
          </ac:spMkLst>
        </pc:spChg>
        <pc:picChg chg="add mod">
          <ac:chgData name="Harendra Bikram Shah" userId="a00731c20e5a5af2" providerId="LiveId" clId="{9B465476-FD1E-47A0-8A76-52D5C11CFCF2}" dt="2021-07-25T10:11:24.165" v="1733" actId="14100"/>
          <ac:picMkLst>
            <pc:docMk/>
            <pc:sldMk cId="363250185" sldId="263"/>
            <ac:picMk id="5" creationId="{5FCFBCCD-CCEB-43B8-B363-348527565262}"/>
          </ac:picMkLst>
        </pc:picChg>
      </pc:sldChg>
      <pc:sldChg chg="delSp modSp new mod">
        <pc:chgData name="Harendra Bikram Shah" userId="a00731c20e5a5af2" providerId="LiveId" clId="{9B465476-FD1E-47A0-8A76-52D5C11CFCF2}" dt="2021-07-25T10:26:05.295" v="2108" actId="403"/>
        <pc:sldMkLst>
          <pc:docMk/>
          <pc:sldMk cId="2345422778" sldId="264"/>
        </pc:sldMkLst>
        <pc:spChg chg="del">
          <ac:chgData name="Harendra Bikram Shah" userId="a00731c20e5a5af2" providerId="LiveId" clId="{9B465476-FD1E-47A0-8A76-52D5C11CFCF2}" dt="2021-07-25T10:11:34.348" v="1735" actId="478"/>
          <ac:spMkLst>
            <pc:docMk/>
            <pc:sldMk cId="2345422778" sldId="264"/>
            <ac:spMk id="2" creationId="{61AB77F6-064E-47AF-B751-195FE3D1250C}"/>
          </ac:spMkLst>
        </pc:spChg>
        <pc:spChg chg="mod">
          <ac:chgData name="Harendra Bikram Shah" userId="a00731c20e5a5af2" providerId="LiveId" clId="{9B465476-FD1E-47A0-8A76-52D5C11CFCF2}" dt="2021-07-25T10:26:05.295" v="2108" actId="403"/>
          <ac:spMkLst>
            <pc:docMk/>
            <pc:sldMk cId="2345422778" sldId="264"/>
            <ac:spMk id="3" creationId="{ACDC59D3-22A8-4078-9121-82D5C0292ABE}"/>
          </ac:spMkLst>
        </pc:spChg>
      </pc:sldChg>
      <pc:sldChg chg="modSp add mod">
        <pc:chgData name="Harendra Bikram Shah" userId="a00731c20e5a5af2" providerId="LiveId" clId="{9B465476-FD1E-47A0-8A76-52D5C11CFCF2}" dt="2021-07-25T10:21:24.668" v="2032" actId="20577"/>
        <pc:sldMkLst>
          <pc:docMk/>
          <pc:sldMk cId="478277906" sldId="265"/>
        </pc:sldMkLst>
        <pc:spChg chg="mod">
          <ac:chgData name="Harendra Bikram Shah" userId="a00731c20e5a5af2" providerId="LiveId" clId="{9B465476-FD1E-47A0-8A76-52D5C11CFCF2}" dt="2021-07-25T10:21:24.668" v="2032" actId="20577"/>
          <ac:spMkLst>
            <pc:docMk/>
            <pc:sldMk cId="478277906" sldId="265"/>
            <ac:spMk id="3" creationId="{ACDC59D3-22A8-4078-9121-82D5C0292ABE}"/>
          </ac:spMkLst>
        </pc:spChg>
      </pc:sldChg>
      <pc:sldChg chg="addSp delSp modSp new mod">
        <pc:chgData name="Harendra Bikram Shah" userId="a00731c20e5a5af2" providerId="LiveId" clId="{9B465476-FD1E-47A0-8A76-52D5C11CFCF2}" dt="2021-07-25T11:40:57.356" v="2586" actId="1076"/>
        <pc:sldMkLst>
          <pc:docMk/>
          <pc:sldMk cId="1050204490" sldId="266"/>
        </pc:sldMkLst>
        <pc:spChg chg="mod">
          <ac:chgData name="Harendra Bikram Shah" userId="a00731c20e5a5af2" providerId="LiveId" clId="{9B465476-FD1E-47A0-8A76-52D5C11CFCF2}" dt="2021-07-25T11:40:57.356" v="2586" actId="1076"/>
          <ac:spMkLst>
            <pc:docMk/>
            <pc:sldMk cId="1050204490" sldId="266"/>
            <ac:spMk id="2" creationId="{F628EDB0-92B1-48A9-AE61-55ADCA4A5D28}"/>
          </ac:spMkLst>
        </pc:spChg>
        <pc:spChg chg="mod">
          <ac:chgData name="Harendra Bikram Shah" userId="a00731c20e5a5af2" providerId="LiveId" clId="{9B465476-FD1E-47A0-8A76-52D5C11CFCF2}" dt="2021-07-25T11:40:55.085" v="2585" actId="1076"/>
          <ac:spMkLst>
            <pc:docMk/>
            <pc:sldMk cId="1050204490" sldId="266"/>
            <ac:spMk id="3" creationId="{7D63FF6D-69AB-40C2-8896-D4A10B6141AD}"/>
          </ac:spMkLst>
        </pc:spChg>
        <pc:picChg chg="add del mod">
          <ac:chgData name="Harendra Bikram Shah" userId="a00731c20e5a5af2" providerId="LiveId" clId="{9B465476-FD1E-47A0-8A76-52D5C11CFCF2}" dt="2021-07-25T11:23:22.395" v="2473" actId="478"/>
          <ac:picMkLst>
            <pc:docMk/>
            <pc:sldMk cId="1050204490" sldId="266"/>
            <ac:picMk id="5" creationId="{FCD8017C-1474-4993-BE3B-6BF5DCAF4DCB}"/>
          </ac:picMkLst>
        </pc:picChg>
      </pc:sldChg>
      <pc:sldChg chg="addSp delSp modSp new mod">
        <pc:chgData name="Harendra Bikram Shah" userId="a00731c20e5a5af2" providerId="LiveId" clId="{9B465476-FD1E-47A0-8A76-52D5C11CFCF2}" dt="2021-07-25T11:57:52.832" v="4257" actId="14100"/>
        <pc:sldMkLst>
          <pc:docMk/>
          <pc:sldMk cId="4019141266" sldId="267"/>
        </pc:sldMkLst>
        <pc:spChg chg="del mod">
          <ac:chgData name="Harendra Bikram Shah" userId="a00731c20e5a5af2" providerId="LiveId" clId="{9B465476-FD1E-47A0-8A76-52D5C11CFCF2}" dt="2021-07-25T11:42:08.872" v="2647" actId="21"/>
          <ac:spMkLst>
            <pc:docMk/>
            <pc:sldMk cId="4019141266" sldId="267"/>
            <ac:spMk id="2" creationId="{4000E3C4-89FE-4E3F-8F87-2CCBB92A6CFF}"/>
          </ac:spMkLst>
        </pc:spChg>
        <pc:spChg chg="del mod">
          <ac:chgData name="Harendra Bikram Shah" userId="a00731c20e5a5af2" providerId="LiveId" clId="{9B465476-FD1E-47A0-8A76-52D5C11CFCF2}" dt="2021-07-25T11:57:16.449" v="4223" actId="478"/>
          <ac:spMkLst>
            <pc:docMk/>
            <pc:sldMk cId="4019141266" sldId="267"/>
            <ac:spMk id="3" creationId="{29CF7DCD-301B-4FD2-BB39-20CAFA55CF1F}"/>
          </ac:spMkLst>
        </pc:spChg>
        <pc:spChg chg="add del mod">
          <ac:chgData name="Harendra Bikram Shah" userId="a00731c20e5a5af2" providerId="LiveId" clId="{9B465476-FD1E-47A0-8A76-52D5C11CFCF2}" dt="2021-07-25T11:57:12.948" v="4221" actId="478"/>
          <ac:spMkLst>
            <pc:docMk/>
            <pc:sldMk cId="4019141266" sldId="267"/>
            <ac:spMk id="9" creationId="{C451B629-E333-44C8-A43A-BB26EBDF9757}"/>
          </ac:spMkLst>
        </pc:spChg>
        <pc:spChg chg="add mod">
          <ac:chgData name="Harendra Bikram Shah" userId="a00731c20e5a5af2" providerId="LiveId" clId="{9B465476-FD1E-47A0-8A76-52D5C11CFCF2}" dt="2021-07-25T11:57:44.562" v="4253" actId="20577"/>
          <ac:spMkLst>
            <pc:docMk/>
            <pc:sldMk cId="4019141266" sldId="267"/>
            <ac:spMk id="10" creationId="{A26BDA62-D712-44F1-8CFF-B2D4B5DCAF62}"/>
          </ac:spMkLst>
        </pc:spChg>
        <pc:picChg chg="add del mod">
          <ac:chgData name="Harendra Bikram Shah" userId="a00731c20e5a5af2" providerId="LiveId" clId="{9B465476-FD1E-47A0-8A76-52D5C11CFCF2}" dt="2021-07-25T11:54:35.289" v="3986" actId="21"/>
          <ac:picMkLst>
            <pc:docMk/>
            <pc:sldMk cId="4019141266" sldId="267"/>
            <ac:picMk id="5" creationId="{59596F93-0A3A-47BA-89DB-F8072D6D9D55}"/>
          </ac:picMkLst>
        </pc:picChg>
        <pc:picChg chg="add mod">
          <ac:chgData name="Harendra Bikram Shah" userId="a00731c20e5a5af2" providerId="LiveId" clId="{9B465476-FD1E-47A0-8A76-52D5C11CFCF2}" dt="2021-07-25T11:57:52.832" v="4257" actId="14100"/>
          <ac:picMkLst>
            <pc:docMk/>
            <pc:sldMk cId="4019141266" sldId="267"/>
            <ac:picMk id="7" creationId="{0EC5BA76-8451-4DB2-B7EF-FB9ABCC4BB1A}"/>
          </ac:picMkLst>
        </pc:picChg>
      </pc:sldChg>
      <pc:sldChg chg="addSp delSp modSp add mod">
        <pc:chgData name="Harendra Bikram Shah" userId="a00731c20e5a5af2" providerId="LiveId" clId="{9B465476-FD1E-47A0-8A76-52D5C11CFCF2}" dt="2021-07-25T12:00:26.705" v="4301" actId="21"/>
        <pc:sldMkLst>
          <pc:docMk/>
          <pc:sldMk cId="657192950" sldId="268"/>
        </pc:sldMkLst>
        <pc:spChg chg="del">
          <ac:chgData name="Harendra Bikram Shah" userId="a00731c20e5a5af2" providerId="LiveId" clId="{9B465476-FD1E-47A0-8A76-52D5C11CFCF2}" dt="2021-07-25T11:22:03.621" v="2456" actId="478"/>
          <ac:spMkLst>
            <pc:docMk/>
            <pc:sldMk cId="657192950" sldId="268"/>
            <ac:spMk id="2" creationId="{F628EDB0-92B1-48A9-AE61-55ADCA4A5D28}"/>
          </ac:spMkLst>
        </pc:spChg>
        <pc:spChg chg="del mod">
          <ac:chgData name="Harendra Bikram Shah" userId="a00731c20e5a5af2" providerId="LiveId" clId="{9B465476-FD1E-47A0-8A76-52D5C11CFCF2}" dt="2021-07-25T11:22:01.223" v="2455" actId="478"/>
          <ac:spMkLst>
            <pc:docMk/>
            <pc:sldMk cId="657192950" sldId="268"/>
            <ac:spMk id="3" creationId="{7D63FF6D-69AB-40C2-8896-D4A10B6141AD}"/>
          </ac:spMkLst>
        </pc:spChg>
        <pc:spChg chg="add del mod">
          <ac:chgData name="Harendra Bikram Shah" userId="a00731c20e5a5af2" providerId="LiveId" clId="{9B465476-FD1E-47A0-8A76-52D5C11CFCF2}" dt="2021-07-25T11:22:06.645" v="2458" actId="478"/>
          <ac:spMkLst>
            <pc:docMk/>
            <pc:sldMk cId="657192950" sldId="268"/>
            <ac:spMk id="5" creationId="{71DA88E8-7C01-4F42-822B-1F8100931820}"/>
          </ac:spMkLst>
        </pc:spChg>
        <pc:spChg chg="add del mod">
          <ac:chgData name="Harendra Bikram Shah" userId="a00731c20e5a5af2" providerId="LiveId" clId="{9B465476-FD1E-47A0-8A76-52D5C11CFCF2}" dt="2021-07-25T11:22:05.232" v="2457" actId="478"/>
          <ac:spMkLst>
            <pc:docMk/>
            <pc:sldMk cId="657192950" sldId="268"/>
            <ac:spMk id="7" creationId="{2C0AA2F0-BFDA-4F99-A0C5-F1C7F0F95C4F}"/>
          </ac:spMkLst>
        </pc:spChg>
        <pc:spChg chg="add mod">
          <ac:chgData name="Harendra Bikram Shah" userId="a00731c20e5a5af2" providerId="LiveId" clId="{9B465476-FD1E-47A0-8A76-52D5C11CFCF2}" dt="2021-07-25T11:42:11.471" v="2648"/>
          <ac:spMkLst>
            <pc:docMk/>
            <pc:sldMk cId="657192950" sldId="268"/>
            <ac:spMk id="12" creationId="{11C0C16B-F9BF-467F-AE18-AF1CF0F6F272}"/>
          </ac:spMkLst>
        </pc:spChg>
        <pc:spChg chg="add mod">
          <ac:chgData name="Harendra Bikram Shah" userId="a00731c20e5a5af2" providerId="LiveId" clId="{9B465476-FD1E-47A0-8A76-52D5C11CFCF2}" dt="2021-07-25T11:46:03.078" v="2699" actId="1076"/>
          <ac:spMkLst>
            <pc:docMk/>
            <pc:sldMk cId="657192950" sldId="268"/>
            <ac:spMk id="14" creationId="{A82DFF03-06FA-4141-B703-4721804D41F7}"/>
          </ac:spMkLst>
        </pc:spChg>
        <pc:spChg chg="add del mod">
          <ac:chgData name="Harendra Bikram Shah" userId="a00731c20e5a5af2" providerId="LiveId" clId="{9B465476-FD1E-47A0-8A76-52D5C11CFCF2}" dt="2021-07-25T12:00:26.705" v="4301" actId="21"/>
          <ac:spMkLst>
            <pc:docMk/>
            <pc:sldMk cId="657192950" sldId="268"/>
            <ac:spMk id="16" creationId="{E2AD70BE-518A-4B6B-AE16-0A456D181BE9}"/>
          </ac:spMkLst>
        </pc:spChg>
        <pc:picChg chg="add del mod">
          <ac:chgData name="Harendra Bikram Shah" userId="a00731c20e5a5af2" providerId="LiveId" clId="{9B465476-FD1E-47A0-8A76-52D5C11CFCF2}" dt="2021-07-25T11:43:43.454" v="2652" actId="478"/>
          <ac:picMkLst>
            <pc:docMk/>
            <pc:sldMk cId="657192950" sldId="268"/>
            <ac:picMk id="9" creationId="{2994C24F-914D-492B-AF69-C45D2EBE6E28}"/>
          </ac:picMkLst>
        </pc:picChg>
        <pc:picChg chg="add del mod">
          <ac:chgData name="Harendra Bikram Shah" userId="a00731c20e5a5af2" providerId="LiveId" clId="{9B465476-FD1E-47A0-8A76-52D5C11CFCF2}" dt="2021-07-25T11:43:44.367" v="2653" actId="478"/>
          <ac:picMkLst>
            <pc:docMk/>
            <pc:sldMk cId="657192950" sldId="268"/>
            <ac:picMk id="11" creationId="{72EF39CB-96F0-4AA6-9260-4386921F26B1}"/>
          </ac:picMkLst>
        </pc:picChg>
        <pc:picChg chg="add del mod">
          <ac:chgData name="Harendra Bikram Shah" userId="a00731c20e5a5af2" providerId="LiveId" clId="{9B465476-FD1E-47A0-8A76-52D5C11CFCF2}" dt="2021-07-25T12:00:05.855" v="4292" actId="21"/>
          <ac:picMkLst>
            <pc:docMk/>
            <pc:sldMk cId="657192950" sldId="268"/>
            <ac:picMk id="15" creationId="{2E5AB4C9-9B6E-45B6-8755-B0E6C052F826}"/>
          </ac:picMkLst>
        </pc:picChg>
      </pc:sldChg>
      <pc:sldChg chg="delSp modSp add mod">
        <pc:chgData name="Harendra Bikram Shah" userId="a00731c20e5a5af2" providerId="LiveId" clId="{9B465476-FD1E-47A0-8A76-52D5C11CFCF2}" dt="2021-07-25T11:28:51.391" v="2516" actId="1076"/>
        <pc:sldMkLst>
          <pc:docMk/>
          <pc:sldMk cId="1877789849" sldId="269"/>
        </pc:sldMkLst>
        <pc:spChg chg="mod">
          <ac:chgData name="Harendra Bikram Shah" userId="a00731c20e5a5af2" providerId="LiveId" clId="{9B465476-FD1E-47A0-8A76-52D5C11CFCF2}" dt="2021-07-25T11:23:32.648" v="2483" actId="403"/>
          <ac:spMkLst>
            <pc:docMk/>
            <pc:sldMk cId="1877789849" sldId="269"/>
            <ac:spMk id="2" creationId="{F628EDB0-92B1-48A9-AE61-55ADCA4A5D28}"/>
          </ac:spMkLst>
        </pc:spChg>
        <pc:spChg chg="del mod">
          <ac:chgData name="Harendra Bikram Shah" userId="a00731c20e5a5af2" providerId="LiveId" clId="{9B465476-FD1E-47A0-8A76-52D5C11CFCF2}" dt="2021-07-25T11:23:48.070" v="2490" actId="478"/>
          <ac:spMkLst>
            <pc:docMk/>
            <pc:sldMk cId="1877789849" sldId="269"/>
            <ac:spMk id="3" creationId="{7D63FF6D-69AB-40C2-8896-D4A10B6141AD}"/>
          </ac:spMkLst>
        </pc:spChg>
        <pc:picChg chg="mod">
          <ac:chgData name="Harendra Bikram Shah" userId="a00731c20e5a5af2" providerId="LiveId" clId="{9B465476-FD1E-47A0-8A76-52D5C11CFCF2}" dt="2021-07-25T11:28:51.391" v="2516" actId="1076"/>
          <ac:picMkLst>
            <pc:docMk/>
            <pc:sldMk cId="1877789849" sldId="269"/>
            <ac:picMk id="5" creationId="{FCD8017C-1474-4993-BE3B-6BF5DCAF4DCB}"/>
          </ac:picMkLst>
        </pc:picChg>
      </pc:sldChg>
      <pc:sldChg chg="addSp delSp modSp add mod">
        <pc:chgData name="Harendra Bikram Shah" userId="a00731c20e5a5af2" providerId="LiveId" clId="{9B465476-FD1E-47A0-8A76-52D5C11CFCF2}" dt="2021-07-25T11:59:09.665" v="4289" actId="14100"/>
        <pc:sldMkLst>
          <pc:docMk/>
          <pc:sldMk cId="3415735258" sldId="270"/>
        </pc:sldMkLst>
        <pc:spChg chg="del">
          <ac:chgData name="Harendra Bikram Shah" userId="a00731c20e5a5af2" providerId="LiveId" clId="{9B465476-FD1E-47A0-8A76-52D5C11CFCF2}" dt="2021-07-25T11:24:56.724" v="2502" actId="478"/>
          <ac:spMkLst>
            <pc:docMk/>
            <pc:sldMk cId="3415735258" sldId="270"/>
            <ac:spMk id="2" creationId="{4000E3C4-89FE-4E3F-8F87-2CCBB92A6CFF}"/>
          </ac:spMkLst>
        </pc:spChg>
        <pc:spChg chg="del">
          <ac:chgData name="Harendra Bikram Shah" userId="a00731c20e5a5af2" providerId="LiveId" clId="{9B465476-FD1E-47A0-8A76-52D5C11CFCF2}" dt="2021-07-25T11:24:40.370" v="2497" actId="478"/>
          <ac:spMkLst>
            <pc:docMk/>
            <pc:sldMk cId="3415735258" sldId="270"/>
            <ac:spMk id="3" creationId="{29CF7DCD-301B-4FD2-BB39-20CAFA55CF1F}"/>
          </ac:spMkLst>
        </pc:spChg>
        <pc:spChg chg="add del mod">
          <ac:chgData name="Harendra Bikram Shah" userId="a00731c20e5a5af2" providerId="LiveId" clId="{9B465476-FD1E-47A0-8A76-52D5C11CFCF2}" dt="2021-07-25T11:25:04.784" v="2505" actId="478"/>
          <ac:spMkLst>
            <pc:docMk/>
            <pc:sldMk cId="3415735258" sldId="270"/>
            <ac:spMk id="9" creationId="{0175D849-59E6-4068-B2D3-EDB12C7667D5}"/>
          </ac:spMkLst>
        </pc:spChg>
        <pc:spChg chg="add mod">
          <ac:chgData name="Harendra Bikram Shah" userId="a00731c20e5a5af2" providerId="LiveId" clId="{9B465476-FD1E-47A0-8A76-52D5C11CFCF2}" dt="2021-07-25T11:59:03.991" v="4286" actId="14100"/>
          <ac:spMkLst>
            <pc:docMk/>
            <pc:sldMk cId="3415735258" sldId="270"/>
            <ac:spMk id="10" creationId="{E807F826-201A-4FC7-A4E7-C8CA3A0F57AD}"/>
          </ac:spMkLst>
        </pc:spChg>
        <pc:picChg chg="del">
          <ac:chgData name="Harendra Bikram Shah" userId="a00731c20e5a5af2" providerId="LiveId" clId="{9B465476-FD1E-47A0-8A76-52D5C11CFCF2}" dt="2021-07-25T11:24:37.745" v="2495" actId="478"/>
          <ac:picMkLst>
            <pc:docMk/>
            <pc:sldMk cId="3415735258" sldId="270"/>
            <ac:picMk id="5" creationId="{59596F93-0A3A-47BA-89DB-F8072D6D9D55}"/>
          </ac:picMkLst>
        </pc:picChg>
        <pc:picChg chg="add del mod">
          <ac:chgData name="Harendra Bikram Shah" userId="a00731c20e5a5af2" providerId="LiveId" clId="{9B465476-FD1E-47A0-8A76-52D5C11CFCF2}" dt="2021-07-25T11:59:09.665" v="4289" actId="14100"/>
          <ac:picMkLst>
            <pc:docMk/>
            <pc:sldMk cId="3415735258" sldId="270"/>
            <ac:picMk id="6" creationId="{B98A7D4B-9A7E-4711-8F7D-3554720F3C33}"/>
          </ac:picMkLst>
        </pc:picChg>
        <pc:picChg chg="del">
          <ac:chgData name="Harendra Bikram Shah" userId="a00731c20e5a5af2" providerId="LiveId" clId="{9B465476-FD1E-47A0-8A76-52D5C11CFCF2}" dt="2021-07-25T11:24:38.508" v="2496" actId="478"/>
          <ac:picMkLst>
            <pc:docMk/>
            <pc:sldMk cId="3415735258" sldId="270"/>
            <ac:picMk id="7" creationId="{0EC5BA76-8451-4DB2-B7EF-FB9ABCC4BB1A}"/>
          </ac:picMkLst>
        </pc:picChg>
      </pc:sldChg>
      <pc:sldChg chg="addSp delSp modSp add mod">
        <pc:chgData name="Harendra Bikram Shah" userId="a00731c20e5a5af2" providerId="LiveId" clId="{9B465476-FD1E-47A0-8A76-52D5C11CFCF2}" dt="2021-07-25T11:41:59.890" v="2646" actId="20577"/>
        <pc:sldMkLst>
          <pc:docMk/>
          <pc:sldMk cId="1141480277" sldId="271"/>
        </pc:sldMkLst>
        <pc:spChg chg="add mod">
          <ac:chgData name="Harendra Bikram Shah" userId="a00731c20e5a5af2" providerId="LiveId" clId="{9B465476-FD1E-47A0-8A76-52D5C11CFCF2}" dt="2021-07-25T11:41:59.890" v="2646" actId="20577"/>
          <ac:spMkLst>
            <pc:docMk/>
            <pc:sldMk cId="1141480277" sldId="271"/>
            <ac:spMk id="6" creationId="{B818733B-8E43-43C3-BA08-CE337CC3A6D6}"/>
          </ac:spMkLst>
        </pc:spChg>
        <pc:picChg chg="del">
          <ac:chgData name="Harendra Bikram Shah" userId="a00731c20e5a5af2" providerId="LiveId" clId="{9B465476-FD1E-47A0-8A76-52D5C11CFCF2}" dt="2021-07-25T11:34:14.034" v="2518" actId="478"/>
          <ac:picMkLst>
            <pc:docMk/>
            <pc:sldMk cId="1141480277" sldId="271"/>
            <ac:picMk id="5" creationId="{FCD8017C-1474-4993-BE3B-6BF5DCAF4DCB}"/>
          </ac:picMkLst>
        </pc:picChg>
      </pc:sldChg>
      <pc:sldChg chg="delSp modSp add mod">
        <pc:chgData name="Harendra Bikram Shah" userId="a00731c20e5a5af2" providerId="LiveId" clId="{9B465476-FD1E-47A0-8A76-52D5C11CFCF2}" dt="2021-07-29T02:21:43.629" v="4370" actId="20577"/>
        <pc:sldMkLst>
          <pc:docMk/>
          <pc:sldMk cId="4055435658" sldId="272"/>
        </pc:sldMkLst>
        <pc:spChg chg="mod">
          <ac:chgData name="Harendra Bikram Shah" userId="a00731c20e5a5af2" providerId="LiveId" clId="{9B465476-FD1E-47A0-8A76-52D5C11CFCF2}" dt="2021-07-29T02:21:43.629" v="4370" actId="20577"/>
          <ac:spMkLst>
            <pc:docMk/>
            <pc:sldMk cId="4055435658" sldId="272"/>
            <ac:spMk id="12" creationId="{11C0C16B-F9BF-467F-AE18-AF1CF0F6F272}"/>
          </ac:spMkLst>
        </pc:spChg>
        <pc:spChg chg="del">
          <ac:chgData name="Harendra Bikram Shah" userId="a00731c20e5a5af2" providerId="LiveId" clId="{9B465476-FD1E-47A0-8A76-52D5C11CFCF2}" dt="2021-07-25T11:45:48.858" v="2692" actId="478"/>
          <ac:spMkLst>
            <pc:docMk/>
            <pc:sldMk cId="4055435658" sldId="272"/>
            <ac:spMk id="14" creationId="{A82DFF03-06FA-4141-B703-4721804D41F7}"/>
          </ac:spMkLst>
        </pc:spChg>
        <pc:picChg chg="del">
          <ac:chgData name="Harendra Bikram Shah" userId="a00731c20e5a5af2" providerId="LiveId" clId="{9B465476-FD1E-47A0-8A76-52D5C11CFCF2}" dt="2021-07-25T11:45:51.647" v="2693" actId="21"/>
          <ac:picMkLst>
            <pc:docMk/>
            <pc:sldMk cId="4055435658" sldId="272"/>
            <ac:picMk id="9" creationId="{2994C24F-914D-492B-AF69-C45D2EBE6E28}"/>
          </ac:picMkLst>
        </pc:picChg>
        <pc:picChg chg="mod">
          <ac:chgData name="Harendra Bikram Shah" userId="a00731c20e5a5af2" providerId="LiveId" clId="{9B465476-FD1E-47A0-8A76-52D5C11CFCF2}" dt="2021-07-25T11:57:03.586" v="4220" actId="14100"/>
          <ac:picMkLst>
            <pc:docMk/>
            <pc:sldMk cId="4055435658" sldId="272"/>
            <ac:picMk id="11" creationId="{72EF39CB-96F0-4AA6-9260-4386921F26B1}"/>
          </ac:picMkLst>
        </pc:picChg>
      </pc:sldChg>
      <pc:sldChg chg="addSp delSp modSp add mod">
        <pc:chgData name="Harendra Bikram Shah" userId="a00731c20e5a5af2" providerId="LiveId" clId="{9B465476-FD1E-47A0-8A76-52D5C11CFCF2}" dt="2021-07-25T12:00:34.713" v="4303" actId="1076"/>
        <pc:sldMkLst>
          <pc:docMk/>
          <pc:sldMk cId="2214856358" sldId="273"/>
        </pc:sldMkLst>
        <pc:spChg chg="add del mod">
          <ac:chgData name="Harendra Bikram Shah" userId="a00731c20e5a5af2" providerId="LiveId" clId="{9B465476-FD1E-47A0-8A76-52D5C11CFCF2}" dt="2021-07-25T11:49:03.957" v="2921" actId="478"/>
          <ac:spMkLst>
            <pc:docMk/>
            <pc:sldMk cId="2214856358" sldId="273"/>
            <ac:spMk id="3" creationId="{A4761A07-8429-44A2-9F33-7AEA022A6E45}"/>
          </ac:spMkLst>
        </pc:spChg>
        <pc:spChg chg="add mod">
          <ac:chgData name="Harendra Bikram Shah" userId="a00731c20e5a5af2" providerId="LiveId" clId="{9B465476-FD1E-47A0-8A76-52D5C11CFCF2}" dt="2021-07-25T12:00:12.046" v="4295" actId="1076"/>
          <ac:spMkLst>
            <pc:docMk/>
            <pc:sldMk cId="2214856358" sldId="273"/>
            <ac:spMk id="8" creationId="{9FF7CACF-7A91-444B-9291-CD0F2F69B299}"/>
          </ac:spMkLst>
        </pc:spChg>
        <pc:spChg chg="add del mod">
          <ac:chgData name="Harendra Bikram Shah" userId="a00731c20e5a5af2" providerId="LiveId" clId="{9B465476-FD1E-47A0-8A76-52D5C11CFCF2}" dt="2021-07-25T11:49:16.564" v="2924"/>
          <ac:spMkLst>
            <pc:docMk/>
            <pc:sldMk cId="2214856358" sldId="273"/>
            <ac:spMk id="9" creationId="{780FC8B4-0246-4393-AEB0-43C72CCC4956}"/>
          </ac:spMkLst>
        </pc:spChg>
        <pc:spChg chg="add mod">
          <ac:chgData name="Harendra Bikram Shah" userId="a00731c20e5a5af2" providerId="LiveId" clId="{9B465476-FD1E-47A0-8A76-52D5C11CFCF2}" dt="2021-07-25T12:00:34.713" v="4303" actId="1076"/>
          <ac:spMkLst>
            <pc:docMk/>
            <pc:sldMk cId="2214856358" sldId="273"/>
            <ac:spMk id="11" creationId="{EE3EA073-CC87-4707-B022-C2C545D16514}"/>
          </ac:spMkLst>
        </pc:spChg>
        <pc:spChg chg="del">
          <ac:chgData name="Harendra Bikram Shah" userId="a00731c20e5a5af2" providerId="LiveId" clId="{9B465476-FD1E-47A0-8A76-52D5C11CFCF2}" dt="2021-07-25T11:47:43.885" v="2777" actId="478"/>
          <ac:spMkLst>
            <pc:docMk/>
            <pc:sldMk cId="2214856358" sldId="273"/>
            <ac:spMk id="12" creationId="{11C0C16B-F9BF-467F-AE18-AF1CF0F6F272}"/>
          </ac:spMkLst>
        </pc:spChg>
        <pc:spChg chg="del mod">
          <ac:chgData name="Harendra Bikram Shah" userId="a00731c20e5a5af2" providerId="LiveId" clId="{9B465476-FD1E-47A0-8A76-52D5C11CFCF2}" dt="2021-07-25T11:47:43.886" v="2779"/>
          <ac:spMkLst>
            <pc:docMk/>
            <pc:sldMk cId="2214856358" sldId="273"/>
            <ac:spMk id="14" creationId="{A82DFF03-06FA-4141-B703-4721804D41F7}"/>
          </ac:spMkLst>
        </pc:spChg>
        <pc:spChg chg="del">
          <ac:chgData name="Harendra Bikram Shah" userId="a00731c20e5a5af2" providerId="LiveId" clId="{9B465476-FD1E-47A0-8A76-52D5C11CFCF2}" dt="2021-07-25T11:47:37.456" v="2775" actId="478"/>
          <ac:spMkLst>
            <pc:docMk/>
            <pc:sldMk cId="2214856358" sldId="273"/>
            <ac:spMk id="16" creationId="{E2AD70BE-518A-4B6B-AE16-0A456D181BE9}"/>
          </ac:spMkLst>
        </pc:spChg>
        <pc:picChg chg="add mod">
          <ac:chgData name="Harendra Bikram Shah" userId="a00731c20e5a5af2" providerId="LiveId" clId="{9B465476-FD1E-47A0-8A76-52D5C11CFCF2}" dt="2021-07-25T12:00:21.932" v="4300" actId="14100"/>
          <ac:picMkLst>
            <pc:docMk/>
            <pc:sldMk cId="2214856358" sldId="273"/>
            <ac:picMk id="10" creationId="{BED69AA1-6039-4EBF-907C-BD93725B26C9}"/>
          </ac:picMkLst>
        </pc:picChg>
        <pc:picChg chg="del">
          <ac:chgData name="Harendra Bikram Shah" userId="a00731c20e5a5af2" providerId="LiveId" clId="{9B465476-FD1E-47A0-8A76-52D5C11CFCF2}" dt="2021-07-25T11:47:34.070" v="2774" actId="478"/>
          <ac:picMkLst>
            <pc:docMk/>
            <pc:sldMk cId="2214856358" sldId="273"/>
            <ac:picMk id="15" creationId="{2E5AB4C9-9B6E-45B6-8755-B0E6C052F826}"/>
          </ac:picMkLst>
        </pc:picChg>
      </pc:sldChg>
      <pc:sldChg chg="addSp delSp modSp add mod">
        <pc:chgData name="Harendra Bikram Shah" userId="a00731c20e5a5af2" providerId="LiveId" clId="{9B465476-FD1E-47A0-8A76-52D5C11CFCF2}" dt="2021-07-25T11:56:22.449" v="4176" actId="14100"/>
        <pc:sldMkLst>
          <pc:docMk/>
          <pc:sldMk cId="3178123950" sldId="274"/>
        </pc:sldMkLst>
        <pc:spChg chg="add mod">
          <ac:chgData name="Harendra Bikram Shah" userId="a00731c20e5a5af2" providerId="LiveId" clId="{9B465476-FD1E-47A0-8A76-52D5C11CFCF2}" dt="2021-07-25T11:55:21.273" v="4029" actId="20577"/>
          <ac:spMkLst>
            <pc:docMk/>
            <pc:sldMk cId="3178123950" sldId="274"/>
            <ac:spMk id="4" creationId="{28C30BA1-A028-4D6A-876A-1D7D0EB5D8D0}"/>
          </ac:spMkLst>
        </pc:spChg>
        <pc:spChg chg="add mod">
          <ac:chgData name="Harendra Bikram Shah" userId="a00731c20e5a5af2" providerId="LiveId" clId="{9B465476-FD1E-47A0-8A76-52D5C11CFCF2}" dt="2021-07-25T11:56:15.999" v="4174" actId="20577"/>
          <ac:spMkLst>
            <pc:docMk/>
            <pc:sldMk cId="3178123950" sldId="274"/>
            <ac:spMk id="5" creationId="{6A728ED7-7374-4137-9EFA-B80843C845EB}"/>
          </ac:spMkLst>
        </pc:spChg>
        <pc:spChg chg="del">
          <ac:chgData name="Harendra Bikram Shah" userId="a00731c20e5a5af2" providerId="LiveId" clId="{9B465476-FD1E-47A0-8A76-52D5C11CFCF2}" dt="2021-07-25T11:54:41.697" v="3988" actId="478"/>
          <ac:spMkLst>
            <pc:docMk/>
            <pc:sldMk cId="3178123950" sldId="274"/>
            <ac:spMk id="8" creationId="{9FF7CACF-7A91-444B-9291-CD0F2F69B299}"/>
          </ac:spMkLst>
        </pc:spChg>
        <pc:picChg chg="add mod">
          <ac:chgData name="Harendra Bikram Shah" userId="a00731c20e5a5af2" providerId="LiveId" clId="{9B465476-FD1E-47A0-8A76-52D5C11CFCF2}" dt="2021-07-25T11:56:22.449" v="4176" actId="14100"/>
          <ac:picMkLst>
            <pc:docMk/>
            <pc:sldMk cId="3178123950" sldId="274"/>
            <ac:picMk id="3" creationId="{D2CB158D-5A5C-44F8-BB32-B824D614CE78}"/>
          </ac:picMkLst>
        </pc:picChg>
      </pc:sldChg>
      <pc:sldChg chg="addSp delSp modSp add mod">
        <pc:chgData name="Harendra Bikram Shah" userId="a00731c20e5a5af2" providerId="LiveId" clId="{9B465476-FD1E-47A0-8A76-52D5C11CFCF2}" dt="2021-07-29T02:25:02.067" v="4427" actId="20577"/>
        <pc:sldMkLst>
          <pc:docMk/>
          <pc:sldMk cId="3039181169" sldId="275"/>
        </pc:sldMkLst>
        <pc:spChg chg="mod">
          <ac:chgData name="Harendra Bikram Shah" userId="a00731c20e5a5af2" providerId="LiveId" clId="{9B465476-FD1E-47A0-8A76-52D5C11CFCF2}" dt="2021-07-29T02:25:02.067" v="4427" actId="20577"/>
          <ac:spMkLst>
            <pc:docMk/>
            <pc:sldMk cId="3039181169" sldId="275"/>
            <ac:spMk id="10" creationId="{A26BDA62-D712-44F1-8CFF-B2D4B5DCAF62}"/>
          </ac:spMkLst>
        </pc:spChg>
        <pc:picChg chg="add mod">
          <ac:chgData name="Harendra Bikram Shah" userId="a00731c20e5a5af2" providerId="LiveId" clId="{9B465476-FD1E-47A0-8A76-52D5C11CFCF2}" dt="2021-07-29T02:24:48.303" v="4398" actId="14100"/>
          <ac:picMkLst>
            <pc:docMk/>
            <pc:sldMk cId="3039181169" sldId="275"/>
            <ac:picMk id="3" creationId="{028188BC-A3E6-4FC3-9B6D-B2B3D727BC43}"/>
          </ac:picMkLst>
        </pc:picChg>
        <pc:picChg chg="del">
          <ac:chgData name="Harendra Bikram Shah" userId="a00731c20e5a5af2" providerId="LiveId" clId="{9B465476-FD1E-47A0-8A76-52D5C11CFCF2}" dt="2021-07-29T02:23:48.279" v="4372" actId="478"/>
          <ac:picMkLst>
            <pc:docMk/>
            <pc:sldMk cId="3039181169" sldId="275"/>
            <ac:picMk id="7" creationId="{0EC5BA76-8451-4DB2-B7EF-FB9ABCC4BB1A}"/>
          </ac:picMkLst>
        </pc:picChg>
      </pc:sldChg>
      <pc:sldMasterChg chg="addSldLayout">
        <pc:chgData name="Harendra Bikram Shah" userId="a00731c20e5a5af2" providerId="LiveId" clId="{9B465476-FD1E-47A0-8A76-52D5C11CFCF2}" dt="2021-07-25T09:02:41.095" v="0" actId="680"/>
        <pc:sldMasterMkLst>
          <pc:docMk/>
          <pc:sldMasterMk cId="3261745744" sldId="2147483648"/>
        </pc:sldMasterMkLst>
        <pc:sldLayoutChg chg="add">
          <pc:chgData name="Harendra Bikram Shah" userId="a00731c20e5a5af2" providerId="LiveId" clId="{9B465476-FD1E-47A0-8A76-52D5C11CFCF2}" dt="2021-07-25T09:02:41.095" v="0" actId="680"/>
          <pc:sldLayoutMkLst>
            <pc:docMk/>
            <pc:sldMasterMk cId="3261745744" sldId="2147483648"/>
            <pc:sldLayoutMk cId="3353877291"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7D82-B8D9-4F61-8205-FF91580A9F8F}"/>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7B6ADD-60C6-4655-8F10-99E6A0C46C79}"/>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335387729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45744"/>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2839B-DB45-4338-8731-FB0A17C5E075}"/>
              </a:ext>
            </a:extLst>
          </p:cNvPr>
          <p:cNvSpPr>
            <a:spLocks noGrp="1"/>
          </p:cNvSpPr>
          <p:nvPr>
            <p:ph type="ctrTitle"/>
          </p:nvPr>
        </p:nvSpPr>
        <p:spPr>
          <a:xfrm>
            <a:off x="1524000" y="1122363"/>
            <a:ext cx="9144000" cy="931289"/>
          </a:xfrm>
        </p:spPr>
        <p:txBody>
          <a:bodyPr/>
          <a:lstStyle/>
          <a:p>
            <a:r>
              <a:rPr lang="en-GB" b="1" dirty="0"/>
              <a:t>UNIT 9 ALU </a:t>
            </a:r>
            <a:endParaRPr lang="en-IN" b="1" dirty="0"/>
          </a:p>
        </p:txBody>
      </p:sp>
      <p:sp>
        <p:nvSpPr>
          <p:cNvPr id="3" name="Subtitle 2">
            <a:extLst>
              <a:ext uri="{FF2B5EF4-FFF2-40B4-BE49-F238E27FC236}">
                <a16:creationId xmlns:a16="http://schemas.microsoft.com/office/drawing/2014/main" id="{66F6958F-B242-46FF-BF72-A492F06331DE}"/>
              </a:ext>
            </a:extLst>
          </p:cNvPr>
          <p:cNvSpPr>
            <a:spLocks noGrp="1"/>
          </p:cNvSpPr>
          <p:nvPr>
            <p:ph type="subTitle" idx="1"/>
          </p:nvPr>
        </p:nvSpPr>
        <p:spPr/>
        <p:txBody>
          <a:bodyPr/>
          <a:lstStyle/>
          <a:p>
            <a:pPr algn="l"/>
            <a:r>
              <a:rPr lang="en-GB" dirty="0"/>
              <a:t>Presented by </a:t>
            </a:r>
          </a:p>
          <a:p>
            <a:r>
              <a:rPr lang="en-GB" dirty="0"/>
              <a:t>                                         Er.Harendra Bikram Shah</a:t>
            </a:r>
          </a:p>
          <a:p>
            <a:r>
              <a:rPr lang="en-GB" dirty="0"/>
              <a:t>                                         (Lecturer)</a:t>
            </a:r>
            <a:endParaRPr lang="en-IN" dirty="0"/>
          </a:p>
        </p:txBody>
      </p:sp>
    </p:spTree>
    <p:extLst>
      <p:ext uri="{BB962C8B-B14F-4D97-AF65-F5344CB8AC3E}">
        <p14:creationId xmlns:p14="http://schemas.microsoft.com/office/powerpoint/2010/main" val="581952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9D700-F7BF-4DD3-BB2E-7242045C6C68}"/>
              </a:ext>
            </a:extLst>
          </p:cNvPr>
          <p:cNvSpPr>
            <a:spLocks noGrp="1"/>
          </p:cNvSpPr>
          <p:nvPr>
            <p:ph type="ctrTitle"/>
          </p:nvPr>
        </p:nvSpPr>
        <p:spPr>
          <a:xfrm>
            <a:off x="1200443" y="222031"/>
            <a:ext cx="9144000" cy="973723"/>
          </a:xfrm>
        </p:spPr>
        <p:txBody>
          <a:bodyPr/>
          <a:lstStyle/>
          <a:p>
            <a:r>
              <a:rPr lang="en-GB" b="1" dirty="0"/>
              <a:t>OUTLINES</a:t>
            </a:r>
            <a:endParaRPr lang="en-IN" b="1" dirty="0"/>
          </a:p>
        </p:txBody>
      </p:sp>
      <p:sp>
        <p:nvSpPr>
          <p:cNvPr id="3" name="Subtitle 2">
            <a:extLst>
              <a:ext uri="{FF2B5EF4-FFF2-40B4-BE49-F238E27FC236}">
                <a16:creationId xmlns:a16="http://schemas.microsoft.com/office/drawing/2014/main" id="{150921F3-19F1-4F90-B079-81BF8BBCE1A2}"/>
              </a:ext>
            </a:extLst>
          </p:cNvPr>
          <p:cNvSpPr>
            <a:spLocks noGrp="1"/>
          </p:cNvSpPr>
          <p:nvPr>
            <p:ph type="subTitle" idx="1"/>
          </p:nvPr>
        </p:nvSpPr>
        <p:spPr>
          <a:xfrm>
            <a:off x="225083" y="1195754"/>
            <a:ext cx="11816862" cy="4062046"/>
          </a:xfrm>
        </p:spPr>
        <p:txBody>
          <a:bodyPr/>
          <a:lstStyle/>
          <a:p>
            <a:pPr marL="342900" indent="-342900" algn="l">
              <a:buFont typeface="Wingdings" panose="05000000000000000000" pitchFamily="2" charset="2"/>
              <a:buChar char="Ø"/>
            </a:pPr>
            <a:r>
              <a:rPr lang="en-GB" dirty="0"/>
              <a:t> Introduction</a:t>
            </a:r>
          </a:p>
          <a:p>
            <a:pPr marL="342900" indent="-342900" algn="l">
              <a:buFont typeface="Wingdings" panose="05000000000000000000" pitchFamily="2" charset="2"/>
              <a:buChar char="Ø"/>
            </a:pPr>
            <a:r>
              <a:rPr lang="en-GB" dirty="0"/>
              <a:t>ALU and its Design</a:t>
            </a:r>
          </a:p>
          <a:p>
            <a:pPr marL="342900" indent="-342900" algn="l">
              <a:buFont typeface="Wingdings" panose="05000000000000000000" pitchFamily="2" charset="2"/>
              <a:buChar char="Ø"/>
            </a:pPr>
            <a:r>
              <a:rPr lang="en-GB" dirty="0"/>
              <a:t> status Register</a:t>
            </a:r>
          </a:p>
          <a:p>
            <a:pPr marL="342900" indent="-342900" algn="l">
              <a:buFont typeface="Wingdings" panose="05000000000000000000" pitchFamily="2" charset="2"/>
              <a:buChar char="Ø"/>
            </a:pPr>
            <a:r>
              <a:rPr lang="en-GB" dirty="0"/>
              <a:t> Shifter </a:t>
            </a:r>
          </a:p>
          <a:p>
            <a:pPr marL="342900" indent="-342900" algn="l">
              <a:buFont typeface="Wingdings" panose="05000000000000000000" pitchFamily="2" charset="2"/>
              <a:buChar char="Ø"/>
            </a:pPr>
            <a:r>
              <a:rPr lang="en-GB" dirty="0"/>
              <a:t> Processor Unit</a:t>
            </a:r>
          </a:p>
          <a:p>
            <a:pPr marL="342900" indent="-342900" algn="l">
              <a:buFont typeface="Wingdings" panose="05000000000000000000" pitchFamily="2" charset="2"/>
              <a:buChar char="Ø"/>
            </a:pPr>
            <a:r>
              <a:rPr lang="en-GB" dirty="0"/>
              <a:t> Accumulator</a:t>
            </a:r>
          </a:p>
          <a:p>
            <a:pPr algn="l"/>
            <a:endParaRPr lang="en-GB" dirty="0"/>
          </a:p>
          <a:p>
            <a:pPr marL="342900" indent="-342900" algn="l">
              <a:buFont typeface="Wingdings" panose="05000000000000000000" pitchFamily="2" charset="2"/>
              <a:buChar char="Ø"/>
            </a:pPr>
            <a:endParaRPr lang="en-IN" dirty="0"/>
          </a:p>
        </p:txBody>
      </p:sp>
    </p:spTree>
    <p:extLst>
      <p:ext uri="{BB962C8B-B14F-4D97-AF65-F5344CB8AC3E}">
        <p14:creationId xmlns:p14="http://schemas.microsoft.com/office/powerpoint/2010/main" val="3941101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1C0C16B-F9BF-467F-AE18-AF1CF0F6F272}"/>
              </a:ext>
            </a:extLst>
          </p:cNvPr>
          <p:cNvSpPr>
            <a:spLocks noGrp="1"/>
          </p:cNvSpPr>
          <p:nvPr>
            <p:ph type="ctrTitle"/>
          </p:nvPr>
        </p:nvSpPr>
        <p:spPr>
          <a:xfrm>
            <a:off x="1524000" y="165760"/>
            <a:ext cx="9144000" cy="477837"/>
          </a:xfrm>
        </p:spPr>
        <p:txBody>
          <a:bodyPr/>
          <a:lstStyle/>
          <a:p>
            <a:r>
              <a:rPr lang="en-GB" sz="3200" b="1" dirty="0">
                <a:latin typeface="Times New Roman" panose="02020603050405020304" pitchFamily="18" charset="0"/>
                <a:cs typeface="Times New Roman" panose="02020603050405020304" pitchFamily="18" charset="0"/>
              </a:rPr>
              <a:t>ALU and Its Design</a:t>
            </a:r>
            <a:endParaRPr lang="en-IN" sz="32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82DFF03-06FA-4141-B703-4721804D41F7}"/>
              </a:ext>
            </a:extLst>
          </p:cNvPr>
          <p:cNvSpPr txBox="1"/>
          <p:nvPr/>
        </p:nvSpPr>
        <p:spPr>
          <a:xfrm>
            <a:off x="178776" y="643597"/>
            <a:ext cx="11834447" cy="2862322"/>
          </a:xfrm>
          <a:prstGeom prst="rect">
            <a:avLst/>
          </a:prstGeom>
          <a:noFill/>
        </p:spPr>
        <p:txBody>
          <a:bodyPr wrap="square">
            <a:spAutoFit/>
          </a:bodyPr>
          <a:lstStyle/>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An arithmetic logic unit (ALU) is a major component of the central processing unit of a computer system that  does all arithmetic and logic operations that need to be done on instruction.</a:t>
            </a:r>
          </a:p>
          <a:p>
            <a:pPr algn="just"/>
            <a:endParaRPr lang="en-GB" dirty="0">
              <a:latin typeface="Times New Roman" panose="02020603050405020304" pitchFamily="18" charset="0"/>
              <a:cs typeface="Times New Roman" panose="02020603050405020304" pitchFamily="18" charset="0"/>
            </a:endParaRPr>
          </a:p>
          <a:p>
            <a:pPr algn="just"/>
            <a:r>
              <a:rPr lang="en-GB" sz="1800" b="0" i="0" dirty="0">
                <a:solidFill>
                  <a:srgbClr val="000000"/>
                </a:solidFill>
                <a:effectLst/>
                <a:latin typeface="Times New Roman" panose="02020603050405020304" pitchFamily="18" charset="0"/>
                <a:cs typeface="Times New Roman" panose="02020603050405020304" pitchFamily="18" charset="0"/>
              </a:rPr>
              <a:t>This unit consists of two subsections namely, </a:t>
            </a:r>
            <a:r>
              <a:rPr lang="en-GB" sz="1800" b="0" i="0" dirty="0">
                <a:effectLst/>
                <a:latin typeface="Times New Roman" panose="02020603050405020304" pitchFamily="18" charset="0"/>
                <a:cs typeface="Times New Roman" panose="02020603050405020304" pitchFamily="18" charset="0"/>
              </a:rPr>
              <a:t>Arithmetic Section and Logic Section</a:t>
            </a:r>
          </a:p>
          <a:p>
            <a:pPr algn="just"/>
            <a:r>
              <a:rPr lang="en-GB" sz="1800" b="1" i="0" u="sng" dirty="0">
                <a:effectLst/>
                <a:latin typeface="Times New Roman" panose="02020603050405020304" pitchFamily="18" charset="0"/>
                <a:cs typeface="Times New Roman" panose="02020603050405020304" pitchFamily="18" charset="0"/>
              </a:rPr>
              <a:t>Arithmetic Section</a:t>
            </a:r>
          </a:p>
          <a:p>
            <a:pPr marL="285750" indent="-285750" algn="just">
              <a:buFont typeface="Wingdings" panose="05000000000000000000" pitchFamily="2" charset="2"/>
              <a:buChar char="ü"/>
            </a:pPr>
            <a:r>
              <a:rPr lang="en-GB" sz="1800" b="0" i="0" dirty="0">
                <a:solidFill>
                  <a:srgbClr val="000000"/>
                </a:solidFill>
                <a:effectLst/>
                <a:latin typeface="Times New Roman" panose="02020603050405020304" pitchFamily="18" charset="0"/>
                <a:cs typeface="Times New Roman" panose="02020603050405020304" pitchFamily="18" charset="0"/>
              </a:rPr>
              <a:t>Function of arithmetic section is to perform arithmetic operations like addition, subtraction, multiplication, and division. All complex operations are done by making repetitive use of the above operations.</a:t>
            </a:r>
          </a:p>
          <a:p>
            <a:pPr algn="just"/>
            <a:r>
              <a:rPr lang="en-GB" sz="1800" b="1" i="0" u="sng" dirty="0">
                <a:effectLst/>
                <a:latin typeface="Times New Roman" panose="02020603050405020304" pitchFamily="18" charset="0"/>
                <a:cs typeface="Times New Roman" panose="02020603050405020304" pitchFamily="18" charset="0"/>
              </a:rPr>
              <a:t>Logic Section</a:t>
            </a:r>
          </a:p>
          <a:p>
            <a:pPr marL="285750" indent="-285750" algn="just">
              <a:buFont typeface="Wingdings" panose="05000000000000000000" pitchFamily="2" charset="2"/>
              <a:buChar char="ü"/>
            </a:pPr>
            <a:r>
              <a:rPr lang="en-GB" sz="1800" b="0" i="0" dirty="0">
                <a:solidFill>
                  <a:srgbClr val="000000"/>
                </a:solidFill>
                <a:effectLst/>
                <a:latin typeface="Times New Roman" panose="02020603050405020304" pitchFamily="18" charset="0"/>
                <a:cs typeface="Times New Roman" panose="02020603050405020304" pitchFamily="18" charset="0"/>
              </a:rPr>
              <a:t>Function of logic section is to perform logic operations such as comparing, selecting, matching, and merging of data.</a:t>
            </a:r>
            <a:endParaRPr lang="en-GB"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7192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FF7CACF-7A91-444B-9291-CD0F2F69B299}"/>
              </a:ext>
            </a:extLst>
          </p:cNvPr>
          <p:cNvSpPr txBox="1"/>
          <p:nvPr/>
        </p:nvSpPr>
        <p:spPr>
          <a:xfrm>
            <a:off x="178775" y="4441873"/>
            <a:ext cx="11834447" cy="2308324"/>
          </a:xfrm>
          <a:prstGeom prst="rect">
            <a:avLst/>
          </a:prstGeom>
          <a:noFill/>
        </p:spPr>
        <p:txBody>
          <a:bodyPr wrap="square">
            <a:spAutoFit/>
          </a:bodyPr>
          <a:lstStyle/>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The above figure shows the block diagram of 4-bit ALU.</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The four data inputs from A are combined with the four inputs of B to generate the operation at the F outputs.</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The mode select  input s2 distinguishes between arithmetic or logical operations at the F outputs.</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The two function – select S1,S0 specify the particular arithmetic or logical operation to be generated.</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With three variables selection variables it is possible to specify four arithmetic operation(with S2 in one state ) and a four logic operations(S2 in other state).</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The input output carries have meaning only during an arithmetic operation</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In this way there are 8 arithmetic operations are generated .</a:t>
            </a:r>
          </a:p>
        </p:txBody>
      </p:sp>
      <p:pic>
        <p:nvPicPr>
          <p:cNvPr id="10" name="Picture 9">
            <a:extLst>
              <a:ext uri="{FF2B5EF4-FFF2-40B4-BE49-F238E27FC236}">
                <a16:creationId xmlns:a16="http://schemas.microsoft.com/office/drawing/2014/main" id="{BED69AA1-6039-4EBF-907C-BD93725B26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5238" y="211014"/>
            <a:ext cx="7920110" cy="3770143"/>
          </a:xfrm>
          <a:prstGeom prst="rect">
            <a:avLst/>
          </a:prstGeom>
        </p:spPr>
      </p:pic>
      <p:sp>
        <p:nvSpPr>
          <p:cNvPr id="11" name="Title 1">
            <a:extLst>
              <a:ext uri="{FF2B5EF4-FFF2-40B4-BE49-F238E27FC236}">
                <a16:creationId xmlns:a16="http://schemas.microsoft.com/office/drawing/2014/main" id="{EE3EA073-CC87-4707-B022-C2C545D16514}"/>
              </a:ext>
            </a:extLst>
          </p:cNvPr>
          <p:cNvSpPr txBox="1">
            <a:spLocks/>
          </p:cNvSpPr>
          <p:nvPr/>
        </p:nvSpPr>
        <p:spPr>
          <a:xfrm>
            <a:off x="1380978" y="4084785"/>
            <a:ext cx="9144000" cy="477837"/>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200" b="1" dirty="0">
                <a:latin typeface="Times New Roman" panose="02020603050405020304" pitchFamily="18" charset="0"/>
                <a:cs typeface="Times New Roman" panose="02020603050405020304" pitchFamily="18" charset="0"/>
              </a:rPr>
              <a:t>Fig: Block Diagram of 4-bit ALU </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4856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CB158D-5A5C-44F8-BB32-B824D614CE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776" y="1093299"/>
            <a:ext cx="11666221" cy="5420043"/>
          </a:xfrm>
          <a:prstGeom prst="rect">
            <a:avLst/>
          </a:prstGeom>
        </p:spPr>
      </p:pic>
      <p:sp>
        <p:nvSpPr>
          <p:cNvPr id="4" name="Title 1">
            <a:extLst>
              <a:ext uri="{FF2B5EF4-FFF2-40B4-BE49-F238E27FC236}">
                <a16:creationId xmlns:a16="http://schemas.microsoft.com/office/drawing/2014/main" id="{28C30BA1-A028-4D6A-876A-1D7D0EB5D8D0}"/>
              </a:ext>
            </a:extLst>
          </p:cNvPr>
          <p:cNvSpPr>
            <a:spLocks noGrp="1"/>
          </p:cNvSpPr>
          <p:nvPr>
            <p:ph type="ctrTitle"/>
          </p:nvPr>
        </p:nvSpPr>
        <p:spPr>
          <a:xfrm>
            <a:off x="1524000" y="165760"/>
            <a:ext cx="9144000" cy="477837"/>
          </a:xfrm>
        </p:spPr>
        <p:txBody>
          <a:bodyPr/>
          <a:lstStyle/>
          <a:p>
            <a:r>
              <a:rPr lang="en-GB" sz="3200" b="1" dirty="0">
                <a:latin typeface="Times New Roman" panose="02020603050405020304" pitchFamily="18" charset="0"/>
                <a:cs typeface="Times New Roman" panose="02020603050405020304" pitchFamily="18" charset="0"/>
              </a:rPr>
              <a:t>Design of Arithmetic Circuit operation</a:t>
            </a:r>
            <a:endParaRPr lang="en-IN" sz="3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A728ED7-7374-4137-9EFA-B80843C845EB}"/>
              </a:ext>
            </a:extLst>
          </p:cNvPr>
          <p:cNvSpPr txBox="1"/>
          <p:nvPr/>
        </p:nvSpPr>
        <p:spPr>
          <a:xfrm>
            <a:off x="178776" y="643597"/>
            <a:ext cx="11834447" cy="369332"/>
          </a:xfrm>
          <a:prstGeom prst="rect">
            <a:avLst/>
          </a:prstGeom>
          <a:noFill/>
        </p:spPr>
        <p:txBody>
          <a:bodyPr wrap="square">
            <a:spAutoFit/>
          </a:bodyPr>
          <a:lstStyle/>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The following figure demonstrate the 8 arithmetic operations</a:t>
            </a:r>
          </a:p>
        </p:txBody>
      </p:sp>
    </p:spTree>
    <p:extLst>
      <p:ext uri="{BB962C8B-B14F-4D97-AF65-F5344CB8AC3E}">
        <p14:creationId xmlns:p14="http://schemas.microsoft.com/office/powerpoint/2010/main" val="3178123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2EF39CB-96F0-4AA6-9260-4386921F26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489" y="897820"/>
            <a:ext cx="11460479" cy="5404505"/>
          </a:xfrm>
          <a:prstGeom prst="rect">
            <a:avLst/>
          </a:prstGeom>
        </p:spPr>
      </p:pic>
      <p:sp>
        <p:nvSpPr>
          <p:cNvPr id="12" name="Title 1">
            <a:extLst>
              <a:ext uri="{FF2B5EF4-FFF2-40B4-BE49-F238E27FC236}">
                <a16:creationId xmlns:a16="http://schemas.microsoft.com/office/drawing/2014/main" id="{11C0C16B-F9BF-467F-AE18-AF1CF0F6F272}"/>
              </a:ext>
            </a:extLst>
          </p:cNvPr>
          <p:cNvSpPr>
            <a:spLocks noGrp="1"/>
          </p:cNvSpPr>
          <p:nvPr>
            <p:ph type="ctrTitle"/>
          </p:nvPr>
        </p:nvSpPr>
        <p:spPr>
          <a:xfrm>
            <a:off x="1524000" y="165760"/>
            <a:ext cx="9144000" cy="477837"/>
          </a:xfrm>
        </p:spPr>
        <p:txBody>
          <a:bodyPr/>
          <a:lstStyle/>
          <a:p>
            <a:r>
              <a:rPr lang="en-GB" sz="3200" b="1" dirty="0">
                <a:latin typeface="Times New Roman" panose="02020603050405020304" pitchFamily="18" charset="0"/>
                <a:cs typeface="Times New Roman" panose="02020603050405020304" pitchFamily="18" charset="0"/>
              </a:rPr>
              <a:t>Function Table of Arithmetic Circuit</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5435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EC5BA76-8451-4DB2-B7EF-FB9ABCC4BB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9477" y="787791"/>
            <a:ext cx="8032651" cy="5725552"/>
          </a:xfrm>
          <a:prstGeom prst="rect">
            <a:avLst/>
          </a:prstGeom>
        </p:spPr>
      </p:pic>
      <p:sp>
        <p:nvSpPr>
          <p:cNvPr id="10" name="Title 1">
            <a:extLst>
              <a:ext uri="{FF2B5EF4-FFF2-40B4-BE49-F238E27FC236}">
                <a16:creationId xmlns:a16="http://schemas.microsoft.com/office/drawing/2014/main" id="{A26BDA62-D712-44F1-8CFF-B2D4B5DCAF62}"/>
              </a:ext>
            </a:extLst>
          </p:cNvPr>
          <p:cNvSpPr>
            <a:spLocks noGrp="1"/>
          </p:cNvSpPr>
          <p:nvPr>
            <p:ph type="ctrTitle"/>
          </p:nvPr>
        </p:nvSpPr>
        <p:spPr>
          <a:xfrm>
            <a:off x="1524000" y="165760"/>
            <a:ext cx="9144000" cy="477837"/>
          </a:xfrm>
        </p:spPr>
        <p:txBody>
          <a:bodyPr/>
          <a:lstStyle/>
          <a:p>
            <a:r>
              <a:rPr lang="en-GB" sz="3200" b="1" dirty="0">
                <a:latin typeface="Times New Roman" panose="02020603050405020304" pitchFamily="18" charset="0"/>
                <a:cs typeface="Times New Roman" panose="02020603050405020304" pitchFamily="18" charset="0"/>
              </a:rPr>
              <a:t>Logic Diagram of Arithmetic Circuit </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141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26BDA62-D712-44F1-8CFF-B2D4B5DCAF62}"/>
              </a:ext>
            </a:extLst>
          </p:cNvPr>
          <p:cNvSpPr>
            <a:spLocks noGrp="1"/>
          </p:cNvSpPr>
          <p:nvPr>
            <p:ph type="ctrTitle"/>
          </p:nvPr>
        </p:nvSpPr>
        <p:spPr>
          <a:xfrm>
            <a:off x="1524000" y="165760"/>
            <a:ext cx="9144000" cy="477837"/>
          </a:xfrm>
        </p:spPr>
        <p:txBody>
          <a:bodyPr/>
          <a:lstStyle/>
          <a:p>
            <a:r>
              <a:rPr lang="en-GB" sz="3200" b="1">
                <a:latin typeface="Times New Roman" panose="02020603050405020304" pitchFamily="18" charset="0"/>
                <a:cs typeface="Times New Roman" panose="02020603050405020304" pitchFamily="18" charset="0"/>
              </a:rPr>
              <a:t>Functional Table </a:t>
            </a:r>
            <a:r>
              <a:rPr lang="en-GB" sz="3200" b="1" dirty="0">
                <a:latin typeface="Times New Roman" panose="02020603050405020304" pitchFamily="18" charset="0"/>
                <a:cs typeface="Times New Roman" panose="02020603050405020304" pitchFamily="18" charset="0"/>
              </a:rPr>
              <a:t>of ALU </a:t>
            </a:r>
            <a:endParaRPr lang="en-IN" sz="32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28188BC-A3E6-4FC3-9B6D-B2B3D727BC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1" y="850630"/>
            <a:ext cx="9819248" cy="5841610"/>
          </a:xfrm>
          <a:prstGeom prst="rect">
            <a:avLst/>
          </a:prstGeom>
        </p:spPr>
      </p:pic>
    </p:spTree>
    <p:extLst>
      <p:ext uri="{BB962C8B-B14F-4D97-AF65-F5344CB8AC3E}">
        <p14:creationId xmlns:p14="http://schemas.microsoft.com/office/powerpoint/2010/main" val="3039181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98A7D4B-9A7E-4711-8F7D-3554720F3C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911" y="706671"/>
            <a:ext cx="10902462" cy="5848874"/>
          </a:xfrm>
          <a:prstGeom prst="rect">
            <a:avLst/>
          </a:prstGeom>
        </p:spPr>
      </p:pic>
      <p:sp>
        <p:nvSpPr>
          <p:cNvPr id="10" name="Title 1">
            <a:extLst>
              <a:ext uri="{FF2B5EF4-FFF2-40B4-BE49-F238E27FC236}">
                <a16:creationId xmlns:a16="http://schemas.microsoft.com/office/drawing/2014/main" id="{E807F826-201A-4FC7-A4E7-C8CA3A0F57AD}"/>
              </a:ext>
            </a:extLst>
          </p:cNvPr>
          <p:cNvSpPr>
            <a:spLocks noGrp="1"/>
          </p:cNvSpPr>
          <p:nvPr>
            <p:ph type="ctrTitle"/>
          </p:nvPr>
        </p:nvSpPr>
        <p:spPr>
          <a:xfrm>
            <a:off x="1524000" y="196949"/>
            <a:ext cx="9144000" cy="509722"/>
          </a:xfrm>
        </p:spPr>
        <p:txBody>
          <a:bodyPr/>
          <a:lstStyle/>
          <a:p>
            <a:r>
              <a:rPr lang="en-GB" sz="3200" b="1" dirty="0">
                <a:latin typeface="Times New Roman" panose="02020603050405020304" pitchFamily="18" charset="0"/>
                <a:cs typeface="Times New Roman" panose="02020603050405020304" pitchFamily="18" charset="0"/>
              </a:rPr>
              <a:t>Logic Diagram of ALU </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5735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807F826-201A-4FC7-A4E7-C8CA3A0F57AD}"/>
              </a:ext>
            </a:extLst>
          </p:cNvPr>
          <p:cNvSpPr>
            <a:spLocks noGrp="1"/>
          </p:cNvSpPr>
          <p:nvPr>
            <p:ph type="ctrTitle"/>
          </p:nvPr>
        </p:nvSpPr>
        <p:spPr>
          <a:xfrm>
            <a:off x="1524000" y="196949"/>
            <a:ext cx="9144000" cy="509722"/>
          </a:xfrm>
        </p:spPr>
        <p:txBody>
          <a:bodyPr/>
          <a:lstStyle/>
          <a:p>
            <a:r>
              <a:rPr lang="en-GB" sz="3200" b="1" dirty="0">
                <a:latin typeface="Times New Roman" panose="02020603050405020304" pitchFamily="18" charset="0"/>
                <a:cs typeface="Times New Roman" panose="02020603050405020304" pitchFamily="18" charset="0"/>
              </a:rPr>
              <a:t>Status Register</a:t>
            </a: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74C1306-FD51-4DC7-9E13-02BFA5D14D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3376" y="2023671"/>
            <a:ext cx="9725248" cy="4637379"/>
          </a:xfrm>
          <a:prstGeom prst="rect">
            <a:avLst/>
          </a:prstGeom>
        </p:spPr>
      </p:pic>
      <p:sp>
        <p:nvSpPr>
          <p:cNvPr id="11" name="TextBox 10">
            <a:extLst>
              <a:ext uri="{FF2B5EF4-FFF2-40B4-BE49-F238E27FC236}">
                <a16:creationId xmlns:a16="http://schemas.microsoft.com/office/drawing/2014/main" id="{A94D2B47-53DA-4ABA-9E4A-5400EB771C3F}"/>
              </a:ext>
            </a:extLst>
          </p:cNvPr>
          <p:cNvSpPr txBox="1"/>
          <p:nvPr/>
        </p:nvSpPr>
        <p:spPr>
          <a:xfrm>
            <a:off x="357553" y="706671"/>
            <a:ext cx="11834447" cy="1200329"/>
          </a:xfrm>
          <a:prstGeom prst="rect">
            <a:avLst/>
          </a:prstGeom>
          <a:noFill/>
        </p:spPr>
        <p:txBody>
          <a:bodyPr wrap="square">
            <a:spAutoFit/>
          </a:bodyPr>
          <a:lstStyle/>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The Status Register reflects the results obtained in the ALU.</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They are stored in the status register for further analysis.</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Following figure shows the 8-bit ALU with 4-bit Status Register ,where C is carry bit, S is sign bit Z is Zero bit and V is Overflow bit.</a:t>
            </a:r>
          </a:p>
        </p:txBody>
      </p:sp>
    </p:spTree>
    <p:extLst>
      <p:ext uri="{BB962C8B-B14F-4D97-AF65-F5344CB8AC3E}">
        <p14:creationId xmlns:p14="http://schemas.microsoft.com/office/powerpoint/2010/main" val="3660215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807F826-201A-4FC7-A4E7-C8CA3A0F57AD}"/>
              </a:ext>
            </a:extLst>
          </p:cNvPr>
          <p:cNvSpPr>
            <a:spLocks noGrp="1"/>
          </p:cNvSpPr>
          <p:nvPr>
            <p:ph type="ctrTitle"/>
          </p:nvPr>
        </p:nvSpPr>
        <p:spPr>
          <a:xfrm>
            <a:off x="1524000" y="196949"/>
            <a:ext cx="9144000" cy="509722"/>
          </a:xfrm>
        </p:spPr>
        <p:txBody>
          <a:bodyPr/>
          <a:lstStyle/>
          <a:p>
            <a:r>
              <a:rPr lang="en-GB" sz="3200" b="1" dirty="0">
                <a:latin typeface="Times New Roman" panose="02020603050405020304" pitchFamily="18" charset="0"/>
                <a:cs typeface="Times New Roman" panose="02020603050405020304" pitchFamily="18" charset="0"/>
              </a:rPr>
              <a:t>Working of Status Register</a:t>
            </a:r>
            <a:endParaRPr lang="en-IN" sz="32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A32164F-2218-413F-81DC-6D7E60650E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193" y="1249175"/>
            <a:ext cx="11257614" cy="3700081"/>
          </a:xfrm>
          <a:prstGeom prst="rect">
            <a:avLst/>
          </a:prstGeom>
        </p:spPr>
      </p:pic>
    </p:spTree>
    <p:extLst>
      <p:ext uri="{BB962C8B-B14F-4D97-AF65-F5344CB8AC3E}">
        <p14:creationId xmlns:p14="http://schemas.microsoft.com/office/powerpoint/2010/main" val="2437663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61CB58-1C4E-4A44-B1BD-576C0090B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195" y="991744"/>
            <a:ext cx="10178322" cy="4874512"/>
          </a:xfrm>
          <a:prstGeom prst="rect">
            <a:avLst/>
          </a:prstGeom>
        </p:spPr>
      </p:pic>
      <p:sp>
        <p:nvSpPr>
          <p:cNvPr id="6" name="Title 1">
            <a:extLst>
              <a:ext uri="{FF2B5EF4-FFF2-40B4-BE49-F238E27FC236}">
                <a16:creationId xmlns:a16="http://schemas.microsoft.com/office/drawing/2014/main" id="{945B4A80-CA7B-463B-9264-5DE38E607123}"/>
              </a:ext>
            </a:extLst>
          </p:cNvPr>
          <p:cNvSpPr txBox="1">
            <a:spLocks/>
          </p:cNvSpPr>
          <p:nvPr/>
        </p:nvSpPr>
        <p:spPr>
          <a:xfrm>
            <a:off x="1524000" y="6091368"/>
            <a:ext cx="9144000" cy="509722"/>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200" b="1" dirty="0">
                <a:latin typeface="Times New Roman" panose="02020603050405020304" pitchFamily="18" charset="0"/>
                <a:cs typeface="Times New Roman" panose="02020603050405020304" pitchFamily="18" charset="0"/>
              </a:rPr>
              <a:t>Functional Table of Status Register </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4305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5B4A80-CA7B-463B-9264-5DE38E607123}"/>
              </a:ext>
            </a:extLst>
          </p:cNvPr>
          <p:cNvSpPr txBox="1">
            <a:spLocks/>
          </p:cNvSpPr>
          <p:nvPr/>
        </p:nvSpPr>
        <p:spPr>
          <a:xfrm>
            <a:off x="1194216" y="0"/>
            <a:ext cx="9144000" cy="509722"/>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200" b="1" dirty="0">
                <a:latin typeface="Times New Roman" panose="02020603050405020304" pitchFamily="18" charset="0"/>
                <a:cs typeface="Times New Roman" panose="02020603050405020304" pitchFamily="18" charset="0"/>
              </a:rPr>
              <a:t>Shifter </a:t>
            </a:r>
            <a:endParaRPr lang="en-IN"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67390B0-0B61-4AE1-B5FE-5EEC6EC12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524484" y="-1332805"/>
            <a:ext cx="4743870" cy="11077733"/>
          </a:xfrm>
          <a:prstGeom prst="rect">
            <a:avLst/>
          </a:prstGeom>
        </p:spPr>
      </p:pic>
      <p:sp>
        <p:nvSpPr>
          <p:cNvPr id="7" name="TextBox 6">
            <a:extLst>
              <a:ext uri="{FF2B5EF4-FFF2-40B4-BE49-F238E27FC236}">
                <a16:creationId xmlns:a16="http://schemas.microsoft.com/office/drawing/2014/main" id="{85C446A0-4081-4BC6-AA9E-15AE1AD8DB2D}"/>
              </a:ext>
            </a:extLst>
          </p:cNvPr>
          <p:cNvSpPr txBox="1"/>
          <p:nvPr/>
        </p:nvSpPr>
        <p:spPr>
          <a:xfrm>
            <a:off x="357553" y="706671"/>
            <a:ext cx="11529647" cy="923330"/>
          </a:xfrm>
          <a:prstGeom prst="rect">
            <a:avLst/>
          </a:prstGeom>
          <a:noFill/>
        </p:spPr>
        <p:txBody>
          <a:bodyPr wrap="square">
            <a:spAutoFit/>
          </a:bodyPr>
          <a:lstStyle/>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The Shifter are the unit attached to a processor that transfers the output of the ALU to the output bus.</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They shift the information without a shift or shifting the information right or left.</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Following diagram shows the block diagram of the 4-bit Combinational –Logic Shifter</a:t>
            </a:r>
          </a:p>
        </p:txBody>
      </p:sp>
    </p:spTree>
    <p:extLst>
      <p:ext uri="{BB962C8B-B14F-4D97-AF65-F5344CB8AC3E}">
        <p14:creationId xmlns:p14="http://schemas.microsoft.com/office/powerpoint/2010/main" val="2567070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5B4A80-CA7B-463B-9264-5DE38E607123}"/>
              </a:ext>
            </a:extLst>
          </p:cNvPr>
          <p:cNvSpPr txBox="1">
            <a:spLocks/>
          </p:cNvSpPr>
          <p:nvPr/>
        </p:nvSpPr>
        <p:spPr>
          <a:xfrm>
            <a:off x="1194216" y="0"/>
            <a:ext cx="9144000" cy="509722"/>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200" b="1" dirty="0">
                <a:latin typeface="Times New Roman" panose="02020603050405020304" pitchFamily="18" charset="0"/>
                <a:cs typeface="Times New Roman" panose="02020603050405020304" pitchFamily="18" charset="0"/>
              </a:rPr>
              <a:t>Working </a:t>
            </a:r>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5C446A0-4081-4BC6-AA9E-15AE1AD8DB2D}"/>
              </a:ext>
            </a:extLst>
          </p:cNvPr>
          <p:cNvSpPr txBox="1"/>
          <p:nvPr/>
        </p:nvSpPr>
        <p:spPr>
          <a:xfrm>
            <a:off x="357553" y="509722"/>
            <a:ext cx="11529647" cy="3139321"/>
          </a:xfrm>
          <a:prstGeom prst="rect">
            <a:avLst/>
          </a:prstGeom>
          <a:noFill/>
        </p:spPr>
        <p:txBody>
          <a:bodyPr wrap="square">
            <a:spAutoFit/>
          </a:bodyPr>
          <a:lstStyle/>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A shifter is a bi directional shift register with the parallel load .</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The information from the ALU is transferred to the register in parallel and then shifted to the right or left.</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Here only one clock pulse is needed in the processor system for loading the data from the output bus into destination register.</a:t>
            </a:r>
          </a:p>
          <a:p>
            <a:pPr marL="285750" indent="-285750" algn="just">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 A combinational logic shifter can be constructed with the multiplexer as shown above .</a:t>
            </a:r>
          </a:p>
          <a:p>
            <a:pPr marL="285750" indent="-285750" algn="just">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The Two select variable H1 and H0 , is applied to all four multiplexer and selects the type of operation in the shifter.</a:t>
            </a:r>
          </a:p>
          <a:p>
            <a:pPr marL="285750" indent="-285750" algn="just">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 When H1H0 =00,no shift is executed and the signals from F go directly to the S lines.</a:t>
            </a:r>
          </a:p>
          <a:p>
            <a:pPr marL="285750" indent="-285750" algn="just">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 When H1H0=1,the multiplexer selects the input attached to 0 and as a consequences the S outputs are also equal to 0,blocking the transfer of information from ALU  to the output bus.</a:t>
            </a:r>
          </a:p>
          <a:p>
            <a:pPr marL="285750" indent="-285750" algn="just">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Here IL and IR serves as the serial inputs for the last and first stage during right or left shift.</a:t>
            </a:r>
          </a:p>
          <a:p>
            <a:pPr algn="just"/>
            <a:endParaRPr lang="en-GB"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331C5D5-5575-4D81-93DD-F690CB8FAA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530153" y="-788915"/>
            <a:ext cx="2911839" cy="11362546"/>
          </a:xfrm>
          <a:prstGeom prst="rect">
            <a:avLst/>
          </a:prstGeom>
        </p:spPr>
      </p:pic>
      <p:sp>
        <p:nvSpPr>
          <p:cNvPr id="8" name="Title 1">
            <a:extLst>
              <a:ext uri="{FF2B5EF4-FFF2-40B4-BE49-F238E27FC236}">
                <a16:creationId xmlns:a16="http://schemas.microsoft.com/office/drawing/2014/main" id="{BF0370F8-75E9-434E-A2DD-8D7E6A2702D9}"/>
              </a:ext>
            </a:extLst>
          </p:cNvPr>
          <p:cNvSpPr txBox="1">
            <a:spLocks/>
          </p:cNvSpPr>
          <p:nvPr/>
        </p:nvSpPr>
        <p:spPr>
          <a:xfrm>
            <a:off x="1414073" y="6348278"/>
            <a:ext cx="9144000" cy="509722"/>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b="1" dirty="0">
                <a:latin typeface="Times New Roman" panose="02020603050405020304" pitchFamily="18" charset="0"/>
                <a:cs typeface="Times New Roman" panose="02020603050405020304" pitchFamily="18" charset="0"/>
              </a:rPr>
              <a:t>Functional Table of Shifter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598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5B4A80-CA7B-463B-9264-5DE38E607123}"/>
              </a:ext>
            </a:extLst>
          </p:cNvPr>
          <p:cNvSpPr txBox="1">
            <a:spLocks/>
          </p:cNvSpPr>
          <p:nvPr/>
        </p:nvSpPr>
        <p:spPr>
          <a:xfrm>
            <a:off x="1194216" y="0"/>
            <a:ext cx="9144000" cy="509722"/>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200" b="1" dirty="0">
                <a:latin typeface="Times New Roman" panose="02020603050405020304" pitchFamily="18" charset="0"/>
                <a:cs typeface="Times New Roman" panose="02020603050405020304" pitchFamily="18" charset="0"/>
              </a:rPr>
              <a:t>Processor Unit  </a:t>
            </a:r>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5C446A0-4081-4BC6-AA9E-15AE1AD8DB2D}"/>
              </a:ext>
            </a:extLst>
          </p:cNvPr>
          <p:cNvSpPr txBox="1"/>
          <p:nvPr/>
        </p:nvSpPr>
        <p:spPr>
          <a:xfrm>
            <a:off x="357553" y="509722"/>
            <a:ext cx="11529647" cy="369332"/>
          </a:xfrm>
          <a:prstGeom prst="rect">
            <a:avLst/>
          </a:prstGeom>
          <a:noFill/>
        </p:spPr>
        <p:txBody>
          <a:bodyPr wrap="square">
            <a:spAutoFit/>
          </a:bodyPr>
          <a:lstStyle/>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a:t>
            </a:r>
          </a:p>
        </p:txBody>
      </p:sp>
      <p:sp>
        <p:nvSpPr>
          <p:cNvPr id="8" name="Title 1">
            <a:extLst>
              <a:ext uri="{FF2B5EF4-FFF2-40B4-BE49-F238E27FC236}">
                <a16:creationId xmlns:a16="http://schemas.microsoft.com/office/drawing/2014/main" id="{BF0370F8-75E9-434E-A2DD-8D7E6A2702D9}"/>
              </a:ext>
            </a:extLst>
          </p:cNvPr>
          <p:cNvSpPr txBox="1">
            <a:spLocks/>
          </p:cNvSpPr>
          <p:nvPr/>
        </p:nvSpPr>
        <p:spPr>
          <a:xfrm>
            <a:off x="1414072" y="6365397"/>
            <a:ext cx="9144000" cy="369332"/>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b="1" dirty="0">
                <a:latin typeface="Times New Roman" panose="02020603050405020304" pitchFamily="18" charset="0"/>
                <a:cs typeface="Times New Roman" panose="02020603050405020304" pitchFamily="18" charset="0"/>
              </a:rPr>
              <a:t>Block Diagram of Processor Unit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749B116-0D56-44D3-84A0-049A8BD8DD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378" y="879054"/>
            <a:ext cx="10073389" cy="5343993"/>
          </a:xfrm>
          <a:prstGeom prst="rect">
            <a:avLst/>
          </a:prstGeom>
        </p:spPr>
      </p:pic>
    </p:spTree>
    <p:extLst>
      <p:ext uri="{BB962C8B-B14F-4D97-AF65-F5344CB8AC3E}">
        <p14:creationId xmlns:p14="http://schemas.microsoft.com/office/powerpoint/2010/main" val="1369064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F0370F8-75E9-434E-A2DD-8D7E6A2702D9}"/>
              </a:ext>
            </a:extLst>
          </p:cNvPr>
          <p:cNvSpPr txBox="1">
            <a:spLocks/>
          </p:cNvSpPr>
          <p:nvPr/>
        </p:nvSpPr>
        <p:spPr>
          <a:xfrm>
            <a:off x="1414072" y="6365397"/>
            <a:ext cx="9144000" cy="369332"/>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2400" b="1" dirty="0">
                <a:latin typeface="Times New Roman" panose="02020603050405020304" pitchFamily="18" charset="0"/>
                <a:cs typeface="Times New Roman" panose="02020603050405020304" pitchFamily="18" charset="0"/>
              </a:rPr>
              <a:t>Functional Table of Processor Unit  </a:t>
            </a:r>
            <a:endParaRPr lang="en-IN" sz="24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62A9065-3282-454C-907B-84BDD38734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322116" y="-2399131"/>
            <a:ext cx="5547768" cy="11422507"/>
          </a:xfrm>
          <a:prstGeom prst="rect">
            <a:avLst/>
          </a:prstGeom>
        </p:spPr>
      </p:pic>
    </p:spTree>
    <p:extLst>
      <p:ext uri="{BB962C8B-B14F-4D97-AF65-F5344CB8AC3E}">
        <p14:creationId xmlns:p14="http://schemas.microsoft.com/office/powerpoint/2010/main" val="82534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8EDB0-92B1-48A9-AE61-55ADCA4A5D28}"/>
              </a:ext>
            </a:extLst>
          </p:cNvPr>
          <p:cNvSpPr>
            <a:spLocks noGrp="1"/>
          </p:cNvSpPr>
          <p:nvPr>
            <p:ph type="ctrTitle"/>
          </p:nvPr>
        </p:nvSpPr>
        <p:spPr>
          <a:xfrm>
            <a:off x="1524000" y="0"/>
            <a:ext cx="9144000" cy="477837"/>
          </a:xfrm>
        </p:spPr>
        <p:txBody>
          <a:bodyPr/>
          <a:lstStyle/>
          <a:p>
            <a:r>
              <a:rPr lang="en-GB" sz="2800" b="1" u="sng" dirty="0">
                <a:latin typeface="Times New Roman" panose="02020603050405020304" pitchFamily="18" charset="0"/>
                <a:cs typeface="Times New Roman" panose="02020603050405020304" pitchFamily="18" charset="0"/>
              </a:rPr>
              <a:t>Accumulator Register</a:t>
            </a:r>
            <a:endParaRPr lang="en-IN" sz="2800" b="1"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CD8017C-1474-4993-BE3B-6BF5DCAF4D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123" y="590844"/>
            <a:ext cx="10339754" cy="5880295"/>
          </a:xfrm>
          <a:prstGeom prst="rect">
            <a:avLst/>
          </a:prstGeom>
        </p:spPr>
      </p:pic>
    </p:spTree>
    <p:extLst>
      <p:ext uri="{BB962C8B-B14F-4D97-AF65-F5344CB8AC3E}">
        <p14:creationId xmlns:p14="http://schemas.microsoft.com/office/powerpoint/2010/main" val="1877789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8EDB0-92B1-48A9-AE61-55ADCA4A5D28}"/>
              </a:ext>
            </a:extLst>
          </p:cNvPr>
          <p:cNvSpPr>
            <a:spLocks noGrp="1"/>
          </p:cNvSpPr>
          <p:nvPr>
            <p:ph type="ctrTitle"/>
          </p:nvPr>
        </p:nvSpPr>
        <p:spPr>
          <a:xfrm>
            <a:off x="1524000" y="0"/>
            <a:ext cx="9144000" cy="477837"/>
          </a:xfrm>
        </p:spPr>
        <p:txBody>
          <a:bodyPr/>
          <a:lstStyle/>
          <a:p>
            <a:r>
              <a:rPr lang="en-GB" sz="2800" b="1" u="sng" dirty="0">
                <a:latin typeface="Times New Roman" panose="02020603050405020304" pitchFamily="18" charset="0"/>
                <a:cs typeface="Times New Roman" panose="02020603050405020304" pitchFamily="18" charset="0"/>
              </a:rPr>
              <a:t>Accumulator Register</a:t>
            </a:r>
            <a:endParaRPr lang="en-IN" sz="2800" b="1" u="sng"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818733B-8E43-43C3-BA08-CE337CC3A6D6}"/>
              </a:ext>
            </a:extLst>
          </p:cNvPr>
          <p:cNvSpPr txBox="1"/>
          <p:nvPr/>
        </p:nvSpPr>
        <p:spPr>
          <a:xfrm>
            <a:off x="0" y="477837"/>
            <a:ext cx="12192000" cy="4801314"/>
          </a:xfrm>
          <a:prstGeom prst="rect">
            <a:avLst/>
          </a:prstGeom>
          <a:noFill/>
        </p:spPr>
        <p:txBody>
          <a:bodyPr wrap="square">
            <a:spAutoFit/>
          </a:bodyPr>
          <a:lstStyle/>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The accumulator register is another type of central processing unit register that is widely used for storing the logic or intermediate results. It is denoted or represented by “A” or “AC”</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The accumulator register has a very important role as if it is not there then all the intermediate results need to be stored in the main memory that can increase the overhead on the memory.</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It is because then unnecessary read and writes operations will be increased. </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The accumulator register can easily store the intermediate results. </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The accessing speed of the accumulator register is much faster compared to the main memory. </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In many modern systems, there are various types of accumulators that can be used to store the intermediate results. </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However, more the use of accumulators more complex will be the design.</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For example, in the operation "3 + 4 + 5," the accumulator would hold the value 3, then the value 7, then the value 12. </a:t>
            </a:r>
          </a:p>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The benefit of an accumulator is that it does not need to be explicitly referenced, which conserves data in the operation statement.</a:t>
            </a:r>
          </a:p>
          <a:p>
            <a:pPr marL="285750" indent="-285750" algn="just">
              <a:buFont typeface="Wingdings" panose="05000000000000000000" pitchFamily="2" charset="2"/>
              <a:buChar char="ü"/>
            </a:pPr>
            <a:endParaRPr lang="en-GB" dirty="0">
              <a:latin typeface="Times New Roman" panose="02020603050405020304" pitchFamily="18" charset="0"/>
              <a:cs typeface="Times New Roman" panose="02020603050405020304" pitchFamily="18" charset="0"/>
            </a:endParaRPr>
          </a:p>
          <a:p>
            <a:pPr algn="just"/>
            <a:r>
              <a:rPr lang="en-GB" b="1" u="sng" dirty="0">
                <a:latin typeface="Times New Roman" panose="02020603050405020304" pitchFamily="18" charset="0"/>
                <a:cs typeface="Times New Roman" panose="02020603050405020304" pitchFamily="18" charset="0"/>
              </a:rPr>
              <a:t>Microoperations at Accumulator Register:</a:t>
            </a:r>
          </a:p>
          <a:p>
            <a:pPr marL="342900" indent="-342900" algn="just">
              <a:buAutoNum type="arabicPeriod"/>
            </a:pPr>
            <a:r>
              <a:rPr lang="en-GB" dirty="0">
                <a:latin typeface="Times New Roman" panose="02020603050405020304" pitchFamily="18" charset="0"/>
                <a:cs typeface="Times New Roman" panose="02020603050405020304" pitchFamily="18" charset="0"/>
              </a:rPr>
              <a:t>A      0   i.e. A is cleared first </a:t>
            </a:r>
          </a:p>
          <a:p>
            <a:pPr marL="342900" indent="-342900" algn="just">
              <a:buAutoNum type="arabicPeriod"/>
            </a:pPr>
            <a:r>
              <a:rPr lang="en-GB" dirty="0">
                <a:latin typeface="Times New Roman" panose="02020603050405020304" pitchFamily="18" charset="0"/>
                <a:cs typeface="Times New Roman" panose="02020603050405020304" pitchFamily="18" charset="0"/>
              </a:rPr>
              <a:t> A       A+R1 i.e. Transfer R1 to A</a:t>
            </a:r>
          </a:p>
          <a:p>
            <a:pPr marL="342900" indent="-342900" algn="just">
              <a:buAutoNum type="arabicPeriod"/>
            </a:pPr>
            <a:r>
              <a:rPr lang="en-GB" dirty="0">
                <a:latin typeface="Times New Roman" panose="02020603050405020304" pitchFamily="18" charset="0"/>
                <a:cs typeface="Times New Roman" panose="02020603050405020304" pitchFamily="18" charset="0"/>
              </a:rPr>
              <a:t> A       A+R2 i.e. Add R2 to A</a:t>
            </a:r>
          </a:p>
        </p:txBody>
      </p:sp>
      <p:cxnSp>
        <p:nvCxnSpPr>
          <p:cNvPr id="8" name="Straight Arrow Connector 7">
            <a:extLst>
              <a:ext uri="{FF2B5EF4-FFF2-40B4-BE49-F238E27FC236}">
                <a16:creationId xmlns:a16="http://schemas.microsoft.com/office/drawing/2014/main" id="{FF87897F-CE5B-4D74-AA64-097460B4CD08}"/>
              </a:ext>
            </a:extLst>
          </p:cNvPr>
          <p:cNvCxnSpPr/>
          <p:nvPr/>
        </p:nvCxnSpPr>
        <p:spPr>
          <a:xfrm flipH="1">
            <a:off x="614597" y="4497049"/>
            <a:ext cx="2248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405010F2-23DA-4148-BE52-F83760348F7E}"/>
              </a:ext>
            </a:extLst>
          </p:cNvPr>
          <p:cNvCxnSpPr/>
          <p:nvPr/>
        </p:nvCxnSpPr>
        <p:spPr>
          <a:xfrm flipH="1">
            <a:off x="727023" y="4766872"/>
            <a:ext cx="262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2DB50507-9965-481B-82DE-8C60EC304F45}"/>
              </a:ext>
            </a:extLst>
          </p:cNvPr>
          <p:cNvCxnSpPr/>
          <p:nvPr/>
        </p:nvCxnSpPr>
        <p:spPr>
          <a:xfrm flipH="1">
            <a:off x="727023" y="5051685"/>
            <a:ext cx="26232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41480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8EDB0-92B1-48A9-AE61-55ADCA4A5D28}"/>
              </a:ext>
            </a:extLst>
          </p:cNvPr>
          <p:cNvSpPr>
            <a:spLocks noGrp="1"/>
          </p:cNvSpPr>
          <p:nvPr>
            <p:ph type="ctrTitle"/>
          </p:nvPr>
        </p:nvSpPr>
        <p:spPr>
          <a:xfrm>
            <a:off x="1524000" y="0"/>
            <a:ext cx="9144000" cy="477837"/>
          </a:xfrm>
        </p:spPr>
        <p:txBody>
          <a:bodyPr/>
          <a:lstStyle/>
          <a:p>
            <a:r>
              <a:rPr lang="en-GB" sz="2800" b="1" dirty="0">
                <a:latin typeface="Times New Roman" panose="02020603050405020304" pitchFamily="18" charset="0"/>
                <a:cs typeface="Times New Roman" panose="02020603050405020304" pitchFamily="18" charset="0"/>
              </a:rPr>
              <a:t>RAM</a:t>
            </a:r>
            <a:endParaRPr lang="en-IN" sz="28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0338AE2-DC17-43F7-A773-2E3BCAB36AC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17955" y="819540"/>
            <a:ext cx="6370820" cy="3947332"/>
          </a:xfrm>
          <a:prstGeom prst="rect">
            <a:avLst/>
          </a:prstGeom>
          <a:noFill/>
          <a:ln>
            <a:noFill/>
          </a:ln>
        </p:spPr>
      </p:pic>
      <p:sp>
        <p:nvSpPr>
          <p:cNvPr id="4" name="TextBox 3">
            <a:extLst>
              <a:ext uri="{FF2B5EF4-FFF2-40B4-BE49-F238E27FC236}">
                <a16:creationId xmlns:a16="http://schemas.microsoft.com/office/drawing/2014/main" id="{C227D1FF-EB94-4DB8-9748-45998EAEEF0A}"/>
              </a:ext>
            </a:extLst>
          </p:cNvPr>
          <p:cNvSpPr txBox="1"/>
          <p:nvPr/>
        </p:nvSpPr>
        <p:spPr>
          <a:xfrm>
            <a:off x="0" y="5392129"/>
            <a:ext cx="12192000" cy="646331"/>
          </a:xfrm>
          <a:prstGeom prst="rect">
            <a:avLst/>
          </a:prstGeom>
          <a:noFill/>
        </p:spPr>
        <p:txBody>
          <a:bodyPr wrap="square">
            <a:spAutoFit/>
          </a:bodyPr>
          <a:lstStyle/>
          <a:p>
            <a:pPr marL="285750" indent="-285750" algn="just">
              <a:buFont typeface="Wingdings" panose="05000000000000000000" pitchFamily="2" charset="2"/>
              <a:buChar char="ü"/>
            </a:pPr>
            <a:r>
              <a:rPr lang="en-GB" dirty="0">
                <a:latin typeface="Times New Roman" panose="02020603050405020304" pitchFamily="18" charset="0"/>
                <a:cs typeface="Times New Roman" panose="02020603050405020304" pitchFamily="18" charset="0"/>
              </a:rPr>
              <a:t> When the Read/Write Input value is 0 then the write mode is selected and when Read/Write Input value is 1 then Read mode is selected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857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8EDB0-92B1-48A9-AE61-55ADCA4A5D28}"/>
              </a:ext>
            </a:extLst>
          </p:cNvPr>
          <p:cNvSpPr>
            <a:spLocks noGrp="1"/>
          </p:cNvSpPr>
          <p:nvPr>
            <p:ph type="ctrTitle"/>
          </p:nvPr>
        </p:nvSpPr>
        <p:spPr>
          <a:xfrm>
            <a:off x="1524000" y="0"/>
            <a:ext cx="9144000" cy="477837"/>
          </a:xfrm>
        </p:spPr>
        <p:txBody>
          <a:bodyPr/>
          <a:lstStyle/>
          <a:p>
            <a:r>
              <a:rPr lang="en-GB" sz="2800" b="1" dirty="0">
                <a:latin typeface="Times New Roman" panose="02020603050405020304" pitchFamily="18" charset="0"/>
                <a:cs typeface="Times New Roman" panose="02020603050405020304" pitchFamily="18" charset="0"/>
              </a:rPr>
              <a:t>RAM</a:t>
            </a:r>
            <a:endParaRPr lang="en-IN" sz="28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415A7A4-9E51-4647-A395-466CAB5ECEE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3592" y="802707"/>
            <a:ext cx="7929797" cy="4893555"/>
          </a:xfrm>
          <a:prstGeom prst="rect">
            <a:avLst/>
          </a:prstGeom>
          <a:noFill/>
          <a:ln>
            <a:noFill/>
          </a:ln>
        </p:spPr>
      </p:pic>
    </p:spTree>
    <p:extLst>
      <p:ext uri="{BB962C8B-B14F-4D97-AF65-F5344CB8AC3E}">
        <p14:creationId xmlns:p14="http://schemas.microsoft.com/office/powerpoint/2010/main" val="2507824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570490-5179-463E-B772-B7ECD312C35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71927" y="477837"/>
            <a:ext cx="10448145" cy="5848012"/>
          </a:xfrm>
          <a:prstGeom prst="rect">
            <a:avLst/>
          </a:prstGeom>
          <a:noFill/>
          <a:ln>
            <a:noFill/>
          </a:ln>
        </p:spPr>
      </p:pic>
    </p:spTree>
    <p:extLst>
      <p:ext uri="{BB962C8B-B14F-4D97-AF65-F5344CB8AC3E}">
        <p14:creationId xmlns:p14="http://schemas.microsoft.com/office/powerpoint/2010/main" val="1370016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419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166E0F8D0B40498C35D8E5EAFE0871" ma:contentTypeVersion="2" ma:contentTypeDescription="Create a new document." ma:contentTypeScope="" ma:versionID="30ed41ad50ee0b9a0f5f1cb47eb6e788">
  <xsd:schema xmlns:xsd="http://www.w3.org/2001/XMLSchema" xmlns:xs="http://www.w3.org/2001/XMLSchema" xmlns:p="http://schemas.microsoft.com/office/2006/metadata/properties" xmlns:ns2="c91e3ff6-14c8-40d6-a47c-44c5ff227c54" targetNamespace="http://schemas.microsoft.com/office/2006/metadata/properties" ma:root="true" ma:fieldsID="53576ef496075ab8eae69b5aa49a74e2" ns2:_="">
    <xsd:import namespace="c91e3ff6-14c8-40d6-a47c-44c5ff227c54"/>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1e3ff6-14c8-40d6-a47c-44c5ff227c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90DF57-D29F-4E20-A43D-E808D6D28D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1e3ff6-14c8-40d6-a47c-44c5ff227c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8B4573-D1D5-4AF6-8C5B-DCB9105EA3B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C09AD97-D46E-41B7-909A-7F1FF0A195B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459</TotalTime>
  <Words>905</Words>
  <Application>Microsoft Office PowerPoint</Application>
  <PresentationFormat>Widescreen</PresentationFormat>
  <Paragraphs>76</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Office Theme</vt:lpstr>
      <vt:lpstr>UNIT 9 ALU </vt:lpstr>
      <vt:lpstr>OUTLINES</vt:lpstr>
      <vt:lpstr>ALU and Its Design</vt:lpstr>
      <vt:lpstr>PowerPoint Presentation</vt:lpstr>
      <vt:lpstr>Design of Arithmetic Circuit operation</vt:lpstr>
      <vt:lpstr>Function Table of Arithmetic Circuit</vt:lpstr>
      <vt:lpstr>Logic Diagram of Arithmetic Circuit </vt:lpstr>
      <vt:lpstr>Functional Table of ALU </vt:lpstr>
      <vt:lpstr>Logic Diagram of ALU </vt:lpstr>
      <vt:lpstr>Status Register</vt:lpstr>
      <vt:lpstr>Working of Status Register</vt:lpstr>
      <vt:lpstr>PowerPoint Presentation</vt:lpstr>
      <vt:lpstr>PowerPoint Presentation</vt:lpstr>
      <vt:lpstr>PowerPoint Presentation</vt:lpstr>
      <vt:lpstr>PowerPoint Presentation</vt:lpstr>
      <vt:lpstr>PowerPoint Presentation</vt:lpstr>
      <vt:lpstr>Accumulator Register</vt:lpstr>
      <vt:lpstr>Accumulator Register</vt:lpstr>
      <vt:lpstr>RAM</vt:lpstr>
      <vt:lpstr>RAM</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7 Processor Logic Design </dc:title>
  <dc:creator>Harendra Bikram Shah</dc:creator>
  <cp:lastModifiedBy>Harendra Bikram Shah</cp:lastModifiedBy>
  <cp:revision>29</cp:revision>
  <dcterms:created xsi:type="dcterms:W3CDTF">2021-07-25T09:02:39Z</dcterms:created>
  <dcterms:modified xsi:type="dcterms:W3CDTF">2022-01-26T02:44:59Z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0x01010044166E0F8D0B40498C35D8E5EAFE0871</vt:lpwstr>
  </property>
</Properties>
</file>
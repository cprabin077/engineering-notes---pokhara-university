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8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6022-7613-4CBD-8989-6942E5CC5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D301B-6B0E-4524-B92A-77C7C1A3D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50FF5-1CFF-43F6-A936-DDC44366B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26E27-6FC1-4B76-A0B4-CA070E1C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6648E-EFE8-4F15-9988-006A238CC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63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F295-5C70-4C90-89B1-57F6690E5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0BEC-F1D7-4C7F-95BD-2FF40D1E0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625A3-C1BA-4977-87D1-2152E757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C7ED2-FBED-4558-B17F-EE56D45B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4708F-3E56-4AB4-BAA4-B4C6A53A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483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7428-9270-4B45-BB67-6E6CFA2A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0A53B-B794-4558-A90B-8FBC0051F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5A4F3-CF3E-4F80-B111-3270B71A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E12ED-F807-4E8B-BD53-4BB2AA3E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3234C-1C2A-4A02-AA79-284D1F1D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53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0FE82-88D1-4EB9-A813-8874A18CB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4041E-3054-4059-A3B8-FF2A5F789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83B67-27FC-4D83-9E95-F6250CBF9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CF3FB-2DA1-4A8A-B5D1-CBC6AA75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701B1-B304-4D65-B8B3-B09CCD5E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B6243-FD71-4D95-881B-70265D86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33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8EFE-D967-459E-B593-8D97A9D21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31D3A-1AC6-4903-873C-DF3DD4D86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F78B5-8D2B-4B40-A625-5C1242ABB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E10352-3E84-4081-BCD9-20AD8F52E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247D6D-E7F7-4597-804A-CEE076001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0C7E2-849A-4B69-86A9-3FF440CBD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64A898-16EB-4F8E-B372-95B30834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060ED5-0D70-406B-B3F5-E5597609B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718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9F1E4-757E-4F84-B397-906BF183A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CF6D1-2E69-43E5-A438-9A3FFFE95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273A09-D2DB-456A-9870-D7B879D5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E4BEB-21B2-4DB1-9E7F-73E679A5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88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429EA-0CC2-4134-B8A7-C0B2C497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E80AB7-87AC-4D6F-9B05-3FDDBAB5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0D639-2AD2-47D1-8B64-06142DEA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57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1911-845E-4E44-9011-CE158D08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D81AC-FF1C-48A2-9F1E-54E48F6DF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319BA-88E7-4C2F-BE9C-56FF6ABB2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8254C-1290-4103-AA1A-B446F4B7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2972C-F13E-4DDD-81ED-E089F1B2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36D11-9712-47B3-B7D6-EF640EC0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531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DA37-ACA0-4E3A-B744-8B3EE38D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C9540-722F-4507-9B83-436CB4E0D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0D75A-EF22-472F-9D9D-AB52F1D5F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5D8ED-8B9F-47F9-A4C2-570107E6C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AC9FC-4CDA-4587-98C9-934B04812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B1664-528D-452A-9E88-4F7FF37E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722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156A-5B3A-4493-815E-195C6CBA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28007-6AFB-4EB3-B270-EB7872D0E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089DF-2283-4790-9A7C-636FC63E7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9866D-0362-470F-AB0D-148752E54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04555-BD54-447C-827D-F5AAF298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427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2ACF88-0B5F-42BC-BA4F-5FAD89DDC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42158-AC16-4962-8AC5-80F8389A7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4687B-4F5A-4B57-B5AD-8AB65396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49513-F8C1-4567-99E3-D5A27C57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17043-5A5B-4652-AB65-324F160D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672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4DA429-3F61-4C5D-9721-31E1C4F35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C7892-6C0E-4B4B-8279-8C4CC3870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27418-F2EE-4116-A259-6543446AE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3C5A5-8C52-471B-9B76-35E047D64E18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0617B-54C0-4B12-A472-62BB5088F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EDE3D-366E-491E-B4E4-6CA0B553D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EAAE8-8845-45C7-8F82-6EC56981DC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53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92E90-9C78-4DD5-9387-36B60F83D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0982" y="138690"/>
            <a:ext cx="9144000" cy="2387600"/>
          </a:xfrm>
        </p:spPr>
        <p:txBody>
          <a:bodyPr/>
          <a:lstStyle/>
          <a:p>
            <a:r>
              <a:rPr lang="en-GB" b="1" dirty="0"/>
              <a:t>UNIT 8</a:t>
            </a:r>
            <a:br>
              <a:rPr lang="en-GB" b="1" dirty="0"/>
            </a:br>
            <a:r>
              <a:rPr lang="en-GB" b="1" dirty="0"/>
              <a:t>Registers and Counters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33A79-25F6-41DE-B73E-4743D8002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61711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Prepared by </a:t>
            </a:r>
          </a:p>
          <a:p>
            <a:r>
              <a:rPr lang="en-GB" b="1" dirty="0">
                <a:solidFill>
                  <a:srgbClr val="FF0000"/>
                </a:solidFill>
              </a:rPr>
              <a:t>Er.Harendra Bikram Shah</a:t>
            </a:r>
          </a:p>
          <a:p>
            <a:r>
              <a:rPr lang="en-GB" b="1" dirty="0">
                <a:solidFill>
                  <a:srgbClr val="FF0000"/>
                </a:solidFill>
              </a:rPr>
              <a:t>(Lecturer)</a:t>
            </a:r>
          </a:p>
          <a:p>
            <a:r>
              <a:rPr lang="en-GB" b="1" dirty="0">
                <a:solidFill>
                  <a:srgbClr val="FF0000"/>
                </a:solidFill>
              </a:rPr>
              <a:t>Department of Computer Engineering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064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5D59-BE8E-40AB-AFB7-30B26A25A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6172E-9F0F-4B50-A7B6-B72D6006C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Registers </a:t>
            </a:r>
            <a:r>
              <a:rPr lang="en-IN" dirty="0"/>
              <a:t>and Its Types</a:t>
            </a:r>
          </a:p>
          <a:p>
            <a:r>
              <a:rPr lang="en-IN" dirty="0"/>
              <a:t> Counters and its Types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5096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5D59-BE8E-40AB-AFB7-30B26A25A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/>
          <a:lstStyle/>
          <a:p>
            <a:pPr algn="ctr"/>
            <a:r>
              <a:rPr lang="en-GB" b="1" dirty="0"/>
              <a:t>Registers </a:t>
            </a:r>
            <a:r>
              <a:rPr lang="en-IN" b="1" dirty="0"/>
              <a:t>and Its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6172E-9F0F-4B50-A7B6-B72D6006C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527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GB" dirty="0"/>
              <a:t> 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Flip-flop is a 1 bit memory cell which can be used for storing the digital data. i.e. 0 or 1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roup of flip-flop is known as a Register.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 n-bit register will consist of n number of flip-flop and it is capable of storing an n-bit word.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/>
              <a:t>Types of Registers:</a:t>
            </a:r>
          </a:p>
          <a:p>
            <a:pPr marL="514350" indent="-514350">
              <a:buAutoNum type="arabicPeriod"/>
            </a:pPr>
            <a:r>
              <a:rPr lang="en-GB" dirty="0">
                <a:solidFill>
                  <a:srgbClr val="FF0000"/>
                </a:solidFill>
              </a:rPr>
              <a:t>On the basis of IP/OP:</a:t>
            </a:r>
          </a:p>
          <a:p>
            <a:pPr marL="514350" indent="-514350">
              <a:buAutoNum type="alphaLcPeriod"/>
            </a:pPr>
            <a:r>
              <a:rPr lang="en-GB" dirty="0"/>
              <a:t>SISO   b. SIPO  c. PISO d. PIPO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2</a:t>
            </a:r>
            <a:r>
              <a:rPr lang="en-GB" dirty="0"/>
              <a:t>. </a:t>
            </a:r>
            <a:r>
              <a:rPr lang="en-GB" dirty="0">
                <a:solidFill>
                  <a:srgbClr val="FF0000"/>
                </a:solidFill>
              </a:rPr>
              <a:t>On the Basis of Application:</a:t>
            </a:r>
          </a:p>
          <a:p>
            <a:pPr marL="514350" indent="-514350">
              <a:buAutoNum type="alphaLcPeriod"/>
            </a:pPr>
            <a:r>
              <a:rPr lang="en-GB" dirty="0"/>
              <a:t>Shift Registers </a:t>
            </a:r>
          </a:p>
          <a:p>
            <a:pPr marL="514350" indent="-514350">
              <a:buAutoNum type="alphaLcPeriod"/>
            </a:pPr>
            <a:r>
              <a:rPr lang="en-GB" dirty="0"/>
              <a:t> Storage Registers</a:t>
            </a:r>
          </a:p>
        </p:txBody>
      </p:sp>
    </p:spTree>
    <p:extLst>
      <p:ext uri="{BB962C8B-B14F-4D97-AF65-F5344CB8AC3E}">
        <p14:creationId xmlns:p14="http://schemas.microsoft.com/office/powerpoint/2010/main" val="3506757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5D59-BE8E-40AB-AFB7-30B26A25A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/>
          <a:lstStyle/>
          <a:p>
            <a:pPr algn="ctr"/>
            <a:r>
              <a:rPr lang="en-GB" b="1" dirty="0"/>
              <a:t>Registers </a:t>
            </a:r>
            <a:r>
              <a:rPr lang="en-IN" b="1" dirty="0"/>
              <a:t>on the basis of Shift application </a:t>
            </a:r>
          </a:p>
        </p:txBody>
      </p:sp>
      <p:pic>
        <p:nvPicPr>
          <p:cNvPr id="6" name="Picture 5" descr="Block Diagram of SISO Register">
            <a:extLst>
              <a:ext uri="{FF2B5EF4-FFF2-40B4-BE49-F238E27FC236}">
                <a16:creationId xmlns:a16="http://schemas.microsoft.com/office/drawing/2014/main" id="{F5D36FB7-47C7-40CA-A721-F1BF4BF16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63" y="3429000"/>
            <a:ext cx="7907482" cy="293716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76B7F3-330E-4644-A992-202061B41055}"/>
              </a:ext>
            </a:extLst>
          </p:cNvPr>
          <p:cNvSpPr txBox="1"/>
          <p:nvPr/>
        </p:nvSpPr>
        <p:spPr>
          <a:xfrm>
            <a:off x="1385454" y="1357958"/>
            <a:ext cx="6096000" cy="166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four modes of operations of a shift register.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Serial Input Serial Output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Serial Input Parallel Output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Parallel Input Serial Output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Parallel Input Parallel Output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CC971-8D6A-4191-92C0-7369D9EE2CBF}"/>
              </a:ext>
            </a:extLst>
          </p:cNvPr>
          <p:cNvSpPr txBox="1"/>
          <p:nvPr/>
        </p:nvSpPr>
        <p:spPr>
          <a:xfrm>
            <a:off x="4433454" y="3117274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Serial Input Serial Output</a:t>
            </a:r>
            <a:endParaRPr lang="en-IN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816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uth Table of SISO Register">
            <a:extLst>
              <a:ext uri="{FF2B5EF4-FFF2-40B4-BE49-F238E27FC236}">
                <a16:creationId xmlns:a16="http://schemas.microsoft.com/office/drawing/2014/main" id="{EBB9DF85-AB8F-4055-B816-805CADE49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91" y="0"/>
            <a:ext cx="9919855" cy="3061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aveform of SISO Register">
            <a:extLst>
              <a:ext uri="{FF2B5EF4-FFF2-40B4-BE49-F238E27FC236}">
                <a16:creationId xmlns:a16="http://schemas.microsoft.com/office/drawing/2014/main" id="{9CA32C64-E1A6-49F6-BD88-7BD432C37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4" y="2854037"/>
            <a:ext cx="7056293" cy="3838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8679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274217-D420-443F-8793-1369A4CAFB61}"/>
              </a:ext>
            </a:extLst>
          </p:cNvPr>
          <p:cNvSpPr txBox="1"/>
          <p:nvPr/>
        </p:nvSpPr>
        <p:spPr>
          <a:xfrm>
            <a:off x="3990108" y="180110"/>
            <a:ext cx="6096000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</a:pPr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Serial Input Parallel Output</a:t>
            </a:r>
            <a:endParaRPr lang="en-IN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Block Diagram of SIPO Register">
            <a:extLst>
              <a:ext uri="{FF2B5EF4-FFF2-40B4-BE49-F238E27FC236}">
                <a16:creationId xmlns:a16="http://schemas.microsoft.com/office/drawing/2014/main" id="{D830EE58-D611-4767-A62C-5359F1045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36" y="648187"/>
            <a:ext cx="6657108" cy="3148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Truth Table of SISO Register">
            <a:extLst>
              <a:ext uri="{FF2B5EF4-FFF2-40B4-BE49-F238E27FC236}">
                <a16:creationId xmlns:a16="http://schemas.microsoft.com/office/drawing/2014/main" id="{9B59C595-67B5-421D-95E4-8778B8BA1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965" y="3797066"/>
            <a:ext cx="6657108" cy="272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0441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274217-D420-443F-8793-1369A4CAFB61}"/>
              </a:ext>
            </a:extLst>
          </p:cNvPr>
          <p:cNvSpPr txBox="1"/>
          <p:nvPr/>
        </p:nvSpPr>
        <p:spPr>
          <a:xfrm>
            <a:off x="3616035" y="221674"/>
            <a:ext cx="6096000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</a:pPr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Serial Input Parallel Output</a:t>
            </a:r>
            <a:endParaRPr lang="en-IN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Waveform of SISO Register">
            <a:extLst>
              <a:ext uri="{FF2B5EF4-FFF2-40B4-BE49-F238E27FC236}">
                <a16:creationId xmlns:a16="http://schemas.microsoft.com/office/drawing/2014/main" id="{C2F56095-0849-458D-9331-F05E04B49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055" y="1343892"/>
            <a:ext cx="8091053" cy="45165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930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274217-D420-443F-8793-1369A4CAFB61}"/>
              </a:ext>
            </a:extLst>
          </p:cNvPr>
          <p:cNvSpPr txBox="1"/>
          <p:nvPr/>
        </p:nvSpPr>
        <p:spPr>
          <a:xfrm>
            <a:off x="3616035" y="221674"/>
            <a:ext cx="6096000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</a:pPr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Parallel Input S</a:t>
            </a: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erial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Output</a:t>
            </a:r>
            <a:endParaRPr lang="en-IN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Block Diagram of PISO Register">
            <a:extLst>
              <a:ext uri="{FF2B5EF4-FFF2-40B4-BE49-F238E27FC236}">
                <a16:creationId xmlns:a16="http://schemas.microsoft.com/office/drawing/2014/main" id="{E5A288E3-1BEB-4EE5-AD78-BE5281CFB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146" y="1063769"/>
            <a:ext cx="9822873" cy="47304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3377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274217-D420-443F-8793-1369A4CAFB61}"/>
              </a:ext>
            </a:extLst>
          </p:cNvPr>
          <p:cNvSpPr txBox="1"/>
          <p:nvPr/>
        </p:nvSpPr>
        <p:spPr>
          <a:xfrm>
            <a:off x="3616035" y="221674"/>
            <a:ext cx="6096000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</a:pPr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Parallel Input Parallel Output</a:t>
            </a:r>
            <a:endParaRPr lang="en-IN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Block Diagram of PIPO Register">
            <a:extLst>
              <a:ext uri="{FF2B5EF4-FFF2-40B4-BE49-F238E27FC236}">
                <a16:creationId xmlns:a16="http://schemas.microsoft.com/office/drawing/2014/main" id="{8AD89884-2323-456A-B095-67D9DD4A9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527" y="830839"/>
            <a:ext cx="9365673" cy="46832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690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4560CCD-0663-424D-AC3B-E57B0F324FA0}"/>
              </a:ext>
            </a:extLst>
          </p:cNvPr>
          <p:cNvSpPr txBox="1"/>
          <p:nvPr/>
        </p:nvSpPr>
        <p:spPr>
          <a:xfrm>
            <a:off x="166254" y="570912"/>
            <a:ext cx="12192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i="0" dirty="0">
                <a:solidFill>
                  <a:srgbClr val="273239"/>
                </a:solidFill>
                <a:effectLst/>
                <a:latin typeface="urw-din"/>
              </a:rPr>
              <a:t>Applications of shift Registers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The shift registers are used for temporary data storage.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The shift registers are also used for data transfer and data manipulation.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The serial-in serial-out and parallel-in parallel-out shift registers are used to produce time delay to digital circuits.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The serial-in parallel-out shift register is used to convert serial data into parallel data thus they are used in communication lines where demultiplexing of a data line into several parallel line is required.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A Parallel in Serial out shift register us used to convert parallel data to serial data.</a:t>
            </a:r>
          </a:p>
        </p:txBody>
      </p:sp>
    </p:spTree>
    <p:extLst>
      <p:ext uri="{BB962C8B-B14F-4D97-AF65-F5344CB8AC3E}">
        <p14:creationId xmlns:p14="http://schemas.microsoft.com/office/powerpoint/2010/main" val="3051124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4560CCD-0663-424D-AC3B-E57B0F324FA0}"/>
              </a:ext>
            </a:extLst>
          </p:cNvPr>
          <p:cNvSpPr txBox="1"/>
          <p:nvPr/>
        </p:nvSpPr>
        <p:spPr>
          <a:xfrm>
            <a:off x="1011382" y="99858"/>
            <a:ext cx="96843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i="0" dirty="0">
                <a:solidFill>
                  <a:srgbClr val="273239"/>
                </a:solidFill>
                <a:effectLst/>
                <a:latin typeface="urw-din"/>
              </a:rPr>
              <a:t>Counters and its Types</a:t>
            </a:r>
            <a:endParaRPr lang="en-GB" sz="2000" b="0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25D166-F241-4C24-8B9B-44BFDD29D7A9}"/>
              </a:ext>
            </a:extLst>
          </p:cNvPr>
          <p:cNvSpPr txBox="1"/>
          <p:nvPr/>
        </p:nvSpPr>
        <p:spPr>
          <a:xfrm>
            <a:off x="0" y="831071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Counter is a sequential circuit. That is used for  counting pulses is known counter. </a:t>
            </a: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Counter is the widest application of flip-flops.</a:t>
            </a: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is a group of flip-flops with a clock signal applied.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83DC39-9BB6-452A-BA4C-5278C56EE548}"/>
              </a:ext>
            </a:extLst>
          </p:cNvPr>
          <p:cNvSpPr txBox="1"/>
          <p:nvPr/>
        </p:nvSpPr>
        <p:spPr>
          <a:xfrm>
            <a:off x="0" y="2052614"/>
            <a:ext cx="66790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Counters are of two types.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Asynchronous or ripple counters.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Synchronous counters.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Logic Diagram of Asynchronous or ripple counters">
            <a:extLst>
              <a:ext uri="{FF2B5EF4-FFF2-40B4-BE49-F238E27FC236}">
                <a16:creationId xmlns:a16="http://schemas.microsoft.com/office/drawing/2014/main" id="{0410BFCB-ABC3-465C-89F9-5C20F27DF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687" y="1955380"/>
            <a:ext cx="5941943" cy="223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D12A2E-80AA-4C5A-BF64-223454D7CCB9}"/>
              </a:ext>
            </a:extLst>
          </p:cNvPr>
          <p:cNvSpPr txBox="1"/>
          <p:nvPr/>
        </p:nvSpPr>
        <p:spPr>
          <a:xfrm>
            <a:off x="7566992" y="4210482"/>
            <a:ext cx="3498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Asynchronous or ripple counters.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Logic Diagram of Synchronous counter">
            <a:extLst>
              <a:ext uri="{FF2B5EF4-FFF2-40B4-BE49-F238E27FC236}">
                <a16:creationId xmlns:a16="http://schemas.microsoft.com/office/drawing/2014/main" id="{A1A68031-A33E-460E-8920-DCEC96FAC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7" y="3074775"/>
            <a:ext cx="5941943" cy="2570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E29DA3-FCA9-4412-958B-B846CB8553E8}"/>
              </a:ext>
            </a:extLst>
          </p:cNvPr>
          <p:cNvSpPr txBox="1"/>
          <p:nvPr/>
        </p:nvSpPr>
        <p:spPr>
          <a:xfrm>
            <a:off x="1524000" y="5842263"/>
            <a:ext cx="2663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Synchronous counters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448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163609C-3E96-4E02-94D2-35F0C310C1CB}"/>
              </a:ext>
            </a:extLst>
          </p:cNvPr>
          <p:cNvSpPr txBox="1"/>
          <p:nvPr/>
        </p:nvSpPr>
        <p:spPr>
          <a:xfrm>
            <a:off x="0" y="243471"/>
            <a:ext cx="1219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 of counters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Depending on the way in which the counting progresses, the synchronous or asynchronous counters are classified as follows −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 counters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Down counters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Up/Down counters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Other counters are :</a:t>
            </a:r>
          </a:p>
          <a:p>
            <a:pPr algn="just"/>
            <a:r>
              <a:rPr lang="en-IN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Decade Counter 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Johnson Counter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E8FA10-AA7B-4F0B-89BE-03BD8595A164}"/>
              </a:ext>
            </a:extLst>
          </p:cNvPr>
          <p:cNvSpPr txBox="1"/>
          <p:nvPr/>
        </p:nvSpPr>
        <p:spPr>
          <a:xfrm>
            <a:off x="0" y="2648451"/>
            <a:ext cx="612250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 of counters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Frequency counters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 clock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 measurement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to D converter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Frequency divider circuits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Digital triangular wave generator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6094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D07A24-F693-4CB8-A3C1-FE4CC94415AB}"/>
              </a:ext>
            </a:extLst>
          </p:cNvPr>
          <p:cNvSpPr txBox="1"/>
          <p:nvPr/>
        </p:nvSpPr>
        <p:spPr>
          <a:xfrm>
            <a:off x="0" y="0"/>
            <a:ext cx="1219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Johnson Counter(Switch Tail/Twisted Ring Counter)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/>
              <a:t>The Johnson counter is similar to the Ring counter.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/>
              <a:t> The only difference between the Johnson counter and the ring counter is that the outcome of the last flip flop is passed to the first flip flop as an input.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/>
              <a:t>But in Johnson counter, the inverted outcome Q' of the last flip flop is passed as an input.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/>
              <a:t> The remaining work of the Johnson counter is the same as a ring counter.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/>
              <a:t>The Johnson counter is also referred to as the Creeping counter.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858BC1-831E-4FCD-9070-E556CFBB2094}"/>
              </a:ext>
            </a:extLst>
          </p:cNvPr>
          <p:cNvSpPr txBox="1"/>
          <p:nvPr/>
        </p:nvSpPr>
        <p:spPr>
          <a:xfrm>
            <a:off x="2757055" y="6042952"/>
            <a:ext cx="61514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4-bit Johnson counter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1C7BE6-7417-4CC5-996B-9A4E71E6C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057" y="2031325"/>
            <a:ext cx="8888065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0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E93C2F-DC0E-422A-A6B8-0021A22B1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693433"/>
              </p:ext>
            </p:extLst>
          </p:nvPr>
        </p:nvGraphicFramePr>
        <p:xfrm>
          <a:off x="1726917" y="1128554"/>
          <a:ext cx="7047910" cy="3916680"/>
        </p:xfrm>
        <a:graphic>
          <a:graphicData uri="http://schemas.openxmlformats.org/drawingml/2006/table">
            <a:tbl>
              <a:tblPr/>
              <a:tblGrid>
                <a:gridCol w="1409582">
                  <a:extLst>
                    <a:ext uri="{9D8B030D-6E8A-4147-A177-3AD203B41FA5}">
                      <a16:colId xmlns:a16="http://schemas.microsoft.com/office/drawing/2014/main" val="3936055621"/>
                    </a:ext>
                  </a:extLst>
                </a:gridCol>
                <a:gridCol w="1409582">
                  <a:extLst>
                    <a:ext uri="{9D8B030D-6E8A-4147-A177-3AD203B41FA5}">
                      <a16:colId xmlns:a16="http://schemas.microsoft.com/office/drawing/2014/main" val="1684335992"/>
                    </a:ext>
                  </a:extLst>
                </a:gridCol>
                <a:gridCol w="1409582">
                  <a:extLst>
                    <a:ext uri="{9D8B030D-6E8A-4147-A177-3AD203B41FA5}">
                      <a16:colId xmlns:a16="http://schemas.microsoft.com/office/drawing/2014/main" val="2427974658"/>
                    </a:ext>
                  </a:extLst>
                </a:gridCol>
                <a:gridCol w="1409582">
                  <a:extLst>
                    <a:ext uri="{9D8B030D-6E8A-4147-A177-3AD203B41FA5}">
                      <a16:colId xmlns:a16="http://schemas.microsoft.com/office/drawing/2014/main" val="1007483988"/>
                    </a:ext>
                  </a:extLst>
                </a:gridCol>
                <a:gridCol w="1409582">
                  <a:extLst>
                    <a:ext uri="{9D8B030D-6E8A-4147-A177-3AD203B41FA5}">
                      <a16:colId xmlns:a16="http://schemas.microsoft.com/office/drawing/2014/main" val="1763758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</a:t>
                      </a:r>
                      <a:r>
                        <a:rPr lang="en-IN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IN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</a:t>
                      </a:r>
                      <a:r>
                        <a:rPr lang="en-IN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IN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</a:t>
                      </a:r>
                      <a:r>
                        <a:rPr lang="en-IN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IN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</a:t>
                      </a:r>
                      <a:r>
                        <a:rPr lang="en-IN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IN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0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432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860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524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086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4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860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5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96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6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57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7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76844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8FF0026-E513-45AC-9B77-D291FD709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147" y="318608"/>
            <a:ext cx="1411540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Truth Table</a:t>
            </a:r>
          </a:p>
        </p:txBody>
      </p:sp>
    </p:spTree>
    <p:extLst>
      <p:ext uri="{BB962C8B-B14F-4D97-AF65-F5344CB8AC3E}">
        <p14:creationId xmlns:p14="http://schemas.microsoft.com/office/powerpoint/2010/main" val="902855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C11098-2824-4F8B-BDE8-C49EF9719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95" y="943519"/>
            <a:ext cx="9821646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21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97284F-943B-4B58-80EE-ACD7027DA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92" y="1052202"/>
            <a:ext cx="9383434" cy="444879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C2A5BC3-E4A3-4698-98B1-10482ED80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147" y="318608"/>
            <a:ext cx="337074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MOD-6 Counter</a:t>
            </a:r>
          </a:p>
        </p:txBody>
      </p:sp>
    </p:spTree>
    <p:extLst>
      <p:ext uri="{BB962C8B-B14F-4D97-AF65-F5344CB8AC3E}">
        <p14:creationId xmlns:p14="http://schemas.microsoft.com/office/powerpoint/2010/main" val="2526975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C2A5BC3-E4A3-4698-98B1-10482ED80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146" y="318608"/>
            <a:ext cx="410503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MOD-6 Counter Timing Diagram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5D57D3-6B44-4B2D-B82B-BBA9222F7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468" y="1072495"/>
            <a:ext cx="7240010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5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552</Words>
  <Application>Microsoft Office PowerPoint</Application>
  <PresentationFormat>Widescreen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inter-regular</vt:lpstr>
      <vt:lpstr>Times New Roman</vt:lpstr>
      <vt:lpstr>Times New Roman</vt:lpstr>
      <vt:lpstr>urw-din</vt:lpstr>
      <vt:lpstr>Wingdings</vt:lpstr>
      <vt:lpstr>Office Theme</vt:lpstr>
      <vt:lpstr>UNIT 8 Registers and Counters </vt:lpstr>
      <vt:lpstr>OUTLINES</vt:lpstr>
      <vt:lpstr>Registers and Its Types</vt:lpstr>
      <vt:lpstr>Registers on the basis of Shift application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Registers and Counters </dc:title>
  <dc:creator>Harendra Bikram Shah</dc:creator>
  <cp:lastModifiedBy>Harendra Bikram Shah</cp:lastModifiedBy>
  <cp:revision>21</cp:revision>
  <dcterms:created xsi:type="dcterms:W3CDTF">2022-01-18T05:30:20Z</dcterms:created>
  <dcterms:modified xsi:type="dcterms:W3CDTF">2022-01-22T06:31:37Z</dcterms:modified>
</cp:coreProperties>
</file>